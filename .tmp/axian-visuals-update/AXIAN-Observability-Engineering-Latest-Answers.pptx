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media/image.svg" ContentType="image/svg+xml"/>
  <Override PartName="/ppt/media/image10.svg" ContentType="image/svg+xml"/>
  <Override PartName="/ppt/media/image1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6aaac8e8b0c4f8e" Type="http://schemas.openxmlformats.org/officeDocument/2006/relationships/officeDocument" Target="ppt/presentation.xml"/><Relationship Id="R5d294106f8a040d3" Type="http://schemas.openxmlformats.org/officeDocument/2006/relationships/extended-properties" Target="docProps/app.xml"/><Relationship Id="R8e77df1ae3754f75"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e800efb898be4c81"/>
  </p:sldMasterIdLst>
  <p:notesMasterIdLst>
    <p:notesMasterId xmlns:r="http://schemas.openxmlformats.org/officeDocument/2006/relationships" r:id="R1614aec830054c63"/>
  </p:notesMasterIdLst>
  <p:sldIdLst>
    <p:sldId xmlns:r="http://schemas.openxmlformats.org/officeDocument/2006/relationships" id="256" r:id="Rd1159ee9cdb74ce0"/>
    <p:sldId xmlns:r="http://schemas.openxmlformats.org/officeDocument/2006/relationships" id="257" r:id="R00c0e263f6a34736"/>
    <p:sldId xmlns:r="http://schemas.openxmlformats.org/officeDocument/2006/relationships" id="258" r:id="Rb1bf104d30904def"/>
    <p:sldId xmlns:r="http://schemas.openxmlformats.org/officeDocument/2006/relationships" id="259" r:id="Rd631984c45754c24"/>
    <p:sldId xmlns:r="http://schemas.openxmlformats.org/officeDocument/2006/relationships" id="260" r:id="R5b9167df28604c66"/>
    <p:sldId xmlns:r="http://schemas.openxmlformats.org/officeDocument/2006/relationships" id="261" r:id="R137f574a165a4647"/>
    <p:sldId xmlns:r="http://schemas.openxmlformats.org/officeDocument/2006/relationships" id="262" r:id="R3df906dac6a2423b"/>
    <p:sldId xmlns:r="http://schemas.openxmlformats.org/officeDocument/2006/relationships" id="263" r:id="R68697ff86e6347ad"/>
    <p:sldId xmlns:r="http://schemas.openxmlformats.org/officeDocument/2006/relationships" id="264" r:id="R7e01f98037cd4763"/>
    <p:sldId xmlns:r="http://schemas.openxmlformats.org/officeDocument/2006/relationships" id="265" r:id="R80b26459d3a94030"/>
    <p:sldId xmlns:r="http://schemas.openxmlformats.org/officeDocument/2006/relationships" id="266" r:id="R712561c80e5947f9"/>
    <p:sldId xmlns:r="http://schemas.openxmlformats.org/officeDocument/2006/relationships" id="267" r:id="R027d87b0d03a423b"/>
    <p:sldId xmlns:r="http://schemas.openxmlformats.org/officeDocument/2006/relationships" id="268" r:id="Ra7d95851aa054f0a"/>
    <p:sldId xmlns:r="http://schemas.openxmlformats.org/officeDocument/2006/relationships" id="269" r:id="Rc53513fb16f34486"/>
    <p:sldId xmlns:r="http://schemas.openxmlformats.org/officeDocument/2006/relationships" id="270" r:id="R47567d64fb3f44c1"/>
    <p:sldId xmlns:r="http://schemas.openxmlformats.org/officeDocument/2006/relationships" id="271" r:id="Re1320b6809e344c7"/>
  </p:sldIdLst>
  <p:sldSz cx="12192000" cy="6858000"/>
  <p:notesSz cx="6858000" cy="9144000"/>
</p:presentation>
</file>

<file path=ppt/authors.xml><?xml version="1.0" encoding="utf-8"?>
<p188:authorLst xmlns:p188="http://schemas.microsoft.com/office/powerpoint/2018/8/main">
  <p188:author id="{1F247655-47CC-FB63-C5C7-523D008CD984}" name="Kristen Barcheski" initials="KB" userId="S::kristen.barcheski@oracle.com::59c6070f-981d-4064-b395-2d3768254975" providerId="AD"/>
  <p188:author id="{15BBF38A-F7BC-7B2E-0D61-21D1F83CE523}" name="Michelle Howell" initials="MH" userId="Michelle Howell" providerId="Non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0c0e263f6a34736" Type="http://schemas.openxmlformats.org/officeDocument/2006/relationships/slide" Target="slides/slide2.xml"/><Relationship Id="R027d87b0d03a423b" Type="http://schemas.openxmlformats.org/officeDocument/2006/relationships/slide" Target="slides/slide12.xml"/><Relationship Id="R0a2984a327c3498c" Type="http://schemas.openxmlformats.org/officeDocument/2006/relationships/tableStyles" Target="tableStyles.xml"/><Relationship Id="R0affbf279b9b4b9e" Type="http://schemas.openxmlformats.org/officeDocument/2006/relationships/viewProps" Target="viewProps.xml"/><Relationship Id="R137f574a165a4647" Type="http://schemas.openxmlformats.org/officeDocument/2006/relationships/slide" Target="slides/slide6.xml"/><Relationship Id="R1614aec830054c63" Type="http://schemas.openxmlformats.org/officeDocument/2006/relationships/notesMaster" Target="notesMasters/notesMaster1.xml"/><Relationship Id="R37178b62595c4ac0" Type="http://schemas.openxmlformats.org/officeDocument/2006/relationships/presProps" Target="presProps.xml"/><Relationship Id="R3df906dac6a2423b" Type="http://schemas.openxmlformats.org/officeDocument/2006/relationships/slide" Target="slides/slide7.xml"/><Relationship Id="R47567d64fb3f44c1" Type="http://schemas.openxmlformats.org/officeDocument/2006/relationships/slide" Target="slides/slide15.xml"/><Relationship Id="R5b9167df28604c66" Type="http://schemas.openxmlformats.org/officeDocument/2006/relationships/slide" Target="slides/slide5.xml"/><Relationship Id="R68697ff86e6347ad" Type="http://schemas.openxmlformats.org/officeDocument/2006/relationships/slide" Target="slides/slide8.xml"/><Relationship Id="R712561c80e5947f9" Type="http://schemas.openxmlformats.org/officeDocument/2006/relationships/slide" Target="slides/slide11.xml"/><Relationship Id="R7e01f98037cd4763" Type="http://schemas.openxmlformats.org/officeDocument/2006/relationships/slide" Target="slides/slide9.xml"/><Relationship Id="R80b26459d3a94030" Type="http://schemas.openxmlformats.org/officeDocument/2006/relationships/slide" Target="slides/slide10.xml"/><Relationship Id="R91bb3a283f904882" Type="http://schemas.openxmlformats.org/officeDocument/2006/relationships/theme" Target="theme/theme1.xml"/><Relationship Id="Ra1808fbf007249fa" Type="http://schemas.microsoft.com/office/2018/10/relationships/authors" Target="authors.xml"/><Relationship Id="Ra7d95851aa054f0a" Type="http://schemas.openxmlformats.org/officeDocument/2006/relationships/slide" Target="slides/slide13.xml"/><Relationship Id="Rb1bf104d30904def" Type="http://schemas.openxmlformats.org/officeDocument/2006/relationships/slide" Target="slides/slide3.xml"/><Relationship Id="Rc53513fb16f34486" Type="http://schemas.openxmlformats.org/officeDocument/2006/relationships/slide" Target="slides/slide14.xml"/><Relationship Id="Rd1159ee9cdb74ce0" Type="http://schemas.openxmlformats.org/officeDocument/2006/relationships/slide" Target="slides/slide1.xml"/><Relationship Id="Rd631984c45754c24" Type="http://schemas.openxmlformats.org/officeDocument/2006/relationships/slide" Target="slides/slide4.xml"/><Relationship Id="Re1320b6809e344c7" Type="http://schemas.openxmlformats.org/officeDocument/2006/relationships/slide" Target="slides/slide16.xml"/><Relationship Id="Re800efb898be4c8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25b89041015f49a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c3b9098e9b1d41f5" Type="http://schemas.openxmlformats.org/officeDocument/2006/relationships/notesMaster" Target="../notesMasters/notesMaster1.xml"/><Relationship Id="Rc6f10e29b9dd45be"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877516b24365451b" Type="http://schemas.openxmlformats.org/officeDocument/2006/relationships/notesMaster" Target="../notesMasters/notesMaster1.xml"/><Relationship Id="Rd41574e0e03c41f0"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1f168e2141344741" Type="http://schemas.openxmlformats.org/officeDocument/2006/relationships/notesMaster" Target="../notesMasters/notesMaster1.xml"/><Relationship Id="R643ec4ac7f26415d"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d6fa3201769460c" Type="http://schemas.openxmlformats.org/officeDocument/2006/relationships/notesMaster" Target="../notesMasters/notesMaster1.xml"/><Relationship Id="Rfba008692bc649e0"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0d79f3fb8cac409f" Type="http://schemas.openxmlformats.org/officeDocument/2006/relationships/notesMaster" Target="../notesMasters/notesMaster1.xml"/><Relationship Id="R10aa17d982ee4423"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65242d29efe2436d" Type="http://schemas.openxmlformats.org/officeDocument/2006/relationships/slide" Target="../slides/slide6.xml"/><Relationship Id="R6a39625c6b3d4b14"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b019ea0345364299" Type="http://schemas.openxmlformats.org/officeDocument/2006/relationships/slide" Target="../slides/slide7.xml"/><Relationship Id="Rdb3f2a5bfabc4349"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c919bf8cf974f8a" Type="http://schemas.openxmlformats.org/officeDocument/2006/relationships/notesMaster" Target="../notesMasters/notesMaster1.xml"/><Relationship Id="Re84a74eeba624c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3f705dc738094e66" Type="http://schemas.openxmlformats.org/officeDocument/2006/relationships/notesMaster" Target="../notesMasters/notesMaster1.xml"/><Relationship Id="R6c61248987ea4587"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94f06a148fa54d3a" Type="http://schemas.openxmlformats.org/officeDocument/2006/relationships/notesMaster" Target="../notesMasters/notesMaster1.xml"/><Relationship Id="R998631f5fb754b9c"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303866bd51864293" Type="http://schemas.openxmlformats.org/officeDocument/2006/relationships/slide" Target="../slides/slide11.xml"/><Relationship Id="Rdd6208508b474c07"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834df42edf084308" Type="http://schemas.openxmlformats.org/officeDocument/2006/relationships/notesMaster" Target="../notesMasters/notesMaster1.xml"/><Relationship Id="R9c4bf0ace17e4dba"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5630413e81654323" Type="http://schemas.openxmlformats.org/officeDocument/2006/relationships/slide" Target="../slides/slide13.xml"/><Relationship Id="Rb094512c012a462c"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1ccff42519df4bc6" Type="http://schemas.openxmlformats.org/officeDocument/2006/relationships/slide" Target="../slides/slide14.xml"/><Relationship Id="R9b0331cdeb94465c"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3389dae3bf604b41" Type="http://schemas.openxmlformats.org/officeDocument/2006/relationships/slide" Target="../slides/slide15.xml"/><Relationship Id="R7913cbff317d4bee"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dddb139f6444daa" Type="http://schemas.openxmlformats.org/officeDocument/2006/relationships/notesMaster" Target="../notesMasters/notesMaster1.xml"/><Relationship Id="R73050b91e2b24314" Type="http://schemas.openxmlformats.org/officeDocument/2006/relationships/slide" Target="../slides/slide1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Oracle FY26 official presentation template (local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Oracle FY26 official presentation template (local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 https://docs.oracle.com/en-us/iaas/log-analytics/doc/kubernetes-solution.html (accessed 2026-07-30)</a:t>
            </a:r>
          </a:p>
          <a:p xmlns:a="http://schemas.openxmlformats.org/drawingml/2006/main">
            <a:r>
              <a:t>- https://docs.oracle.com/en/industries/communications/unified-assurance/7.0/enterprise-licensing-info/licensing-information.html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https://docs.oracle.com/en-us/iaas/management-agents/home.htm (accessed 2026-07-30)</a:t>
            </a:r>
          </a:p>
          <a:p xmlns:a="http://schemas.openxmlformats.org/drawingml/2006/main">
            <a:r>
              <a:t>- https://docs.oracle.com/en-us/iaas/logging/home.htm (accessed 2026-07-30)</a:t>
            </a:r>
          </a:p>
          <a:p xmlns:a="http://schemas.openxmlformats.org/drawingml/2006/main">
            <a:r>
              <a:t>- https://docs.oracle.com/en-us/iaas/application-performance-monitoring/home.htm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 https://docs.oracle.com/en/industries/communications/unified-assurance/7.0/enterprise-licensing-info/licensing-information.html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https://docs.oracle.com/en-us/iaas/Content/Monitoring/home.htm (accessed 2026-07-30)</a:t>
            </a:r>
          </a:p>
          <a:p xmlns:a="http://schemas.openxmlformats.org/drawingml/2006/main">
            <a:r>
              <a:t>- https://docs.oracle.com/en-us/iaas/log-analytics/doc/kubernetes-solution.html (accessed 2026-07-30)</a:t>
            </a:r>
          </a:p>
          <a:p xmlns:a="http://schemas.openxmlformats.org/drawingml/2006/main">
            <a:r>
              <a:t>- https://docs.oracle.com/en-us/iaas/application-performance-monitoring/home.htm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https://docs.oracle.com/en-us/iaas/database-management/home.htm (accessed 2026-07-30)</a:t>
            </a:r>
          </a:p>
          <a:p xmlns:a="http://schemas.openxmlformats.org/drawingml/2006/main">
            <a:r>
              <a:t>- https://docs.oracle.com/en-us/iaas/operations-insights/home.htm (accessed 2026-07-30)</a:t>
            </a:r>
          </a:p>
          <a:p xmlns:a="http://schemas.openxmlformats.org/drawingml/2006/main">
            <a:r>
              <a:t>- https://docs.oracle.com/en-us/iaas/log-analytics/doc/use-loganai.html (accessed 2026-07-30)</a:t>
            </a:r>
          </a:p>
          <a:p xmlns:a="http://schemas.openxmlformats.org/drawingml/2006/main">
            <a:r>
              <a:t>- https://docs.oracle.com/en/enterprise-manager/cloud-control/enterprise-manager-cloud-control/13.5/oemli/enterprise-database-management.html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https://docs.oracle.com/en-us/iaas/Content/Identity/home.htm (accessed 2026-07-30)</a:t>
            </a:r>
          </a:p>
          <a:p xmlns:a="http://schemas.openxmlformats.org/drawingml/2006/main">
            <a:r>
              <a:t>- https://docs.oracle.com/en-us/iaas/cloud-guard/home.htm (accessed 2026-07-30)</a:t>
            </a:r>
          </a:p>
          <a:p xmlns:a="http://schemas.openxmlformats.org/drawingml/2006/main">
            <a:r>
              <a:t>- https://docs.oracle.com/en-us/iaas/Content/ResourceManager/home.htm (accessed 2026-07-30)</a:t>
            </a:r>
          </a:p>
          <a:p xmlns:a="http://schemas.openxmlformats.org/drawingml/2006/main">
            <a:r>
              <a:t>- https://docs.oracle.com/en-us/iaas/disaster-recovery/home.htm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https://docs.oracle.com/en-us/iaas/Content/Logging/home.htm (accessed 2026-07-30)</a:t>
            </a:r>
          </a:p>
          <a:p xmlns:a="http://schemas.openxmlformats.org/drawingml/2006/main">
            <a:r>
              <a:t>- https://docs.oracle.com/en-us/iaas/Content/Object/home.htm (accessed 2026-07-30)</a:t>
            </a:r>
          </a:p>
          <a:p xmlns:a="http://schemas.openxmlformats.org/drawingml/2006/main">
            <a:r>
              <a:t>- https://docs.oracle.com/en-us/iaas/Content/Audit/home.htm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https://docs.oracle.com/en/industries/communications/unified-assurance/7.0/enterprise-licensing-info/licensing-information.html (accessed 2026-07-30)</a:t>
            </a:r>
          </a:p>
          <a:p xmlns:a="http://schemas.openxmlformats.org/drawingml/2006/main">
            <a:r>
              <a:t>- https://docs.oracle.com/en-us/iaas/log-analytics/doc/use-loganai.html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https://docs.oracle.com/en/enterprise-manager/cloud-control/enterprise-manager-cloud-control/13.5/oemli/enterprise-database-management.html (accessed 2026-07-30)</a:t>
            </a:r>
          </a:p>
          <a:p xmlns:a="http://schemas.openxmlformats.org/drawingml/2006/main">
            <a:r>
              <a:t>- https://docs.oracle.com/en-us/iaas/log-analytics/doc/prerequisites-using-loganai.html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 https://docs.oracle.com/en-us/iaas/disaster-recovery/home.htm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Oracle FY26 official presentation template (local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https://docs.oracle.com/en-us/iaas/log-analytics/doc/kubernetes-solution.html (accessed 2026-07-30)</a:t>
            </a:r>
          </a:p>
          <a:p xmlns:a="http://schemas.openxmlformats.org/drawingml/2006/main">
            <a:r>
              <a:t>- https://docs.oracle.com/en/industries/communications/unified-assurance/7.0/enterprise-licensing-info/licensing-information.html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Oracle FY26 official presentation template (local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1219f0e9a59a43c0" Type="http://schemas.openxmlformats.org/officeDocument/2006/relationships/slideMaster" Target="../slideMasters/slideMaster1.xml"/><Relationship Id="R3fdb5c158cd34425" Type="http://schemas.openxmlformats.org/officeDocument/2006/relationships/image" Target="../media/image.emf"/><Relationship Id="Ra1706eaf8bea4876" Type="http://schemas.openxmlformats.org/officeDocument/2006/relationships/image" Target="../media/image.png"/><Relationship Id="Rda1583fb06a04618" Type="http://schemas.openxmlformats.org/officeDocument/2006/relationships/image" Target="../media/image.svg"/></Relationships>
</file>

<file path=ppt/slideLayouts/_rels/slideLayout2.xml.rels><?xml version='1.0' encoding='UTF-8' standalone='yes'?>
<Relationships xmlns="http://schemas.openxmlformats.org/package/2006/relationships"><Relationship Id="R29f0bbd0265442f0" Type="http://schemas.openxmlformats.org/officeDocument/2006/relationships/slideMaster" Target="../slideMasters/slideMaster1.xml"/><Relationship Id="Rb0e3aa2a6dbb4d1b" Type="http://schemas.openxmlformats.org/officeDocument/2006/relationships/image" Target="../media/image.jpeg"/><Relationship Id="Rb91a46bae4234023" Type="http://schemas.openxmlformats.org/officeDocument/2006/relationships/image" Target="../media/image.emf"/><Relationship Id="Rbc138050d2644498" Type="http://schemas.openxmlformats.org/officeDocument/2006/relationships/image" Target="../media/image2.svg"/><Relationship Id="Reb33aa0aa3c547e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6e4caeaf147b411c" Type="http://schemas.openxmlformats.org/officeDocument/2006/relationships/image" Target="../media/image3.png"/><Relationship Id="R8d514b89cecd43cd" Type="http://schemas.openxmlformats.org/officeDocument/2006/relationships/image" Target="../media/image.emf"/><Relationship Id="Ra7df465ab29246dc" Type="http://schemas.openxmlformats.org/officeDocument/2006/relationships/slideMaster" Target="../slideMasters/slideMaster1.xml"/><Relationship Id="Rdf1891fef2b84c76" Type="http://schemas.openxmlformats.org/officeDocument/2006/relationships/image" Target="../media/image.svg"/></Relationships>
</file>

<file path=ppt/slideLayouts/_rels/slideLayout4.xml.rels><?xml version='1.0' encoding='UTF-8' standalone='yes'?>
<Relationships xmlns="http://schemas.openxmlformats.org/package/2006/relationships"><Relationship Id="R80ab7333c73e4f07" Type="http://schemas.openxmlformats.org/officeDocument/2006/relationships/image" Target="../media/image2.svg"/><Relationship Id="R893ccf7f6fe5443e" Type="http://schemas.openxmlformats.org/officeDocument/2006/relationships/slideMaster" Target="../slideMasters/slideMaster1.xml"/><Relationship Id="Rac239f2ac2f8452a" Type="http://schemas.openxmlformats.org/officeDocument/2006/relationships/image" Target="../media/image4.png"/><Relationship Id="Rfd51150418b24b74" Type="http://schemas.openxmlformats.org/officeDocument/2006/relationships/image" Target="../media/image.jpeg"/></Relationships>
</file>

<file path=ppt/slideLayouts/_rels/slideLayout5.xml.rels><?xml version='1.0' encoding='UTF-8' standalone='yes'?>
<Relationships xmlns="http://schemas.openxmlformats.org/package/2006/relationships"><Relationship Id="R8f2c0793ce604640" Type="http://schemas.openxmlformats.org/officeDocument/2006/relationships/image" Target="../media/image.emf"/><Relationship Id="Rbde412c65d434bae" Type="http://schemas.openxmlformats.org/officeDocument/2006/relationships/image" Target="../media/image.svg"/><Relationship Id="Rffdc1853a3bc4c5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02ae90cbc14c4b54" Type="http://schemas.openxmlformats.org/officeDocument/2006/relationships/slideMaster" Target="../slideMasters/slideMaster1.xml"/><Relationship Id="R4d5f7c58f4064a45" Type="http://schemas.openxmlformats.org/officeDocument/2006/relationships/image" Target="../media/image.emf"/><Relationship Id="R5b3cec8a2b5f4c5a" Type="http://schemas.openxmlformats.org/officeDocument/2006/relationships/image" Target="../media/image.svg"/><Relationship Id="R8a75fa1684fa411e"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2dfa7187da42442e" Type="http://schemas.openxmlformats.org/officeDocument/2006/relationships/slideMaster" Target="../slideMasters/slideMaster1.xml"/><Relationship Id="R78e248c1f69b4f9b" Type="http://schemas.openxmlformats.org/officeDocument/2006/relationships/image" Target="../media/image.jpeg"/><Relationship Id="R7b37f156ae694836" Type="http://schemas.openxmlformats.org/officeDocument/2006/relationships/image" Target="../media/image.svg"/><Relationship Id="R7c2898ce0b8d4547" Type="http://schemas.openxmlformats.org/officeDocument/2006/relationships/image" Target="../media/image.emf"/></Relationships>
</file>

<file path=ppt/slideLayouts/_rels/slideLayout8.xml.rels><?xml version='1.0' encoding='UTF-8' standalone='yes'?>
<Relationships xmlns="http://schemas.openxmlformats.org/package/2006/relationships"><Relationship Id="R7abd1cba27e64c63" Type="http://schemas.openxmlformats.org/officeDocument/2006/relationships/image" Target="../media/image.svg"/><Relationship Id="R85546c87660a49b2" Type="http://schemas.openxmlformats.org/officeDocument/2006/relationships/slideMaster" Target="../slideMasters/slideMaster1.xml"/><Relationship Id="R8a6cc97c2f984a72" Type="http://schemas.openxmlformats.org/officeDocument/2006/relationships/image" Target="../media/image.emf"/><Relationship Id="Rcd089a0406674fe9" Type="http://schemas.openxmlformats.org/officeDocument/2006/relationships/image" Target="../media/image3.jpeg"/></Relationships>
</file>

<file path=ppt/slideLayouts/_rels/slideLayout9.xml.rels><?xml version='1.0' encoding='UTF-8' standalone='yes'?>
<Relationships xmlns="http://schemas.openxmlformats.org/package/2006/relationships"><Relationship Id="R0546984ce5744005" Type="http://schemas.openxmlformats.org/officeDocument/2006/relationships/image" Target="../media/image4.jpeg"/><Relationship Id="R1e21277777db4ac4" Type="http://schemas.openxmlformats.org/officeDocument/2006/relationships/slideMaster" Target="../slideMasters/slideMaster1.xml"/><Relationship Id="Rb7c5fad17f5248b8" Type="http://schemas.openxmlformats.org/officeDocument/2006/relationships/image" Target="../media/image.emf"/><Relationship Id="Rc3ae8fd5a683423f" Type="http://schemas.openxmlformats.org/officeDocument/2006/relationships/image" Target="../media/image.svg"/></Relationships>
</file>

<file path=ppt/slideLayouts/_rels/slideLayout10.xml.rels><?xml version='1.0' encoding='UTF-8' standalone='yes'?>
<Relationships xmlns="http://schemas.openxmlformats.org/package/2006/relationships"><Relationship Id="R2ad113e220fa4e8a" Type="http://schemas.openxmlformats.org/officeDocument/2006/relationships/image" Target="../media/image.emf"/><Relationship Id="R2e24f73fa64f4376" Type="http://schemas.openxmlformats.org/officeDocument/2006/relationships/slideMaster" Target="../slideMasters/slideMaster1.xml"/><Relationship Id="R7a66f6d351104d4c" Type="http://schemas.openxmlformats.org/officeDocument/2006/relationships/image" Target="../media/image5.jpeg"/><Relationship Id="Raac609d87476462c" Type="http://schemas.openxmlformats.org/officeDocument/2006/relationships/image" Target="../media/image.svg"/></Relationships>
</file>

<file path=ppt/slideLayouts/_rels/slideLayout11.xml.rels><?xml version='1.0' encoding='UTF-8' standalone='yes'?>
<Relationships xmlns="http://schemas.openxmlformats.org/package/2006/relationships"><Relationship Id="R1993785f06d74b62" Type="http://schemas.openxmlformats.org/officeDocument/2006/relationships/image" Target="../media/image6.jpeg"/><Relationship Id="R4c0a4ab4b8d842c4" Type="http://schemas.openxmlformats.org/officeDocument/2006/relationships/slideMaster" Target="../slideMasters/slideMaster1.xml"/><Relationship Id="Reaefdac4932a4cde" Type="http://schemas.openxmlformats.org/officeDocument/2006/relationships/image" Target="../media/image.emf"/><Relationship Id="Red384798539b41f1" Type="http://schemas.openxmlformats.org/officeDocument/2006/relationships/image" Target="../media/image.svg"/></Relationships>
</file>

<file path=ppt/slideLayouts/_rels/slideLayout12.xml.rels><?xml version='1.0' encoding='UTF-8' standalone='yes'?>
<Relationships xmlns="http://schemas.openxmlformats.org/package/2006/relationships"><Relationship Id="R10291e7febdb4953" Type="http://schemas.openxmlformats.org/officeDocument/2006/relationships/image" Target="../media/image7.jpeg"/><Relationship Id="R72854bc101fd45ce" Type="http://schemas.openxmlformats.org/officeDocument/2006/relationships/image" Target="../media/image.svg"/><Relationship Id="R8b76b9ade31046e4" Type="http://schemas.openxmlformats.org/officeDocument/2006/relationships/slideMaster" Target="../slideMasters/slideMaster1.xml"/><Relationship Id="Rc13eb65ffeee42e6" Type="http://schemas.openxmlformats.org/officeDocument/2006/relationships/image" Target="../media/image.emf"/></Relationships>
</file>

<file path=ppt/slideLayouts/_rels/slideLayout13.xml.rels><?xml version='1.0' encoding='UTF-8' standalone='yes'?>
<Relationships xmlns="http://schemas.openxmlformats.org/package/2006/relationships"><Relationship Id="R42907bc819c64db2" Type="http://schemas.openxmlformats.org/officeDocument/2006/relationships/image" Target="../media/image.svg"/><Relationship Id="Ra35a1646358f434f" Type="http://schemas.openxmlformats.org/officeDocument/2006/relationships/image" Target="../media/image.emf"/><Relationship Id="Rc79433dbc0cf40cc" Type="http://schemas.openxmlformats.org/officeDocument/2006/relationships/image" Target="../media/image8.jpeg"/><Relationship Id="Rfd2c465198e84c4c"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754b458ab636412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78c967e15dcd43fe" Type="http://schemas.openxmlformats.org/officeDocument/2006/relationships/slideMaster" Target="../slideMasters/slideMaster1.xml"/><Relationship Id="Rdd0526a701a54286" Type="http://schemas.openxmlformats.org/officeDocument/2006/relationships/image" Target="../media/image.emf"/></Relationships>
</file>

<file path=ppt/slideLayouts/_rels/slideLayout16.xml.rels><?xml version='1.0' encoding='UTF-8' standalone='yes'?>
<Relationships xmlns="http://schemas.openxmlformats.org/package/2006/relationships"><Relationship Id="Rbc401ba21de74433" Type="http://schemas.openxmlformats.org/officeDocument/2006/relationships/image" Target="../media/image.emf"/><Relationship Id="Rd55fa799b48c4f9b"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865aba3a462d4d92" Type="http://schemas.openxmlformats.org/officeDocument/2006/relationships/slideMaster" Target="../slideMasters/slideMaster1.xml"/><Relationship Id="Rc95ed02c815c4efd"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f6f54090098e440b" Type="http://schemas.openxmlformats.org/officeDocument/2006/relationships/slideMaster" Target="../slideMasters/slideMaster1.xml"/><Relationship Id="Rfd3988de65ea45a0"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d012af72c3fc4334" Type="http://schemas.openxmlformats.org/officeDocument/2006/relationships/image" Target="../media/image9.jpeg"/><Relationship Id="Rf5d2d4c831ff4fe9"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2d1a1855f6ca4e4c" Type="http://schemas.openxmlformats.org/officeDocument/2006/relationships/slideMaster" Target="../slideMasters/slideMaster1.xml"/><Relationship Id="Rec446490b89c4ed6" Type="http://schemas.openxmlformats.org/officeDocument/2006/relationships/image" Target="../media/image10.jpeg"/></Relationships>
</file>

<file path=ppt/slideLayouts/_rels/slideLayout21.xml.rels><?xml version='1.0' encoding='UTF-8' standalone='yes'?>
<Relationships xmlns="http://schemas.openxmlformats.org/package/2006/relationships"><Relationship Id="R2abad96292914d29" Type="http://schemas.openxmlformats.org/officeDocument/2006/relationships/slideMaster" Target="../slideMasters/slideMaster1.xml"/><Relationship Id="R6b38af77bba94042" Type="http://schemas.openxmlformats.org/officeDocument/2006/relationships/image" Target="../media/image11.jpeg"/></Relationships>
</file>

<file path=ppt/slideLayouts/_rels/slideLayout22.xml.rels><?xml version='1.0' encoding='UTF-8' standalone='yes'?>
<Relationships xmlns="http://schemas.openxmlformats.org/package/2006/relationships"><Relationship Id="R340183ff582e4a29" Type="http://schemas.openxmlformats.org/officeDocument/2006/relationships/image" Target="../media/image12.jpeg"/><Relationship Id="R59e68d857c7b4638"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1bea8bd29d0f48ed" Type="http://schemas.openxmlformats.org/officeDocument/2006/relationships/slideMaster" Target="../slideMasters/slideMaster1.xml"/><Relationship Id="Rccf50723470a403d" Type="http://schemas.openxmlformats.org/officeDocument/2006/relationships/image" Target="../media/image13.jpeg"/></Relationships>
</file>

<file path=ppt/slideLayouts/_rels/slideLayout24.xml.rels><?xml version='1.0' encoding='UTF-8' standalone='yes'?>
<Relationships xmlns="http://schemas.openxmlformats.org/package/2006/relationships"><Relationship Id="R7ce804e0b6a14a86" Type="http://schemas.openxmlformats.org/officeDocument/2006/relationships/image" Target="../media/image14.jpeg"/><Relationship Id="R9a6ec2af49674897"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721cac17adae475d" Type="http://schemas.openxmlformats.org/officeDocument/2006/relationships/image" Target="../media/image15.jpeg"/><Relationship Id="Rda6de17ba7204113"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27d1b3a1abf74e9e" Type="http://schemas.openxmlformats.org/officeDocument/2006/relationships/image" Target="../media/image16.jpeg"/><Relationship Id="R626bb2fe44ee454b"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03bb6c4f16df4c6d" Type="http://schemas.openxmlformats.org/officeDocument/2006/relationships/image" Target="../media/image.emf"/><Relationship Id="R340cbd88593444b6" Type="http://schemas.openxmlformats.org/officeDocument/2006/relationships/image" Target="../media/image7.png"/><Relationship Id="R81fa311be08a4027"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2244058417de4305" Type="http://schemas.openxmlformats.org/officeDocument/2006/relationships/slideMaster" Target="../slideMasters/slideMaster1.xml"/><Relationship Id="R3b49cda2c8b54a1c" Type="http://schemas.openxmlformats.org/officeDocument/2006/relationships/image" Target="../media/image.emf"/><Relationship Id="Rbafe8f34c78345d3"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14a0cb204e104044" Type="http://schemas.openxmlformats.org/officeDocument/2006/relationships/image" Target="../media/image3.svg"/><Relationship Id="R96f2488c96274f8b" Type="http://schemas.openxmlformats.org/officeDocument/2006/relationships/image" Target="../media/image3.jpeg"/><Relationship Id="Rf9ff8cc902c44b1b"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385ba8b74af2453f" Type="http://schemas.openxmlformats.org/officeDocument/2006/relationships/image" Target="../media/image3.jpeg"/><Relationship Id="R7cd305b08eae401d" Type="http://schemas.openxmlformats.org/officeDocument/2006/relationships/slideMaster" Target="../slideMasters/slideMaster1.xml"/><Relationship Id="Rccd839229c8e4b35"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070dadeb2ae54cdb" Type="http://schemas.openxmlformats.org/officeDocument/2006/relationships/image" Target="../media/image3.jpeg"/><Relationship Id="R2c0bd7a4b4f74c5d" Type="http://schemas.openxmlformats.org/officeDocument/2006/relationships/slideMaster" Target="../slideMasters/slideMaster1.xml"/><Relationship Id="R66b0896c3d784630" Type="http://schemas.openxmlformats.org/officeDocument/2006/relationships/image" Target="../media/image3.svg"/></Relationships>
</file>

<file path=ppt/slideLayouts/_rels/slideLayout32.xml.rels><?xml version='1.0' encoding='UTF-8' standalone='yes'?>
<Relationships xmlns="http://schemas.openxmlformats.org/package/2006/relationships"><Relationship Id="R6e4d4eb8bb2b452e" Type="http://schemas.openxmlformats.org/officeDocument/2006/relationships/slideMaster" Target="../slideMasters/slideMaster1.xml"/><Relationship Id="R79fbb91560514f18" Type="http://schemas.openxmlformats.org/officeDocument/2006/relationships/image" Target="../media/image3.jpeg"/><Relationship Id="Rf1717ebd3a814955" Type="http://schemas.openxmlformats.org/officeDocument/2006/relationships/image" Target="../media/image3.svg"/></Relationships>
</file>

<file path=ppt/slideLayouts/_rels/slideLayout33.xml.rels><?xml version='1.0' encoding='UTF-8' standalone='yes'?>
<Relationships xmlns="http://schemas.openxmlformats.org/package/2006/relationships"><Relationship Id="R5222e208cbda4fc0" Type="http://schemas.openxmlformats.org/officeDocument/2006/relationships/image" Target="../media/image4.jpeg"/><Relationship Id="Rc7f5d76dd58a45f6" Type="http://schemas.openxmlformats.org/officeDocument/2006/relationships/slideMaster" Target="../slideMasters/slideMaster1.xml"/><Relationship Id="Rd268003a19824920" Type="http://schemas.openxmlformats.org/officeDocument/2006/relationships/image" Target="../media/image.emf"/><Relationship Id="Rfca622e5f8e24c11" Type="http://schemas.openxmlformats.org/officeDocument/2006/relationships/image" Target="../media/image4.svg"/></Relationships>
</file>

<file path=ppt/slideLayouts/_rels/slideLayout34.xml.rels><?xml version='1.0' encoding='UTF-8' standalone='yes'?>
<Relationships xmlns="http://schemas.openxmlformats.org/package/2006/relationships"><Relationship Id="R5e8d6c77e99b430b" Type="http://schemas.openxmlformats.org/officeDocument/2006/relationships/image" Target="../media/image5.jpeg"/><Relationship Id="Rb56d3e65ff3b4b21" Type="http://schemas.openxmlformats.org/officeDocument/2006/relationships/image" Target="../media/image5.svg"/><Relationship Id="Rf5a9a9cbf7eb481e"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294b9bebe5ab4ba2" Type="http://schemas.openxmlformats.org/officeDocument/2006/relationships/slideMaster" Target="../slideMasters/slideMaster1.xml"/><Relationship Id="R566d68bfd89d418b" Type="http://schemas.openxmlformats.org/officeDocument/2006/relationships/image" Target="../media/image6.svg"/><Relationship Id="Red4b7da31dac4766" Type="http://schemas.openxmlformats.org/officeDocument/2006/relationships/image" Target="../media/image.emf"/><Relationship Id="Rf1990ca098034c63" Type="http://schemas.openxmlformats.org/officeDocument/2006/relationships/image" Target="../media/image6.jpeg"/></Relationships>
</file>

<file path=ppt/slideLayouts/_rels/slideLayout36.xml.rels><?xml version='1.0' encoding='UTF-8' standalone='yes'?>
<Relationships xmlns="http://schemas.openxmlformats.org/package/2006/relationships"><Relationship Id="R35534f9fe45945b0" Type="http://schemas.openxmlformats.org/officeDocument/2006/relationships/slideMaster" Target="../slideMasters/slideMaster1.xml"/><Relationship Id="R8bb9107ba0034676" Type="http://schemas.openxmlformats.org/officeDocument/2006/relationships/image" Target="../media/image7.svg"/><Relationship Id="Ra5912c6a801c4a2a" Type="http://schemas.openxmlformats.org/officeDocument/2006/relationships/image" Target="../media/image.emf"/><Relationship Id="Rf26189b371604bdf" Type="http://schemas.openxmlformats.org/officeDocument/2006/relationships/image" Target="../media/image7.jpeg"/></Relationships>
</file>

<file path=ppt/slideLayouts/_rels/slideLayout37.xml.rels><?xml version='1.0' encoding='UTF-8' standalone='yes'?>
<Relationships xmlns="http://schemas.openxmlformats.org/package/2006/relationships"><Relationship Id="Rd2bd1793d6eb4d47"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130e2f05817942a9"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476f9b620ba94432"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3ca3e6ca84cd4151" Type="http://schemas.openxmlformats.org/officeDocument/2006/relationships/image" Target="../media/image3.svg"/><Relationship Id="Ra231fb537c844350" Type="http://schemas.openxmlformats.org/officeDocument/2006/relationships/slideMaster" Target="../slideMasters/slideMaster1.xml"/><Relationship Id="Rabe236c8bf5246d8" Type="http://schemas.openxmlformats.org/officeDocument/2006/relationships/image" Target="../media/image3.jpeg"/></Relationships>
</file>

<file path=ppt/slideLayouts/_rels/slideLayout41.xml.rels><?xml version='1.0' encoding='UTF-8' standalone='yes'?>
<Relationships xmlns="http://schemas.openxmlformats.org/package/2006/relationships"><Relationship Id="R0a60dd33ca7045d0" Type="http://schemas.openxmlformats.org/officeDocument/2006/relationships/image" Target="../media/image3.jpeg"/><Relationship Id="Ra2cf631e8d494652" Type="http://schemas.openxmlformats.org/officeDocument/2006/relationships/slideMaster" Target="../slideMasters/slideMaster1.xml"/><Relationship Id="Rcf73e0bcede7487b" Type="http://schemas.openxmlformats.org/officeDocument/2006/relationships/image" Target="../media/image3.svg"/></Relationships>
</file>

<file path=ppt/slideLayouts/_rels/slideLayout42.xml.rels><?xml version='1.0' encoding='UTF-8' standalone='yes'?>
<Relationships xmlns="http://schemas.openxmlformats.org/package/2006/relationships"><Relationship Id="R7aa3237536ef4372" Type="http://schemas.openxmlformats.org/officeDocument/2006/relationships/image" Target="../media/image3.jpeg"/><Relationship Id="R9e2d598d42f941a1" Type="http://schemas.openxmlformats.org/officeDocument/2006/relationships/image" Target="../media/image3.svg"/><Relationship Id="Rbe05fdbfbf354b8e"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0e701ec9766549fa" Type="http://schemas.openxmlformats.org/officeDocument/2006/relationships/image" Target="../media/image3.svg"/><Relationship Id="R9960059604694dad" Type="http://schemas.openxmlformats.org/officeDocument/2006/relationships/image" Target="../media/image3.jpeg"/><Relationship Id="Rfe2876c568b94b57"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4c8f171ecc9e4e54" Type="http://schemas.openxmlformats.org/officeDocument/2006/relationships/slideMaster" Target="../slideMasters/slideMaster1.xml"/><Relationship Id="Rdd5b091dcc47462b" Type="http://schemas.openxmlformats.org/officeDocument/2006/relationships/image" Target="../media/image3.jpeg"/><Relationship Id="Rf7e101c1fd7f4c37" Type="http://schemas.openxmlformats.org/officeDocument/2006/relationships/image" Target="../media/image3.svg"/></Relationships>
</file>

<file path=ppt/slideLayouts/_rels/slideLayout45.xml.rels><?xml version='1.0' encoding='UTF-8' standalone='yes'?>
<Relationships xmlns="http://schemas.openxmlformats.org/package/2006/relationships"><Relationship Id="R2cb9f2d5f9ae4e86" Type="http://schemas.openxmlformats.org/officeDocument/2006/relationships/image" Target="../media/image3.svg"/><Relationship Id="R59206ec4d17e4a62" Type="http://schemas.openxmlformats.org/officeDocument/2006/relationships/slideMaster" Target="../slideMasters/slideMaster1.xml"/><Relationship Id="R67a01d6f7c084f5b" Type="http://schemas.openxmlformats.org/officeDocument/2006/relationships/image" Target="../media/image3.jpeg"/></Relationships>
</file>

<file path=ppt/slideLayouts/_rels/slideLayout46.xml.rels><?xml version='1.0' encoding='UTF-8' standalone='yes'?>
<Relationships xmlns="http://schemas.openxmlformats.org/package/2006/relationships"><Relationship Id="R3c2b2cf27aac4278" Type="http://schemas.openxmlformats.org/officeDocument/2006/relationships/slideMaster" Target="../slideMasters/slideMaster1.xml"/><Relationship Id="Rbfb8e629ee974d68" Type="http://schemas.openxmlformats.org/officeDocument/2006/relationships/image" Target="../media/image3.svg"/><Relationship Id="Rd41b46bae7d04df2" Type="http://schemas.openxmlformats.org/officeDocument/2006/relationships/image" Target="../media/image3.jpeg"/></Relationships>
</file>

<file path=ppt/slideLayouts/_rels/slideLayout47.xml.rels><?xml version='1.0' encoding='UTF-8' standalone='yes'?>
<Relationships xmlns="http://schemas.openxmlformats.org/package/2006/relationships"><Relationship Id="R4dc4e5c3eab649f1" Type="http://schemas.openxmlformats.org/officeDocument/2006/relationships/image" Target="../media/image3.jpeg"/><Relationship Id="R920a3fc0e4784ed0" Type="http://schemas.openxmlformats.org/officeDocument/2006/relationships/slideMaster" Target="../slideMasters/slideMaster1.xml"/><Relationship Id="Rdbc2fb5c71a24039" Type="http://schemas.openxmlformats.org/officeDocument/2006/relationships/image" Target="../media/image3.svg"/></Relationships>
</file>

<file path=ppt/slideLayouts/_rels/slideLayout48.xml.rels><?xml version='1.0' encoding='UTF-8' standalone='yes'?>
<Relationships xmlns="http://schemas.openxmlformats.org/package/2006/relationships"><Relationship Id="R2a440a3182874d3b" Type="http://schemas.openxmlformats.org/officeDocument/2006/relationships/image" Target="../media/image3.svg"/><Relationship Id="R52819c9453254498" Type="http://schemas.openxmlformats.org/officeDocument/2006/relationships/image" Target="../media/image3.jpeg"/><Relationship Id="Rd4a71cf99e444a5c" Type="http://schemas.openxmlformats.org/officeDocument/2006/relationships/image" Target="../media/image.emf"/><Relationship Id="Ref5635b3e7044a32"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a2740498ef0c499a" Type="http://schemas.openxmlformats.org/officeDocument/2006/relationships/image" Target="../media/image8.jpeg"/><Relationship Id="Rc1922d272e374962" Type="http://schemas.openxmlformats.org/officeDocument/2006/relationships/slideMaster" Target="../slideMasters/slideMaster1.xml"/><Relationship Id="Rf7c520b0d6ad496b" Type="http://schemas.openxmlformats.org/officeDocument/2006/relationships/image" Target="../media/image8.svg"/></Relationships>
</file>

<file path=ppt/slideLayouts/_rels/slideLayout50.xml.rels><?xml version='1.0' encoding='UTF-8' standalone='yes'?>
<Relationships xmlns="http://schemas.openxmlformats.org/package/2006/relationships"><Relationship Id="R1e64004ec3764ba7" Type="http://schemas.openxmlformats.org/officeDocument/2006/relationships/image" Target="../media/image9.jpeg"/><Relationship Id="R4c036802d33e4fdc" Type="http://schemas.openxmlformats.org/officeDocument/2006/relationships/image" Target="../media/image9.svg"/><Relationship Id="R69997264e56244d9"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2a89ac930e6d42c5" Type="http://schemas.openxmlformats.org/officeDocument/2006/relationships/slideMaster" Target="../slideMasters/slideMaster1.xml"/><Relationship Id="R41f33ea3705e474e" Type="http://schemas.openxmlformats.org/officeDocument/2006/relationships/image" Target="../media/image9.svg"/><Relationship Id="Rb8e8c286105743ff" Type="http://schemas.openxmlformats.org/officeDocument/2006/relationships/image" Target="../media/image9.jpeg"/></Relationships>
</file>

<file path=ppt/slideLayouts/_rels/slideLayout52.xml.rels><?xml version='1.0' encoding='UTF-8' standalone='yes'?>
<Relationships xmlns="http://schemas.openxmlformats.org/package/2006/relationships"><Relationship Id="R0254140e370e47ce" Type="http://schemas.openxmlformats.org/officeDocument/2006/relationships/slideMaster" Target="../slideMasters/slideMaster1.xml"/><Relationship Id="R24a3c07c41b94de8" Type="http://schemas.openxmlformats.org/officeDocument/2006/relationships/image" Target="../media/image9.jpeg"/><Relationship Id="R502c19be367c4f10" Type="http://schemas.openxmlformats.org/officeDocument/2006/relationships/image" Target="../media/image9.svg"/></Relationships>
</file>

<file path=ppt/slideLayouts/_rels/slideLayout53.xml.rels><?xml version='1.0' encoding='UTF-8' standalone='yes'?>
<Relationships xmlns="http://schemas.openxmlformats.org/package/2006/relationships"><Relationship Id="R3ed963c29c5a4c47"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6c1cbec78fa24900"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16c2982202e449c7"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9a5c208b6adc48e0"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9e1c91e1a905467d"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7ba716422e87441b"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3e537a0ef6ae4a23"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643c4a51aff0458f"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4a3732ec4c5042a2"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69b0de14ad49499f"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bac0ace314e54bc5"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c95ac316e39d416e"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ffc31298737240e8"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77fe311ff244440c"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70a8194685ba47e0"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4c4970693e0b4aee"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32e1f42dafd4441b"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cb46fade884f4a8b"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3ac2c4992c4244eb"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8df76dee9e6c4b2c"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81f595da1af74e62"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e34b17934b3b42c5"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31adcc7836374e5b"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1686a446cd2a4cde"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3b52b9e69ace4aed"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e9af106ebd6b4af0"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0c28e75947404a69" Type="http://schemas.openxmlformats.org/officeDocument/2006/relationships/image" Target="../media/image.emf"/><Relationship Id="Rf4d9469ff7334b0e"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8424b2b98a5c449b" Type="http://schemas.openxmlformats.org/officeDocument/2006/relationships/slideMaster" Target="../slideMasters/slideMaster1.xml"/><Relationship Id="Rba03e6bf0e744049" Type="http://schemas.openxmlformats.org/officeDocument/2006/relationships/image" Target="../media/image.emf"/></Relationships>
</file>

<file path=ppt/slideLayouts/_rels/slideLayout81.xml.rels><?xml version='1.0' encoding='UTF-8' standalone='yes'?>
<Relationships xmlns="http://schemas.openxmlformats.org/package/2006/relationships"><Relationship Id="Re858a7e658f048bc"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02921d0afdd847c0"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907d51bec63f4d72"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d95163d1d9b24f57"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38cf3c5044094c0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2980e17446274776"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adeb5db9aa024518"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4e7e11b98bd542d3"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5cb88507f63b46e0"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f39d1550047c46e3"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6d636e844ae3442a"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e91a476b3cc34b58"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4f8fc993f5414280"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5b4547fc90c8468f"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137f290525134e5d"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9b1d5a434d644d55" Type="http://schemas.openxmlformats.org/officeDocument/2006/relationships/image" Target="../media/image9.png"/><Relationship Id="Rc9c7b0ac81674ff8"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1bdc331fc2c540f7" Type="http://schemas.openxmlformats.org/officeDocument/2006/relationships/slideMaster" Target="../slideMasters/slideMaster1.xml"/><Relationship Id="Rd88530c1aa774bc1" Type="http://schemas.openxmlformats.org/officeDocument/2006/relationships/image" Target="../media/image9.png"/></Relationships>
</file>

<file path=ppt/slideLayouts/_rels/slideLayout98.xml.rels><?xml version='1.0' encoding='UTF-8' standalone='yes'?>
<Relationships xmlns="http://schemas.openxmlformats.org/package/2006/relationships"><Relationship Id="R0aa5376611fd45fb" Type="http://schemas.openxmlformats.org/officeDocument/2006/relationships/image" Target="../media/image8.svg"/><Relationship Id="R7e3e3ac2a7034588" Type="http://schemas.openxmlformats.org/officeDocument/2006/relationships/slideMaster" Target="../slideMasters/slideMaster1.xml"/><Relationship Id="R9dcd5fb3af0144e4" Type="http://schemas.openxmlformats.org/officeDocument/2006/relationships/image" Target="../media/image8.jpeg"/><Relationship Id="Ra5e773b1a9904929" Type="http://schemas.openxmlformats.org/officeDocument/2006/relationships/image" Target="../media/image.emf"/></Relationships>
</file>

<file path=ppt/slideLayouts/_rels/slideLayout99.xml.rels><?xml version='1.0' encoding='UTF-8' standalone='yes'?>
<Relationships xmlns="http://schemas.openxmlformats.org/package/2006/relationships"><Relationship Id="R1fed5839bcb04b33" Type="http://schemas.openxmlformats.org/officeDocument/2006/relationships/image" Target="../media/image8.jpeg"/><Relationship Id="R92fd48ac8fe943f4" Type="http://schemas.openxmlformats.org/officeDocument/2006/relationships/image" Target="../media/image.emf"/><Relationship Id="Rb8ea8d17dfe043be" Type="http://schemas.openxmlformats.org/officeDocument/2006/relationships/slideMaster" Target="../slideMasters/slideMaster1.xml"/><Relationship Id="Re4e05d5bfc924ff4" Type="http://schemas.openxmlformats.org/officeDocument/2006/relationships/image" Target="../media/image8.svg"/></Relationships>
</file>

<file path=ppt/slideLayouts/_rels/slideLayout100.xml.rels><?xml version='1.0' encoding='UTF-8' standalone='yes'?>
<Relationships xmlns="http://schemas.openxmlformats.org/package/2006/relationships"><Relationship Id="Re7ba19e30bc84029"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f5c72c8ea05b4a97"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c72240b084d64a0a"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1505152d6f1b45a9"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986ed9389e624ffe"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782f670b7b56465f"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5cefa041f47b4c99" Type="http://schemas.openxmlformats.org/officeDocument/2006/relationships/image" Target="../media/image17.jpeg"/><Relationship Id="Rd940a099d0b549f8"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542393052f0e410c" Type="http://schemas.openxmlformats.org/officeDocument/2006/relationships/image" Target="../media/image18.jpeg"/><Relationship Id="R7c649509db2d425f"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48ff77fe41de4422" Type="http://schemas.openxmlformats.org/officeDocument/2006/relationships/slideMaster" Target="../slideMasters/slideMaster1.xml"/><Relationship Id="R6234a2f986904e0d" Type="http://schemas.openxmlformats.org/officeDocument/2006/relationships/image" Target="../media/image19.jpeg"/></Relationships>
</file>

<file path=ppt/slideLayouts/_rels/slideLayout109.xml.rels><?xml version='1.0' encoding='UTF-8' standalone='yes'?>
<Relationships xmlns="http://schemas.openxmlformats.org/package/2006/relationships"><Relationship Id="R118f9ed565c146c8" Type="http://schemas.openxmlformats.org/officeDocument/2006/relationships/slideMaster" Target="../slideMasters/slideMaster1.xml"/><Relationship Id="R43f9930bd9594c07" Type="http://schemas.openxmlformats.org/officeDocument/2006/relationships/image" Target="../media/image20.jpeg"/></Relationships>
</file>

<file path=ppt/slideLayouts/_rels/slideLayout110.xml.rels><?xml version='1.0' encoding='UTF-8' standalone='yes'?>
<Relationships xmlns="http://schemas.openxmlformats.org/package/2006/relationships"><Relationship Id="R31d0649dd79d4873" Type="http://schemas.openxmlformats.org/officeDocument/2006/relationships/image" Target="../media/image10.jpeg"/><Relationship Id="Rf52f1af2abe5498e" Type="http://schemas.openxmlformats.org/officeDocument/2006/relationships/slideMaster" Target="../slideMasters/slideMaster1.xml"/><Relationship Id="Rfce29490fb8741f7" Type="http://schemas.openxmlformats.org/officeDocument/2006/relationships/image" Target="../media/image10.svg"/></Relationships>
</file>

<file path=ppt/slideLayouts/_rels/slideLayout111.xml.rels><?xml version='1.0' encoding='UTF-8' standalone='yes'?>
<Relationships xmlns="http://schemas.openxmlformats.org/package/2006/relationships"><Relationship Id="R1fd95d2840184e5d" Type="http://schemas.openxmlformats.org/officeDocument/2006/relationships/slideMaster" Target="../slideMasters/slideMaster1.xml"/><Relationship Id="R3e8deafef4724ad4" Type="http://schemas.openxmlformats.org/officeDocument/2006/relationships/image" Target="../media/image11.jpeg"/><Relationship Id="Rf98d7406bcd5488c" Type="http://schemas.openxmlformats.org/officeDocument/2006/relationships/image" Target="../media/image11.svg"/></Relationships>
</file>

<file path=ppt/slideLayouts/_rels/slideLayout112.xml.rels><?xml version='1.0' encoding='UTF-8' standalone='yes'?>
<Relationships xmlns="http://schemas.openxmlformats.org/package/2006/relationships"><Relationship Id="R579ed00067ce4427" Type="http://schemas.openxmlformats.org/officeDocument/2006/relationships/slideMaster" Target="../slideMasters/slideMaster1.xml"/></Relationships>
</file>

<file path=ppt/slideLayouts/slideLayout1.xml><?xml version="1.0" encoding="utf-8"?>
<p:sldLayout xmlns:p="http://schemas.openxmlformats.org/presentationml/2006/main" preserve="1" userDrawn="1">
  <p:cSld name="Dark - Title_Pillar">
    <p:bg>
      <p:bgPr>
        <a:solidFill xmlns:a="http://schemas.openxmlformats.org/drawingml/2006/main">
          <a:schemeClr val="bg2"/>
        </a:solidFill>
      </p:bgPr>
    </p:bg>
    <p:spTree>
      <p:nvGrpSpPr>
        <p:cNvPr id="1" name=""/>
        <p:cNvGrpSpPr/>
        <p:nvPr/>
      </p:nvGrpSpPr>
      <p:grpSpPr>
        <a:xfrm xmlns:a="http://schemas.openxmlformats.org/drawingml/2006/main"/>
      </p:grpSpPr>
      <p:pic>
        <p:nvPicPr>
          <p:cNvPr id="29" name="Picture 12"/>
          <p:cNvPicPr>
            <a:picLocks xmlns:a="http://schemas.openxmlformats.org/drawingml/2006/main" noChangeAspect="1"/>
          </p:cNvPicPr>
          <p:nvPr/>
        </p:nvPicPr>
        <p:blipFill>
          <a:blip xmlns:r="http://schemas.openxmlformats.org/officeDocument/2006/relationships" xmlns:a="http://schemas.openxmlformats.org/drawingml/2006/main" r:embed="Ra1706eaf8bea4876"/>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Title (up to two lines) </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6A4B61EA-E671-B046-E16F-7C37520755BE}"/>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1FCEBD7F-FD1F-90FE-07B1-7E1D2FCAED2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74E28F03-7252-6A6A-9D9A-7C142FCA415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37" name="Oracle Logo"/>
          <p:cNvPicPr>
            <a:picLocks xmlns:a="http://schemas.openxmlformats.org/drawingml/2006/main" noChangeAspect="1"/>
          </p:cNvPicPr>
          <p:nvPr/>
        </p:nvPicPr>
        <p:blipFill>
          <a:blip xmlns:r="http://schemas.openxmlformats.org/officeDocument/2006/relationships" xmlns:a="http://schemas.openxmlformats.org/drawingml/2006/main" r:embed="R3fdb5c158cd34425">
            <a:extLst>
              <a:ext uri="{96DAC541-7B7A-43D3-8B79-37D633B846F1}">
                <asvg:svgBlip xmlns:asvg="http://schemas.microsoft.com/office/drawing/2016/SVG/main" r:embed="Rda1583fb06a04618"/>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pic>
        <p:nvPicPr>
          <p:cNvPr id="38" name="OTag"/>
          <p:cNvPicPr>
            <a:picLocks xmlns:a="http://schemas.openxmlformats.org/drawingml/2006/main" noChangeAspect="1"/>
          </p:cNvPicPr>
          <p:nvPr/>
        </p:nvPicPr>
        <p:blipFill>
          <a:blip xmlns:r="http://schemas.openxmlformats.org/officeDocument/2006/relationships" xmlns:a="http://schemas.openxmlformats.org/drawingml/2006/main" r:embed="R3fdb5c158cd34425"/>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6863E062-D1CC-8F7F-B35F-ADAF6BDE7196}"/>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xml><?xml version="1.0" encoding="utf-8"?>
<p:sldLayout xmlns:p="http://schemas.openxmlformats.org/presentationml/2006/main" preserve="1" userDrawn="1">
  <p:cSld name="Light - Title_Pillar">
    <p:bg>
      <p:bgRef idx="1001">
        <a:schemeClr xmlns:a="http://schemas.openxmlformats.org/drawingml/2006/main" val="bg2"/>
      </p:bgRef>
    </p:bg>
    <p:spTree>
      <p:nvGrpSpPr>
        <p:cNvPr id="1" name=""/>
        <p:cNvGrpSpPr/>
        <p:nvPr/>
      </p:nvGrpSpPr>
      <p:grpSpPr>
        <a:xfrm xmlns:a="http://schemas.openxmlformats.org/drawingml/2006/main"/>
      </p:grpSpPr>
      <p:pic>
        <p:nvPicPr>
          <p:cNvPr id="13" name="Picture 11"/>
          <p:cNvPicPr>
            <a:picLocks xmlns:a="http://schemas.openxmlformats.org/drawingml/2006/main" noChangeAspect="1"/>
          </p:cNvPicPr>
          <p:nvPr/>
        </p:nvPicPr>
        <p:blipFill>
          <a:blip xmlns:r="http://schemas.openxmlformats.org/officeDocument/2006/relationships" xmlns:a="http://schemas.openxmlformats.org/drawingml/2006/main" r:embed="Reb33aa0aa3c547e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993B935A-285A-BFFA-E1F4-E79FEB4F979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EFFF89DD-9D0E-59AA-468D-56F8DF0173D0}"/>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72DF4953-83D4-E63F-FAE9-12C7C69CAF76}"/>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53939284-5D96-A771-F7CE-39D3A9ADA08C}"/>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37A2158C-16EA-51FD-AADB-5CCD72645F2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3" name="Date Placeholder 2">
            <a:extLst xmlns:a="http://schemas.openxmlformats.org/drawingml/2006/main">
              <a:ext uri="{FF2B5EF4-FFF2-40B4-BE49-F238E27FC236}">
                <a16:creationId xmlns:a16="http://schemas.microsoft.com/office/drawing/2014/main" id="{DE9F17F9-481A-5855-B8F0-D871C1F817BF}"/>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47EAEE68-C65E-C8C2-44CB-1ECCD753ADA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pic>
        <p:nvPicPr>
          <p:cNvPr id="21" name="Oracle Logo"/>
          <p:cNvPicPr>
            <a:picLocks xmlns:a="http://schemas.openxmlformats.org/drawingml/2006/main" noChangeAspect="1"/>
          </p:cNvPicPr>
          <p:nvPr/>
        </p:nvPicPr>
        <p:blipFill>
          <a:blip xmlns:r="http://schemas.openxmlformats.org/officeDocument/2006/relationships" xmlns:a="http://schemas.openxmlformats.org/drawingml/2006/main" r:embed="Rb0e3aa2a6dbb4d1b">
            <a:extLst>
              <a:ext uri="{96DAC541-7B7A-43D3-8B79-37D633B846F1}">
                <asvg:svgBlip xmlns:asvg="http://schemas.microsoft.com/office/drawing/2016/SVG/main" r:embed="Rbc138050d2644498"/>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pic>
        <p:nvPicPr>
          <p:cNvPr id="22" name="OTag"/>
          <p:cNvPicPr>
            <a:picLocks xmlns:a="http://schemas.openxmlformats.org/drawingml/2006/main" noChangeAspect="1"/>
          </p:cNvPicPr>
          <p:nvPr/>
        </p:nvPicPr>
        <p:blipFill>
          <a:blip xmlns:r="http://schemas.openxmlformats.org/officeDocument/2006/relationships" xmlns:a="http://schemas.openxmlformats.org/drawingml/2006/main" r:embed="Rb91a46bae4234023"/>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F6C8D001-5C68-50FD-8A15-9F62CD4FCCF2}"/>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xml><?xml version="1.0" encoding="utf-8"?>
<p:sldLayout xmlns:p="http://schemas.openxmlformats.org/presentationml/2006/main" preserve="1" userDrawn="1">
  <p:cSld name="Dark - Title_2">
    <p:bg>
      <p:bgRef idx="1001">
        <a:schemeClr xmlns:a="http://schemas.openxmlformats.org/drawingml/2006/main" val="bg1"/>
      </p:bgRef>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92A7232-5506-CF74-ABAC-596E66DF6213}"/>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BE95545E-FF7C-FA0C-6AC2-06B9FD536E40}"/>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2BE9B241-6CCA-C350-8E9C-CBFF15AC920B}"/>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D30678C3-79B5-61B9-5BD6-D4D2E38C4E2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16" name="Picture 13"/>
          <p:cNvPicPr>
            <a:picLocks xmlns:a="http://schemas.openxmlformats.org/drawingml/2006/main" noChangeAspect="1"/>
          </p:cNvPicPr>
          <p:nvPr/>
        </p:nvPicPr>
        <p:blipFill>
          <a:blip xmlns:r="http://schemas.openxmlformats.org/officeDocument/2006/relationships" xmlns:a="http://schemas.openxmlformats.org/drawingml/2006/main" r:embed="R6e4caeaf147b411c"/>
          <a:srcRect xmlns:a="http://schemas.openxmlformats.org/drawingml/2006/main" l="34250" t="0" r="0" b="38000"/>
          <a:stretch xmlns:a="http://schemas.openxmlformats.org/drawingml/2006/main"/>
        </p:blipFill>
        <p:spPr>
          <a:xfrm xmlns:a="http://schemas.openxmlformats.org/drawingml/2006/main">
            <a:off x="4175780" y="0"/>
            <a:ext cx="8016219" cy="4251947"/>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AE2FA60F-BC05-9DFE-3A03-811A5C61BAE6}"/>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3204F087-6972-AA39-00DB-C10EDEB80749}"/>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6891A512-3F6B-08FA-3574-4BF50D31E5E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8d514b89cecd43cd">
            <a:extLst>
              <a:ext uri="{96DAC541-7B7A-43D3-8B79-37D633B846F1}">
                <asvg:svgBlip xmlns:asvg="http://schemas.microsoft.com/office/drawing/2016/SVG/main" r:embed="Rdf1891fef2b84c76"/>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5F9B697F-5404-108B-4B52-A27DAB8F742D}"/>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4.xml><?xml version="1.0" encoding="utf-8"?>
<p:sldLayout xmlns:p="http://schemas.openxmlformats.org/presentationml/2006/main" preserve="1" userDrawn="1">
  <p:cSld name="Light - Title_2">
    <p:bg>
      <p:bgRef idx="1001">
        <a:schemeClr xmlns:a="http://schemas.openxmlformats.org/drawingml/2006/main" val="bg2"/>
      </p:bgRef>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6204AF-CFD8-7CED-4E39-54AF670244A8}"/>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FC046655-F632-39CF-A827-AEF7BEDCA8A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396B045C-5351-70B5-4F7C-3804C75BD4B2}"/>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997BC39A-E5C4-5AD8-8642-A190BFB4DF55}"/>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16" name="Picture 11"/>
          <p:cNvPicPr>
            <a:picLocks xmlns:a="http://schemas.openxmlformats.org/drawingml/2006/main" noChangeAspect="1"/>
          </p:cNvPicPr>
          <p:nvPr/>
        </p:nvPicPr>
        <p:blipFill>
          <a:blip xmlns:r="http://schemas.openxmlformats.org/officeDocument/2006/relationships" xmlns:a="http://schemas.openxmlformats.org/drawingml/2006/main" r:embed="Rac239f2ac2f8452a"/>
          <a:srcRect xmlns:a="http://schemas.openxmlformats.org/drawingml/2006/main" l="32750" t="0" r="0" b="38000"/>
          <a:stretch xmlns:a="http://schemas.openxmlformats.org/drawingml/2006/main"/>
        </p:blipFill>
        <p:spPr>
          <a:xfrm xmlns:a="http://schemas.openxmlformats.org/drawingml/2006/main">
            <a:off x="3992902" y="0"/>
            <a:ext cx="8199097" cy="4251948"/>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fd51150418b24b74">
            <a:extLst>
              <a:ext uri="{96DAC541-7B7A-43D3-8B79-37D633B846F1}">
                <asvg:svgBlip xmlns:asvg="http://schemas.microsoft.com/office/drawing/2016/SVG/main" r:embed="R80ab7333c73e4f07"/>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F3B22FDD-1B93-0A37-25CC-77AE4A31F4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5.xml><?xml version="1.0" encoding="utf-8"?>
<p:sldLayout xmlns:p="http://schemas.openxmlformats.org/presentationml/2006/main" preserve="1" userDrawn="1">
  <p:cSld name="Title-full-image">
    <p:bg>
      <p:bgRef idx="1001">
        <a:schemeClr xmlns:a="http://schemas.openxmlformats.org/drawingml/2006/main" val="bg2"/>
      </p:bgRef>
    </p:bg>
    <p:spTree>
      <p:nvGrpSpPr>
        <p:cNvPr id="1" name=""/>
        <p:cNvGrpSpPr/>
        <p:nvPr/>
      </p:nvGrpSpPr>
      <p:grpSpPr>
        <a:xfrm xmlns:a="http://schemas.openxmlformats.org/drawingml/2006/main"/>
      </p:grpSpPr>
      <p:sp>
        <p:nvSpPr>
          <p:cNvPr id="11" name="Gradient overlay">
            <a:extLst xmlns:a="http://schemas.openxmlformats.org/drawingml/2006/main">
              <a:ext uri="{FF2B5EF4-FFF2-40B4-BE49-F238E27FC236}">
                <a16:creationId xmlns:a16="http://schemas.microsoft.com/office/drawing/2014/main" id="{E873D90A-E4A3-F78A-F391-D1DB29911070}"/>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rgbClr val="2A2F2F">
                  <a:alpha val="70000"/>
                </a:srgbClr>
              </a:gs>
              <a:gs pos="0">
                <a:schemeClr val="bg1"/>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itle">
            <a:extLst xmlns:a="http://schemas.openxmlformats.org/drawingml/2006/main">
              <a:ext uri="{FF2B5EF4-FFF2-40B4-BE49-F238E27FC236}">
                <a16:creationId xmlns:a16="http://schemas.microsoft.com/office/drawing/2014/main" id="{5E1C8E87-14CA-EB0A-B967-57776EF53426}"/>
              </a:ext>
            </a:extLst>
          </p:cNvPr>
          <p:cNvSpPr>
            <a:spLocks xmlns:a="http://schemas.openxmlformats.org/drawingml/2006/main" noGrp="1"/>
          </p:cNvSpPr>
          <p:nvPr>
            <p:ph type="ctrTitle" idx="0" hasCustomPrompt="1"/>
          </p:nvPr>
        </p:nvSpPr>
        <p:spPr>
          <a:xfrm xmlns:a="http://schemas.openxmlformats.org/drawingml/2006/main">
            <a:off x="792538" y="2148840"/>
            <a:ext cx="6583608"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 title</a:t>
            </a:r>
            <a:br/>
            <a:r>
              <a:t>(up to two lines)</a:t>
            </a:r>
          </a:p>
        </p:txBody>
      </p:sp>
      <p:sp>
        <p:nvSpPr>
          <p:cNvPr id="8" name="Subhead">
            <a:extLst xmlns:a="http://schemas.openxmlformats.org/drawingml/2006/main">
              <a:ext uri="{FF2B5EF4-FFF2-40B4-BE49-F238E27FC236}">
                <a16:creationId xmlns:a16="http://schemas.microsoft.com/office/drawing/2014/main" id="{9F13C004-6A96-3D61-9397-40C41F43523D}"/>
              </a:ext>
            </a:extLst>
          </p:cNvPr>
          <p:cNvSpPr>
            <a:spLocks xmlns:a="http://schemas.openxmlformats.org/drawingml/2006/main" noGrp="1"/>
          </p:cNvSpPr>
          <p:nvPr>
            <p:ph type="body" idx="33" hasCustomPrompt="1"/>
          </p:nvPr>
        </p:nvSpPr>
        <p:spPr>
          <a:xfrm xmlns:a="http://schemas.openxmlformats.org/drawingml/2006/main">
            <a:off x="792538" y="3519553"/>
            <a:ext cx="6583608"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9" name="Text Field">
            <a:extLst xmlns:a="http://schemas.openxmlformats.org/drawingml/2006/main">
              <a:ext uri="{FF2B5EF4-FFF2-40B4-BE49-F238E27FC236}">
                <a16:creationId xmlns:a16="http://schemas.microsoft.com/office/drawing/2014/main" id="{29BC5DBB-6459-FA83-A3C0-242C30783B69}"/>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2" name="Text Field 2">
            <a:extLst xmlns:a="http://schemas.openxmlformats.org/drawingml/2006/main">
              <a:ext uri="{FF2B5EF4-FFF2-40B4-BE49-F238E27FC236}">
                <a16:creationId xmlns:a16="http://schemas.microsoft.com/office/drawing/2014/main" id="{E4F8B91E-3CD8-7B6C-C073-0E255807CCEF}"/>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2" name="Oracle Logo"/>
          <p:cNvPicPr>
            <a:picLocks xmlns:a="http://schemas.openxmlformats.org/drawingml/2006/main" noChangeAspect="1"/>
          </p:cNvPicPr>
          <p:nvPr/>
        </p:nvPicPr>
        <p:blipFill>
          <a:blip xmlns:r="http://schemas.openxmlformats.org/officeDocument/2006/relationships" xmlns:a="http://schemas.openxmlformats.org/drawingml/2006/main" r:embed="R8f2c0793ce604640">
            <a:extLst>
              <a:ext uri="{96DAC541-7B7A-43D3-8B79-37D633B846F1}">
                <asvg:svgBlip xmlns:asvg="http://schemas.microsoft.com/office/drawing/2016/SVG/main" r:embed="Rbde412c65d434bae"/>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0502ED2C-D10E-1DB4-3557-E5C9C7E4D23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6.xml><?xml version="1.0" encoding="utf-8"?>
<p:sldLayout xmlns:p="http://schemas.openxmlformats.org/presentationml/2006/main" preserve="1" userDrawn="1">
  <p:cSld name="Title/Cover_3">
    <p:bg>
      <p:bgPr>
        <a:blipFill xmlns:a="http://schemas.openxmlformats.org/drawingml/2006/main" rotWithShape="1">
          <a:blip xmlns:r="http://schemas.openxmlformats.org/officeDocument/2006/relationships" r:embed="R8a75fa1684fa411e">
            <a:lum/>
          </a:blip>
          <a:srcRect l="0" t="0" r="0" b="0"/>
          <a:stretch>
            <a:fillRect l="0" t="0" r="0" b="0"/>
          </a:stretch>
        </a:blip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745EE5B-9C14-4DF6-7ECF-3B850514DAA4}"/>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Health &amp; Life Sciences </a:t>
            </a:r>
            <a:br/>
            <a:r>
              <a:t>Title (up to two lines)</a:t>
            </a:r>
          </a:p>
        </p:txBody>
      </p:sp>
      <p:sp>
        <p:nvSpPr>
          <p:cNvPr id="8" name="Subhead">
            <a:extLst xmlns:a="http://schemas.openxmlformats.org/drawingml/2006/main">
              <a:ext uri="{FF2B5EF4-FFF2-40B4-BE49-F238E27FC236}">
                <a16:creationId xmlns:a16="http://schemas.microsoft.com/office/drawing/2014/main" id="{963CCACE-E1BA-B49E-CFB8-0B77CDCFE79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9" name="Text Field">
            <a:extLst xmlns:a="http://schemas.openxmlformats.org/drawingml/2006/main">
              <a:ext uri="{FF2B5EF4-FFF2-40B4-BE49-F238E27FC236}">
                <a16:creationId xmlns:a16="http://schemas.microsoft.com/office/drawing/2014/main" id="{F8BD25F6-9734-8037-1C67-1A99384E68CA}"/>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2" name="Text Field 2">
            <a:extLst xmlns:a="http://schemas.openxmlformats.org/drawingml/2006/main">
              <a:ext uri="{FF2B5EF4-FFF2-40B4-BE49-F238E27FC236}">
                <a16:creationId xmlns:a16="http://schemas.microsoft.com/office/drawing/2014/main" id="{754A77E7-2B50-3BBF-5653-BC60AF4CA831}"/>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6" name="Footer Placeholder 5">
            <a:extLst xmlns:a="http://schemas.openxmlformats.org/drawingml/2006/main">
              <a:ext uri="{FF2B5EF4-FFF2-40B4-BE49-F238E27FC236}">
                <a16:creationId xmlns:a16="http://schemas.microsoft.com/office/drawing/2014/main" id="{1B6DA0C6-D822-15F6-04DD-B18D3E44619C}"/>
              </a:ext>
            </a:extLst>
          </p:cNvPr>
          <p:cNvSpPr>
            <a:spLocks xmlns:a="http://schemas.openxmlformats.org/drawingml/2006/main" noGrp="1"/>
          </p:cNvSpPr>
          <p:nvPr/>
        </p:nvSpPr>
        <p:spPr>
          <a:xfrm xmlns:a="http://schemas.openxmlformats.org/drawingml/2006/main">
            <a:off x="792538" y="5850115"/>
            <a:ext cx="6845809" cy="885046"/>
          </a:xfrm>
          <a:prstGeom xmlns:a="http://schemas.openxmlformats.org/drawingml/2006/main" prst="rect">
            <a:avLst/>
          </a:prstGeom>
        </p:spPr>
        <p:txBody>
          <a:bodyPr xmlns:a="http://schemas.openxmlformats.org/drawingml/2006/main" lIns="0" tIns="0" rIns="0" bIns="0" anchor="b"/>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r>
              <a:rPr sz="800">
                <a:solidFill>
                  <a:schemeClr val="tx1"/>
                </a:solidFill>
                <a:latin typeface="Oracle Sans Tab"/>
                <a:ea typeface="Oracle Sans Tab"/>
                <a:cs typeface="Oracle Sans Tab"/>
              </a:rPr>
              <a:t>Some regulatory certifications or registrations to products or services referenced on this website are held by Cerner Corporation. Cerner Corporation is a wholly-owned subsidiary of Oracle. Cerner Corporation is an ONC-certified health IT developer and a registered medical device manufacturer in the United States and other jurisdictions worldwide.</a:t>
            </a:r>
          </a:p>
        </p:txBody>
      </p:sp>
      <p:sp>
        <p:nvSpPr>
          <p:cNvPr id="5" name="Slide Number Placeholder 4">
            <a:extLst xmlns:a="http://schemas.openxmlformats.org/drawingml/2006/main">
              <a:ext uri="{FF2B5EF4-FFF2-40B4-BE49-F238E27FC236}">
                <a16:creationId xmlns:a16="http://schemas.microsoft.com/office/drawing/2014/main" id="{7240816A-A8A3-D504-F672-2ACA6ABC217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1C7B878C-7245-36C9-328A-025A91624A3E}"/>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92E9260-E0B5-9C63-CE19-3A9F3785B887}"/>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2" name="Oracle Logo"/>
          <p:cNvPicPr>
            <a:picLocks xmlns:a="http://schemas.openxmlformats.org/drawingml/2006/main" noChangeAspect="1"/>
          </p:cNvPicPr>
          <p:nvPr/>
        </p:nvPicPr>
        <p:blipFill>
          <a:blip xmlns:r="http://schemas.openxmlformats.org/officeDocument/2006/relationships" xmlns:a="http://schemas.openxmlformats.org/drawingml/2006/main" r:embed="R4d5f7c58f4064a45">
            <a:extLst>
              <a:ext uri="{96DAC541-7B7A-43D3-8B79-37D633B846F1}">
                <asvg:svgBlip xmlns:asvg="http://schemas.microsoft.com/office/drawing/2016/SVG/main" r:embed="R5b3cec8a2b5f4c5a"/>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B9FBA5DC-EBA8-3759-0EF4-5D00C9CB65F1}"/>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7.xml><?xml version="1.0" encoding="utf-8"?>
<p:sldLayout xmlns:p="http://schemas.openxmlformats.org/presentationml/2006/main" preserve="1" userDrawn="1">
  <p:cSld name="Title/Cover_4">
    <p:bg>
      <p:bgPr>
        <a:blipFill xmlns:a="http://schemas.openxmlformats.org/drawingml/2006/main" rotWithShape="1">
          <a:blip xmlns:r="http://schemas.openxmlformats.org/officeDocument/2006/relationships" r:embed="R78e248c1f69b4f9b">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lvl="0">
              <a:lnSpc>
                <a:spcPct val="100000"/>
              </a:lnSpc>
              <a:buNone/>
            </a:pPr>
            <a:r>
              <a:t>Fusion Suite title</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31" name="Oracle Logo"/>
          <p:cNvPicPr>
            <a:picLocks xmlns:a="http://schemas.openxmlformats.org/drawingml/2006/main" noChangeAspect="1"/>
          </p:cNvPicPr>
          <p:nvPr/>
        </p:nvPicPr>
        <p:blipFill>
          <a:blip xmlns:r="http://schemas.openxmlformats.org/officeDocument/2006/relationships" xmlns:a="http://schemas.openxmlformats.org/drawingml/2006/main" r:embed="R7c2898ce0b8d4547">
            <a:extLst>
              <a:ext uri="{96DAC541-7B7A-43D3-8B79-37D633B846F1}">
                <asvg:svgBlip xmlns:asvg="http://schemas.microsoft.com/office/drawing/2016/SVG/main" r:embed="R7b37f156ae694836"/>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8.xml><?xml version="1.0" encoding="utf-8"?>
<p:sldLayout xmlns:p="http://schemas.openxmlformats.org/presentationml/2006/main" preserve="1" userDrawn="1">
  <p:cSld name="Title/Cover_5">
    <p:bg>
      <p:bgPr>
        <a:blipFill xmlns:a="http://schemas.openxmlformats.org/drawingml/2006/main" rotWithShape="1">
          <a:blip xmlns:r="http://schemas.openxmlformats.org/officeDocument/2006/relationships" r:embed="Rcd089a0406674fe9">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274040B-F0B7-0500-24CB-E40A3880817B}"/>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SCM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BB696622-2058-4C4E-FECA-34F1F6C4A20D}"/>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08AD1B2D-5265-AF61-4278-C58493F3B2D3}"/>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2BC9F5FB-2E6C-6C9C-FB33-0771B5305E3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68AE499B-EBAD-FB38-949F-59147DB0EA0A}"/>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5AB17156-07C5-6698-A84A-64A1E6FB711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E9AF2F7B-85CD-E771-2A37-0C490AADFAA0}"/>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8a6cc97c2f984a72">
            <a:extLst>
              <a:ext uri="{96DAC541-7B7A-43D3-8B79-37D633B846F1}">
                <asvg:svgBlip xmlns:asvg="http://schemas.microsoft.com/office/drawing/2016/SVG/main" r:embed="R7abd1cba27e64c63"/>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968E1C2E-E87B-195A-71AA-AC8BE8FEC015}"/>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9.xml><?xml version="1.0" encoding="utf-8"?>
<p:sldLayout xmlns:p="http://schemas.openxmlformats.org/presentationml/2006/main" preserve="1" userDrawn="1">
  <p:cSld name="Cover/Title_6">
    <p:bg>
      <p:bgPr>
        <a:blipFill xmlns:a="http://schemas.openxmlformats.org/drawingml/2006/main" rotWithShape="1">
          <a:blip xmlns:r="http://schemas.openxmlformats.org/officeDocument/2006/relationships" r:embed="R0546984ce5744005">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FFF5E92-4648-2480-5EFA-4514C715D5B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ERP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7184176C-647E-4FA4-7662-D8112ED77D3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A2EE897B-F943-19EE-12DF-51761821645F}"/>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CA1E31BC-14D4-B856-F073-5EA6A1E77BAC}"/>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543BB43F-1E4E-AE49-23A6-A224E6C2D0D7}"/>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504A6EC8-17D1-91B9-9CCB-FE079DA5ABF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EEF621B1-0D26-F83E-E0D2-4B478D80142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b7c5fad17f5248b8">
            <a:extLst>
              <a:ext uri="{96DAC541-7B7A-43D3-8B79-37D633B846F1}">
                <asvg:svgBlip xmlns:asvg="http://schemas.microsoft.com/office/drawing/2016/SVG/main" r:embed="Rc3ae8fd5a683423f"/>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4DD9731D-D638-ACED-0DBB-64723445203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0.xml><?xml version="1.0" encoding="utf-8"?>
<p:sldLayout xmlns:p="http://schemas.openxmlformats.org/presentationml/2006/main" preserve="1" userDrawn="1">
  <p:cSld name="Title/Cover_7">
    <p:bg>
      <p:bgPr>
        <a:blipFill xmlns:a="http://schemas.openxmlformats.org/drawingml/2006/main" rotWithShape="1">
          <a:blip xmlns:r="http://schemas.openxmlformats.org/officeDocument/2006/relationships" r:embed="R7a66f6d351104d4c">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C249B44-5D03-EA20-14C6-F9C2A9AB50F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CFF1AD0F-A521-9C8E-1B0B-C0AAECD3307F}"/>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6525F097-D9EE-EA10-1A44-3D1D0CC4FBE0}"/>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AE7AB41E-99B0-7F6C-6D90-1255399A4F6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74811496-0F3F-2EFC-BF0D-44B4652D8EB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32DEED53-1C90-2AFF-D971-0E0179F6688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6C777348-8686-2E82-3270-E018943D1EF1}"/>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2ad113e220fa4e8a">
            <a:extLst>
              <a:ext uri="{96DAC541-7B7A-43D3-8B79-37D633B846F1}">
                <asvg:svgBlip xmlns:asvg="http://schemas.microsoft.com/office/drawing/2016/SVG/main" r:embed="Raac609d87476462c"/>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11" name="Accent mark">
            <a:extLst xmlns:a="http://schemas.openxmlformats.org/drawingml/2006/main">
              <a:ext uri="{FF2B5EF4-FFF2-40B4-BE49-F238E27FC236}">
                <a16:creationId xmlns:a16="http://schemas.microsoft.com/office/drawing/2014/main" id="{6D3CBBA4-EC09-8E88-4264-A0AC9E8827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1.xml><?xml version="1.0" encoding="utf-8"?>
<p:sldLayout xmlns:p="http://schemas.openxmlformats.org/presentationml/2006/main" preserve="1" userDrawn="1">
  <p:cSld name="Title/Cover_8">
    <p:bg>
      <p:bgPr>
        <a:blipFill xmlns:a="http://schemas.openxmlformats.org/drawingml/2006/main" rotWithShape="1">
          <a:blip xmlns:r="http://schemas.openxmlformats.org/officeDocument/2006/relationships" r:embed="R1993785f06d74b62">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568EDC7-82E8-C0FD-23C9-5E2F85B327A1}"/>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CX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061B9EB2-A1F6-2571-35A5-B192ACB03AE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6F8D591A-4D00-D5F4-4A83-1E71D6FEAED4}"/>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10E9E6D4-F5CC-7C97-90BB-4EDFBE9AA1B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350795E3-D122-12B5-7C04-44DCB3D36801}"/>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15748CF8-F274-FB47-CAED-F7B6DBFAB05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495B2ADA-461A-FD6A-5CF8-C6DF73B366A2}"/>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eaefdac4932a4cde">
            <a:extLst>
              <a:ext uri="{96DAC541-7B7A-43D3-8B79-37D633B846F1}">
                <asvg:svgBlip xmlns:asvg="http://schemas.microsoft.com/office/drawing/2016/SVG/main" r:embed="Red384798539b41f1"/>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7E4F3939-5D2F-6AB9-8C71-5E770E6D42B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2.xml><?xml version="1.0" encoding="utf-8"?>
<p:sldLayout xmlns:p="http://schemas.openxmlformats.org/presentationml/2006/main" preserve="1" userDrawn="1">
  <p:cSld name="Title/Cover_9">
    <p:bg>
      <p:bgPr>
        <a:blipFill xmlns:a="http://schemas.openxmlformats.org/drawingml/2006/main" rotWithShape="1">
          <a:blip xmlns:r="http://schemas.openxmlformats.org/officeDocument/2006/relationships" r:embed="R10291e7febdb4953">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888C5F5-89ED-967B-54C7-2A5658D9383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OCI and database title</a:t>
            </a:r>
            <a:br/>
            <a:r>
              <a:t>Oracle Sans Tab Bold</a:t>
            </a:r>
          </a:p>
        </p:txBody>
      </p:sp>
      <p:sp>
        <p:nvSpPr>
          <p:cNvPr id="7" name="Subhead">
            <a:extLst xmlns:a="http://schemas.openxmlformats.org/drawingml/2006/main">
              <a:ext uri="{FF2B5EF4-FFF2-40B4-BE49-F238E27FC236}">
                <a16:creationId xmlns:a16="http://schemas.microsoft.com/office/drawing/2014/main" id="{AB3DC633-5D2F-CD08-25C4-AE0E6A2B5A5A}"/>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20484561-BBEE-F46D-7F67-EB225BA5D34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5A2D3ACC-958E-B38F-BE81-FBB225FDED02}"/>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E1DF1B72-C1BE-74C1-FB93-E6FBEBCD12E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642B772F-C699-22CD-0BF9-575EC207655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739DA1F-4B89-6385-9E78-4753D410919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c13eb65ffeee42e6">
            <a:extLst>
              <a:ext uri="{96DAC541-7B7A-43D3-8B79-37D633B846F1}">
                <asvg:svgBlip xmlns:asvg="http://schemas.microsoft.com/office/drawing/2016/SVG/main" r:embed="R72854bc101fd45ce"/>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11" name="Accent mark">
            <a:extLst xmlns:a="http://schemas.openxmlformats.org/drawingml/2006/main">
              <a:ext uri="{FF2B5EF4-FFF2-40B4-BE49-F238E27FC236}">
                <a16:creationId xmlns:a16="http://schemas.microsoft.com/office/drawing/2014/main" id="{F974F57F-EE1C-2E13-9B52-D64DDE2DF98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3.xml><?xml version="1.0" encoding="utf-8"?>
<p:sldLayout xmlns:p="http://schemas.openxmlformats.org/presentationml/2006/main" preserve="1" userDrawn="1">
  <p:cSld name="Title/Cover_10">
    <p:bg>
      <p:bgPr>
        <a:blipFill xmlns:a="http://schemas.openxmlformats.org/drawingml/2006/main" rotWithShape="1">
          <a:blip xmlns:r="http://schemas.openxmlformats.org/officeDocument/2006/relationships" r:embed="Rc79433dbc0cf40cc">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lvl="0">
              <a:lnSpc>
                <a:spcPct val="100000"/>
              </a:lnSpc>
              <a:buNone/>
            </a:pPr>
            <a:r>
              <a:t>Developer Title</a:t>
            </a:r>
            <a:br/>
            <a:r>
              <a:t>Oracle Sans Tab</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31" name="Oracle Logo"/>
          <p:cNvPicPr>
            <a:picLocks xmlns:a="http://schemas.openxmlformats.org/drawingml/2006/main" noChangeAspect="1"/>
          </p:cNvPicPr>
          <p:nvPr/>
        </p:nvPicPr>
        <p:blipFill>
          <a:blip xmlns:r="http://schemas.openxmlformats.org/officeDocument/2006/relationships" xmlns:a="http://schemas.openxmlformats.org/drawingml/2006/main" r:embed="Ra35a1646358f434f">
            <a:extLst>
              <a:ext uri="{96DAC541-7B7A-43D3-8B79-37D633B846F1}">
                <asvg:svgBlip xmlns:asvg="http://schemas.microsoft.com/office/drawing/2016/SVG/main" r:embed="R42907bc819c64db2"/>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4.xml><?xml version="1.0" encoding="utf-8"?>
<p:sldLayout xmlns:p="http://schemas.openxmlformats.org/presentationml/2006/main" preserve="1" userDrawn="1">
  <p:cSld name="Section-full-image">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Gradient overlay">
            <a:extLst xmlns:a="http://schemas.openxmlformats.org/drawingml/2006/main">
              <a:ext uri="{FF2B5EF4-FFF2-40B4-BE49-F238E27FC236}">
                <a16:creationId xmlns:a16="http://schemas.microsoft.com/office/drawing/2014/main" id="{02A90784-90AA-1B27-460D-B876463465E4}"/>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rgbClr val="2A2F2F">
                  <a:alpha val="70000"/>
                </a:srgbClr>
              </a:gs>
              <a:gs pos="0">
                <a:schemeClr val="bg1"/>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itle 5">
            <a:extLst xmlns:a="http://schemas.openxmlformats.org/drawingml/2006/main">
              <a:ext uri="{FF2B5EF4-FFF2-40B4-BE49-F238E27FC236}">
                <a16:creationId xmlns:a16="http://schemas.microsoft.com/office/drawing/2014/main" id="{2A8370DC-7E17-3B48-B968-7FBF1A513E5D}"/>
              </a:ext>
            </a:extLst>
          </p:cNvPr>
          <p:cNvSpPr>
            <a:spLocks xmlns:a="http://schemas.openxmlformats.org/drawingml/2006/main" noGrp="1"/>
          </p:cNvSpPr>
          <p:nvPr>
            <p:ph type="title" idx="0" hasCustomPrompt="1"/>
          </p:nvPr>
        </p:nvSpPr>
        <p:spPr>
          <a:xfrm xmlns:a="http://schemas.openxmlformats.org/drawingml/2006/main">
            <a:off x="768871" y="2337132"/>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solidFill>
                  <a:schemeClr val="tx1"/>
                </a:solidFill>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1" name="Slide Number Placeholder 7">
            <a:extLst xmlns:a="http://schemas.openxmlformats.org/drawingml/2006/main">
              <a:ext uri="{FF2B5EF4-FFF2-40B4-BE49-F238E27FC236}">
                <a16:creationId xmlns:a16="http://schemas.microsoft.com/office/drawing/2014/main" id="{F080221B-C8EC-00E9-AA2D-F8C154AA3CA5}"/>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13" name="Footer Placeholder 4">
            <a:extLst xmlns:a="http://schemas.openxmlformats.org/drawingml/2006/main">
              <a:ext uri="{FF2B5EF4-FFF2-40B4-BE49-F238E27FC236}">
                <a16:creationId xmlns:a16="http://schemas.microsoft.com/office/drawing/2014/main" id="{6C539CEF-A482-43F9-5E0C-FBA849CD6ADB}"/>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15" name="Date Placeholder 2">
            <a:extLst xmlns:a="http://schemas.openxmlformats.org/drawingml/2006/main">
              <a:ext uri="{FF2B5EF4-FFF2-40B4-BE49-F238E27FC236}">
                <a16:creationId xmlns:a16="http://schemas.microsoft.com/office/drawing/2014/main" id="{F9083701-4310-37DF-B760-F9C5578E1E79}"/>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4" name="Subhead">
            <a:extLst xmlns:a="http://schemas.openxmlformats.org/drawingml/2006/main">
              <a:ext uri="{FF2B5EF4-FFF2-40B4-BE49-F238E27FC236}">
                <a16:creationId xmlns:a16="http://schemas.microsoft.com/office/drawing/2014/main" id="{AC267B18-559A-5001-F10C-C0FCF070F435}"/>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5.xml><?xml version="1.0" encoding="utf-8"?>
<p:sldLayout xmlns:p="http://schemas.openxmlformats.org/presentationml/2006/main" preserve="1" userDrawn="1">
  <p:cSld name="Light - Divider_Image">
    <p:bg>
      <p:bgRef idx="1001">
        <a:schemeClr xmlns:a="http://schemas.openxmlformats.org/drawingml/2006/main" val="bg2"/>
      </p:bgRef>
    </p:bg>
    <p:spTree>
      <p:nvGrpSpPr>
        <p:cNvPr id="1" name=""/>
        <p:cNvGrpSpPr/>
        <p:nvPr/>
      </p:nvGrpSpPr>
      <p:grpSpPr>
        <a:xfrm xmlns:a="http://schemas.openxmlformats.org/drawingml/2006/main"/>
      </p:grpSpPr>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213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 divider with image</a:t>
            </a:r>
          </a:p>
        </p:txBody>
      </p:sp>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6000" cy="6858000"/>
          </a:xfrm>
          <a:custGeom xmlns:a="http://schemas.openxmlformats.org/drawingml/2006/main">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97377"/>
            <a:ext cx="2743200" cy="363500"/>
          </a:xfrm>
        </p:spPr>
        <p:txBody>
          <a:bodyPr xmlns:a="http://schemas.openxmlformats.org/drawingml/2006/main"/>
          <a:lstStyle xmlns:a="http://schemas.openxmlformats.org/drawingml/2006/main"/>
          <a:p xmlns:a="http://schemas.openxmlformats.org/drawingml/2006/main">
            <a:r>
              <a:t>[Date]</a:t>
            </a: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OTag"/>
          <p:cNvPicPr>
            <a:picLocks xmlns:a="http://schemas.openxmlformats.org/drawingml/2006/main" noChangeAspect="1"/>
          </p:cNvPicPr>
          <p:nvPr/>
        </p:nvPicPr>
        <p:blipFill>
          <a:blip xmlns:r="http://schemas.openxmlformats.org/officeDocument/2006/relationships" xmlns:a="http://schemas.openxmlformats.org/drawingml/2006/main" r:embed="Rdd0526a701a54286"/>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9" name="Accent mark">
            <a:extLst xmlns:a="http://schemas.openxmlformats.org/drawingml/2006/main">
              <a:ext uri="{FF2B5EF4-FFF2-40B4-BE49-F238E27FC236}">
                <a16:creationId xmlns:a16="http://schemas.microsoft.com/office/drawing/2014/main" id="{EF7E4D86-EF60-0FEC-3E94-F74C96841A9C}"/>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Subhead">
            <a:extLst xmlns:a="http://schemas.openxmlformats.org/drawingml/2006/main">
              <a:ext uri="{FF2B5EF4-FFF2-40B4-BE49-F238E27FC236}">
                <a16:creationId xmlns:a16="http://schemas.microsoft.com/office/drawing/2014/main" id="{A763B6F6-4DFA-26D0-D8A9-4B0B1409391D}"/>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6.xml><?xml version="1.0" encoding="utf-8"?>
<p:sldLayout xmlns:p="http://schemas.openxmlformats.org/presentationml/2006/main" preserve="1" userDrawn="1">
  <p:cSld name="Dark- Divider_Image">
    <p:bg>
      <p:bgRef idx="1001">
        <a:schemeClr xmlns:a="http://schemas.openxmlformats.org/drawingml/2006/main" val="bg2"/>
      </p:bgRef>
    </p:bg>
    <p:spTree>
      <p:nvGrpSpPr>
        <p:cNvPr id="1" name=""/>
        <p:cNvGrpSpPr/>
        <p:nvPr/>
      </p:nvGrpSpPr>
      <p:grpSpPr>
        <a:xfrm xmlns:a="http://schemas.openxmlformats.org/drawingml/2006/main"/>
      </p:grpSpPr>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9048" cy="6858000"/>
          </a:xfrm>
          <a:custGeom xmlns:a="http://schemas.openxmlformats.org/drawingml/2006/main">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891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General divider with image</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938"/>
            <a:ext cx="2743200" cy="363500"/>
          </a:xfrm>
        </p:spPr>
        <p:txBody>
          <a:bodyPr xmlns:a="http://schemas.openxmlformats.org/drawingml/2006/main"/>
          <a:lstStyle xmlns:a="http://schemas.openxmlformats.org/drawingml/2006/main"/>
          <a:p xmlns:a="http://schemas.openxmlformats.org/drawingml/2006/main">
            <a:r>
              <a:t>[Date]</a:t>
            </a: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OTag"/>
          <p:cNvPicPr>
            <a:picLocks xmlns:a="http://schemas.openxmlformats.org/drawingml/2006/main" noChangeAspect="1"/>
          </p:cNvPicPr>
          <p:nvPr/>
        </p:nvPicPr>
        <p:blipFill>
          <a:blip xmlns:r="http://schemas.openxmlformats.org/officeDocument/2006/relationships" xmlns:a="http://schemas.openxmlformats.org/drawingml/2006/main" r:embed="Rbc401ba21de74433"/>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D8947E02-814A-79D0-C68B-4A7749394CC0}"/>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Subhead">
            <a:extLst xmlns:a="http://schemas.openxmlformats.org/drawingml/2006/main">
              <a:ext uri="{FF2B5EF4-FFF2-40B4-BE49-F238E27FC236}">
                <a16:creationId xmlns:a16="http://schemas.microsoft.com/office/drawing/2014/main" id="{C91DD99A-805D-7654-58A3-D6532DB17964}"/>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7.xml><?xml version="1.0" encoding="utf-8"?>
<p:sldLayout xmlns:p="http://schemas.openxmlformats.org/presentationml/2006/main" preserve="1" userDrawn="1">
  <p:cSld name="Light - Divider">
    <p:bg>
      <p:bgRef idx="1001">
        <a:schemeClr xmlns:a="http://schemas.openxmlformats.org/drawingml/2006/main" val="bg2"/>
      </p:bgRef>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789F089-C8C8-AD9E-8C9E-E12DE8E679BF}"/>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7698EDA6-BDA7-E689-E9CF-BD4E37893702}"/>
              </a:ext>
            </a:extLst>
          </p:cNvPr>
          <p:cNvSpPr>
            <a:spLocks xmlns:a="http://schemas.openxmlformats.org/drawingml/2006/main" noGrp="1"/>
          </p:cNvSpPr>
          <p:nvPr>
            <p:ph type="body" idx="33" hasCustomPrompt="1"/>
          </p:nvPr>
        </p:nvSpPr>
        <p:spPr>
          <a:xfrm xmlns:a="http://schemas.openxmlformats.org/drawingml/2006/main">
            <a:off x="776689" y="4135193"/>
            <a:ext cx="62179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pic>
        <p:nvPicPr>
          <p:cNvPr id="14" name="Picture 14"/>
          <p:cNvPicPr>
            <a:picLocks xmlns:a="http://schemas.openxmlformats.org/drawingml/2006/main" noChangeAspect="1"/>
          </p:cNvPicPr>
          <p:nvPr/>
        </p:nvPicPr>
        <p:blipFill>
          <a:blip xmlns:r="http://schemas.openxmlformats.org/officeDocument/2006/relationships" xmlns:a="http://schemas.openxmlformats.org/drawingml/2006/main" r:embed="Rc95ed02c815c4efd"/>
          <a:srcRect xmlns:a="http://schemas.openxmlformats.org/drawingml/2006/main" l="44000" t="0" r="0" b="0"/>
          <a:stretch xmlns:a="http://schemas.openxmlformats.org/drawingml/2006/main"/>
        </p:blipFill>
        <p:spPr>
          <a:xfrm xmlns:a="http://schemas.openxmlformats.org/drawingml/2006/main">
            <a:off x="5364488" y="0"/>
            <a:ext cx="6827512" cy="6858000"/>
          </a:xfrm>
          <a:prstGeom xmlns:a="http://schemas.openxmlformats.org/drawingml/2006/main" prst="rect">
            <a:avLst/>
          </a:prstGeom>
        </p:spPr>
      </p:pic>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93FBA7AF-1061-9E4C-9196-2D8F59748DFB}"/>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8.xml><?xml version="1.0" encoding="utf-8"?>
<p:sldLayout xmlns:p="http://schemas.openxmlformats.org/presentationml/2006/main" preserve="1" userDrawn="1">
  <p:cSld name="Dark - Divider">
    <p:bg>
      <p:bgPr>
        <a:solidFill xmlns:a="http://schemas.openxmlformats.org/drawingml/2006/main">
          <a:schemeClr val="bg2"/>
        </a:solidFill>
      </p:bgPr>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232B6FB-CB36-8E10-0171-4DD434FB37AC}"/>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7" name="Picture 14"/>
          <p:cNvPicPr>
            <a:picLocks xmlns:a="http://schemas.openxmlformats.org/drawingml/2006/main" noChangeAspect="1"/>
          </p:cNvPicPr>
          <p:nvPr/>
        </p:nvPicPr>
        <p:blipFill>
          <a:blip xmlns:r="http://schemas.openxmlformats.org/officeDocument/2006/relationships" xmlns:a="http://schemas.openxmlformats.org/drawingml/2006/main" r:embed="Rfd3988de65ea45a0"/>
          <a:srcRect xmlns:a="http://schemas.openxmlformats.org/drawingml/2006/main" l="44000" t="0" r="0" b="0"/>
          <a:stretch xmlns:a="http://schemas.openxmlformats.org/drawingml/2006/main"/>
        </p:blipFill>
        <p:spPr>
          <a:xfrm xmlns:a="http://schemas.openxmlformats.org/drawingml/2006/main">
            <a:off x="5364488" y="0"/>
            <a:ext cx="6827512" cy="6858000"/>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FCC5560E-F594-D1CD-5CDD-54514D4DAED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9.xml><?xml version="1.0" encoding="utf-8"?>
<p:sldLayout xmlns:p="http://schemas.openxmlformats.org/presentationml/2006/main" preserve="1" userDrawn="1">
  <p:cSld name="Divider_3">
    <p:bg>
      <p:bgPr>
        <a:blipFill xmlns:a="http://schemas.openxmlformats.org/drawingml/2006/main" rotWithShape="1">
          <a:blip xmlns:r="http://schemas.openxmlformats.org/officeDocument/2006/relationships" r:embed="Rd012af72c3fc4334">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Health &amp; Life Sciences </a:t>
            </a:r>
            <a:br/>
            <a:r>
              <a:t>section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B4CEE7C3-7EA8-C568-7AA2-03C7BCB4D72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0.xml><?xml version="1.0" encoding="utf-8"?>
<p:sldLayout xmlns:p="http://schemas.openxmlformats.org/presentationml/2006/main" preserve="1" userDrawn="1">
  <p:cSld name="Divider_4">
    <p:bg>
      <p:bgPr>
        <a:blipFill xmlns:a="http://schemas.openxmlformats.org/drawingml/2006/main" rotWithShape="1">
          <a:blip xmlns:r="http://schemas.openxmlformats.org/officeDocument/2006/relationships" r:embed="Rec446490b89c4ed6">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Fusion Suite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1.xml><?xml version="1.0" encoding="utf-8"?>
<p:sldLayout xmlns:p="http://schemas.openxmlformats.org/presentationml/2006/main" preserve="1" userDrawn="1">
  <p:cSld name="Divider_5">
    <p:bg>
      <p:bgPr>
        <a:blipFill xmlns:a="http://schemas.openxmlformats.org/drawingml/2006/main" rotWithShape="1">
          <a:blip xmlns:r="http://schemas.openxmlformats.org/officeDocument/2006/relationships" r:embed="R6b38af77bba94042">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SCM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61CB4AAC-156D-8F42-3B43-592451DF558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2.xml><?xml version="1.0" encoding="utf-8"?>
<p:sldLayout xmlns:p="http://schemas.openxmlformats.org/presentationml/2006/main" preserve="1" userDrawn="1">
  <p:cSld name="Divider_6">
    <p:bg>
      <p:bgPr>
        <a:blipFill xmlns:a="http://schemas.openxmlformats.org/drawingml/2006/main" rotWithShape="1">
          <a:blip xmlns:r="http://schemas.openxmlformats.org/officeDocument/2006/relationships" r:embed="R340183ff582e4a29">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ERP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BADA839C-E71A-1637-3B8E-ADCB8BC4BE7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3.xml><?xml version="1.0" encoding="utf-8"?>
<p:sldLayout xmlns:p="http://schemas.openxmlformats.org/presentationml/2006/main" preserve="1" userDrawn="1">
  <p:cSld name="Divider_7">
    <p:bg>
      <p:bgPr>
        <a:blipFill xmlns:a="http://schemas.openxmlformats.org/drawingml/2006/main" rotWithShape="1">
          <a:blip xmlns:r="http://schemas.openxmlformats.org/officeDocument/2006/relationships" r:embed="Rccf50723470a403d">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HCM Section </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AD2D13D9-5F9B-66C0-EF23-46B9931F9314}"/>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4.xml><?xml version="1.0" encoding="utf-8"?>
<p:sldLayout xmlns:p="http://schemas.openxmlformats.org/presentationml/2006/main" preserve="1" userDrawn="1">
  <p:cSld name="Divider_8">
    <p:bg>
      <p:bgPr>
        <a:blipFill xmlns:a="http://schemas.openxmlformats.org/drawingml/2006/main" rotWithShape="1">
          <a:blip xmlns:r="http://schemas.openxmlformats.org/officeDocument/2006/relationships" r:embed="R7ce804e0b6a14a86">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CX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9FE68091-5CE6-8692-5C8A-45B15B0580E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5.xml><?xml version="1.0" encoding="utf-8"?>
<p:sldLayout xmlns:p="http://schemas.openxmlformats.org/presentationml/2006/main" preserve="1" userDrawn="1">
  <p:cSld name="Divider_9">
    <p:bg>
      <p:bgPr>
        <a:blipFill xmlns:a="http://schemas.openxmlformats.org/drawingml/2006/main" rotWithShape="1">
          <a:blip xmlns:r="http://schemas.openxmlformats.org/officeDocument/2006/relationships" r:embed="R721cac17adae475d">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OCI and database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4364F74D-D1B7-957A-69E2-40ADCE3043E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6.xml><?xml version="1.0" encoding="utf-8"?>
<p:sldLayout xmlns:p="http://schemas.openxmlformats.org/presentationml/2006/main" preserve="1" userDrawn="1">
  <p:cSld name="Divider_10">
    <p:bg>
      <p:bgPr>
        <a:blipFill xmlns:a="http://schemas.openxmlformats.org/drawingml/2006/main" rotWithShape="1">
          <a:blip xmlns:r="http://schemas.openxmlformats.org/officeDocument/2006/relationships" r:embed="R27d1b3a1abf74e9e">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Dev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7.xml><?xml version="1.0" encoding="utf-8"?>
<p:sldLayout xmlns:p="http://schemas.openxmlformats.org/presentationml/2006/main" preserve="1" userDrawn="1">
  <p:cSld name="Dark - Impact Statement">
    <p:bg>
      <p:bgRef idx="1001">
        <a:schemeClr xmlns:a="http://schemas.openxmlformats.org/drawingml/2006/main" val="bg2"/>
      </p:bgRef>
    </p:bg>
    <p:spTree>
      <p:nvGrpSpPr>
        <p:cNvPr id="1" name=""/>
        <p:cNvGrpSpPr/>
        <p:nvPr/>
      </p:nvGrpSpPr>
      <p:grpSpPr>
        <a:xfrm xmlns:a="http://schemas.openxmlformats.org/drawingml/2006/main"/>
      </p:grpSpPr>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340cbd88593444b6"/>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10671048"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sp>
        <p:nvSpPr>
          <p:cNvPr id="2" name="Slide Number Placeholder 5">
            <a:extLst xmlns:a="http://schemas.openxmlformats.org/drawingml/2006/main">
              <a:ext uri="{FF2B5EF4-FFF2-40B4-BE49-F238E27FC236}">
                <a16:creationId xmlns:a16="http://schemas.microsoft.com/office/drawing/2014/main" id="{9F0B1098-7D41-10CB-C5CD-2254F1A42B9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058C9C89-6343-52FD-C281-6396A1ADC58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F9876E5E-4D7F-5B32-636A-7AAD60A2DF7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21" name="OTag"/>
          <p:cNvPicPr>
            <a:picLocks xmlns:a="http://schemas.openxmlformats.org/drawingml/2006/main" noChangeAspect="1"/>
          </p:cNvPicPr>
          <p:nvPr/>
        </p:nvPicPr>
        <p:blipFill>
          <a:blip xmlns:r="http://schemas.openxmlformats.org/officeDocument/2006/relationships" xmlns:a="http://schemas.openxmlformats.org/drawingml/2006/main" r:embed="R03bb6c4f16df4c6d"/>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sldLayout>
</file>

<file path=ppt/slideLayouts/slideLayout28.xml><?xml version="1.0" encoding="utf-8"?>
<p:sldLayout xmlns:p="http://schemas.openxmlformats.org/presentationml/2006/main" preserve="1" userDrawn="1">
  <p:cSld name="Light - Impact Statement">
    <p:bg>
      <p:bgRef idx="1001">
        <a:schemeClr xmlns:a="http://schemas.openxmlformats.org/drawingml/2006/main" val="bg2"/>
      </p:bgRef>
    </p:bg>
    <p:spTree>
      <p:nvGrpSpPr>
        <p:cNvPr id="1" name=""/>
        <p:cNvGrpSpPr/>
        <p:nvPr/>
      </p:nvGrpSpPr>
      <p:grpSpPr>
        <a:xfrm xmlns:a="http://schemas.openxmlformats.org/drawingml/2006/main"/>
      </p:grpSpPr>
      <p:pic>
        <p:nvPicPr>
          <p:cNvPr id="16" name="Picture 4"/>
          <p:cNvPicPr>
            <a:picLocks xmlns:a="http://schemas.openxmlformats.org/drawingml/2006/main" noChangeAspect="1"/>
          </p:cNvPicPr>
          <p:nvPr/>
        </p:nvPicPr>
        <p:blipFill>
          <a:blip xmlns:r="http://schemas.openxmlformats.org/officeDocument/2006/relationships" xmlns:a="http://schemas.openxmlformats.org/drawingml/2006/main" r:embed="Rbafe8f34c78345d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10671048"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sp>
        <p:nvSpPr>
          <p:cNvPr id="2" name="Slide Number Placeholder 5">
            <a:extLst xmlns:a="http://schemas.openxmlformats.org/drawingml/2006/main">
              <a:ext uri="{FF2B5EF4-FFF2-40B4-BE49-F238E27FC236}">
                <a16:creationId xmlns:a16="http://schemas.microsoft.com/office/drawing/2014/main" id="{9F0B1098-7D41-10CB-C5CD-2254F1A42B9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058C9C89-6343-52FD-C281-6396A1ADC58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F9876E5E-4D7F-5B32-636A-7AAD60A2DF7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21" name="OTag"/>
          <p:cNvPicPr>
            <a:picLocks xmlns:a="http://schemas.openxmlformats.org/drawingml/2006/main" noChangeAspect="1"/>
          </p:cNvPicPr>
          <p:nvPr/>
        </p:nvPicPr>
        <p:blipFill>
          <a:blip xmlns:r="http://schemas.openxmlformats.org/officeDocument/2006/relationships" xmlns:a="http://schemas.openxmlformats.org/drawingml/2006/main" r:embed="R3b49cda2c8b54a1c"/>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sldLayout>
</file>

<file path=ppt/slideLayouts/slideLayout29.xml><?xml version="1.0" encoding="utf-8"?>
<p:sldLayout xmlns:p="http://schemas.openxmlformats.org/presentationml/2006/main" preserve="1" userDrawn="1">
  <p:cSld name="Dark - Quote with Data Texture Background">
    <p:bg>
      <p:bgPr>
        <a:solidFill xmlns:a="http://schemas.openxmlformats.org/drawingml/2006/main">
          <a:schemeClr val="bg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solidFill>
                  <a:schemeClr val="tx1"/>
                </a:solidFill>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solidFill>
                  <a:schemeClr val="tx1"/>
                </a:solidFill>
              </a:defRPr>
            </a:lvl1pPr>
          </a:lstStyle>
          <a:p xmlns:a="http://schemas.openxmlformats.org/drawingml/2006/main">
            <a:pPr lvl="0">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solidFill>
                  <a:schemeClr val="tx1"/>
                </a:solidFill>
              </a:defRPr>
            </a:lvl1pPr>
          </a:lstStyle>
          <a:p xmlns:a="http://schemas.openxmlformats.org/drawingml/2006/main">
            <a:pPr lvl="0">
              <a:buNone/>
            </a:pPr>
            <a:r>
              <a:t>Additional information if needed</a:t>
            </a:r>
          </a:p>
        </p:txBody>
      </p:sp>
      <p:sp>
        <p:nvSpPr>
          <p:cNvPr id="3" name="Content Placeholder 2">
            <a:extLst xmlns:a="http://schemas.openxmlformats.org/drawingml/2006/main">
              <a:ext uri="{FF2B5EF4-FFF2-40B4-BE49-F238E27FC236}">
                <a16:creationId xmlns:a16="http://schemas.microsoft.com/office/drawing/2014/main" id="{37E74DE0-55D3-42EA-9474-DC8A5193EF88}"/>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lvl="0">
              <a:buNone/>
            </a:pPr>
            <a:r>
              <a:t>Click to add logo</a:t>
            </a:r>
          </a:p>
        </p:txBody>
      </p:sp>
      <p:sp>
        <p:nvSpPr>
          <p:cNvPr id="5" name="Accent mark">
            <a:extLst xmlns:a="http://schemas.openxmlformats.org/drawingml/2006/main">
              <a:ext uri="{FF2B5EF4-FFF2-40B4-BE49-F238E27FC236}">
                <a16:creationId xmlns:a16="http://schemas.microsoft.com/office/drawing/2014/main" id="{E30FF1A2-459E-3E06-ED1E-7EEEFE917498}"/>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1" name="Graphic 5"/>
          <p:cNvPicPr>
            <a:picLocks xmlns:a="http://schemas.openxmlformats.org/drawingml/2006/main" noChangeAspect="1"/>
          </p:cNvPicPr>
          <p:nvPr/>
        </p:nvPicPr>
        <p:blipFill>
          <a:blip xmlns:r="http://schemas.openxmlformats.org/officeDocument/2006/relationships" xmlns:a="http://schemas.openxmlformats.org/drawingml/2006/main" r:embed="R96f2488c96274f8b">
            <a:extLst>
              <a:ext uri="{96DAC541-7B7A-43D3-8B79-37D633B846F1}">
                <asvg:svgBlip xmlns:asvg="http://schemas.microsoft.com/office/drawing/2016/SVG/main" r:embed="R14a0cb204e104044"/>
              </a:ext>
            </a:extLst>
          </a:blip>
          <a:srcRect xmlns:a="http://schemas.openxmlformats.org/drawingml/2006/main" l="5687" t="0" r="0" b="27270"/>
          <a:stretch xmlns:a="http://schemas.openxmlformats.org/drawingml/2006/main"/>
        </p:blipFill>
        <p:spPr>
          <a:xfrm xmlns:a="http://schemas.openxmlformats.org/drawingml/2006/main">
            <a:off x="4188201" y="1"/>
            <a:ext cx="8003799" cy="4114800"/>
          </a:xfrm>
          <a:prstGeom xmlns:a="http://schemas.openxmlformats.org/drawingml/2006/main" prst="rect">
            <a:avLst/>
          </a:prstGeom>
        </p:spPr>
      </p:pic>
      <p:sp>
        <p:nvSpPr>
          <p:cNvPr id="8" name="Date Placeholder 7">
            <a:extLst xmlns:a="http://schemas.openxmlformats.org/drawingml/2006/main">
              <a:ext uri="{FF2B5EF4-FFF2-40B4-BE49-F238E27FC236}">
                <a16:creationId xmlns:a16="http://schemas.microsoft.com/office/drawing/2014/main" id="{4BE25085-4A1E-D179-F719-60F3221F88FC}"/>
              </a:ext>
            </a:extLst>
          </p:cNvPr>
          <p:cNvSpPr>
            <a:spLocks xmlns:a="http://schemas.openxmlformats.org/drawingml/2006/main" noGrp="1"/>
          </p:cNvSpPr>
          <p:nvPr>
            <p:ph type="dt" idx="4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BDE401F7-9E49-F0E9-B298-16D634C82200}"/>
              </a:ext>
            </a:extLst>
          </p:cNvPr>
          <p:cNvSpPr>
            <a:spLocks xmlns:a="http://schemas.openxmlformats.org/drawingml/2006/main" noGrp="1"/>
          </p:cNvSpPr>
          <p:nvPr>
            <p:ph type="ftr" idx="4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0845080C-B81D-10C7-DC19-C0A0D33B390A}"/>
              </a:ext>
            </a:extLst>
          </p:cNvPr>
          <p:cNvSpPr>
            <a:spLocks xmlns:a="http://schemas.openxmlformats.org/drawingml/2006/main" noGrp="1"/>
          </p:cNvSpPr>
          <p:nvPr>
            <p:ph type="sldNum" idx="4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30.xml><?xml version="1.0" encoding="utf-8"?>
<p:sldLayout xmlns:p="http://schemas.openxmlformats.org/presentationml/2006/main" preserve="1" userDrawn="1">
  <p:cSld name="Light - Quote with Data Texture Background">
    <p:bg>
      <p:bgRef idx="1001">
        <a:schemeClr xmlns:a="http://schemas.openxmlformats.org/drawingml/2006/main" val="bg2"/>
      </p:bgRef>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768D3CF0-D6A4-3493-A61E-C80959981BE3}"/>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lvl="0">
              <a:buNone/>
            </a:pPr>
            <a:r>
              <a:t>Click to add logo</a:t>
            </a:r>
          </a:p>
        </p:txBody>
      </p:sp>
      <p:sp>
        <p:nvSpPr>
          <p:cNvPr id="3" name="Accent mark">
            <a:extLst xmlns:a="http://schemas.openxmlformats.org/drawingml/2006/main">
              <a:ext uri="{FF2B5EF4-FFF2-40B4-BE49-F238E27FC236}">
                <a16:creationId xmlns:a16="http://schemas.microsoft.com/office/drawing/2014/main" id="{9CBADFAD-5852-9F31-3F6B-B4A294448DE2}"/>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1" name="Graphic 6"/>
          <p:cNvPicPr>
            <a:picLocks xmlns:a="http://schemas.openxmlformats.org/drawingml/2006/main" noChangeAspect="1"/>
          </p:cNvPicPr>
          <p:nvPr/>
        </p:nvPicPr>
        <p:blipFill>
          <a:blip xmlns:r="http://schemas.openxmlformats.org/officeDocument/2006/relationships" xmlns:a="http://schemas.openxmlformats.org/drawingml/2006/main" r:embed="R385ba8b74af2453f">
            <a:extLst>
              <a:ext uri="{96DAC541-7B7A-43D3-8B79-37D633B846F1}">
                <asvg:svgBlip xmlns:asvg="http://schemas.microsoft.com/office/drawing/2016/SVG/main" r:embed="Rccd839229c8e4b35"/>
              </a:ext>
            </a:extLst>
          </a:blip>
          <a:srcRect xmlns:a="http://schemas.openxmlformats.org/drawingml/2006/main" l="5687" t="0" r="0" b="27270"/>
          <a:stretch xmlns:a="http://schemas.openxmlformats.org/drawingml/2006/main"/>
        </p:blipFill>
        <p:spPr>
          <a:xfrm xmlns:a="http://schemas.openxmlformats.org/drawingml/2006/main">
            <a:off x="4188201" y="0"/>
            <a:ext cx="8003799" cy="4114800"/>
          </a:xfrm>
          <a:prstGeom xmlns:a="http://schemas.openxmlformats.org/drawingml/2006/main" prst="rect">
            <a:avLst/>
          </a:prstGeom>
        </p:spPr>
      </p:pic>
      <p:sp>
        <p:nvSpPr>
          <p:cNvPr id="4" name="Date Placeholder 3">
            <a:extLst xmlns:a="http://schemas.openxmlformats.org/drawingml/2006/main">
              <a:ext uri="{FF2B5EF4-FFF2-40B4-BE49-F238E27FC236}">
                <a16:creationId xmlns:a16="http://schemas.microsoft.com/office/drawing/2014/main" id="{3F5E1FD4-FF3D-53E2-B568-4096CAC1B9DC}"/>
              </a:ext>
            </a:extLst>
          </p:cNvPr>
          <p:cNvSpPr>
            <a:spLocks xmlns:a="http://schemas.openxmlformats.org/drawingml/2006/main" noGrp="1"/>
          </p:cNvSpPr>
          <p:nvPr>
            <p:ph type="dt" idx="4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5" name="Footer Placeholder 4">
            <a:extLst xmlns:a="http://schemas.openxmlformats.org/drawingml/2006/main">
              <a:ext uri="{FF2B5EF4-FFF2-40B4-BE49-F238E27FC236}">
                <a16:creationId xmlns:a16="http://schemas.microsoft.com/office/drawing/2014/main" id="{BBCA8205-86B8-B975-0254-A7323DE64A72}"/>
              </a:ext>
            </a:extLst>
          </p:cNvPr>
          <p:cNvSpPr>
            <a:spLocks xmlns:a="http://schemas.openxmlformats.org/drawingml/2006/main" noGrp="1"/>
          </p:cNvSpPr>
          <p:nvPr>
            <p:ph type="ftr" idx="4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99568EA0-EDF7-FD13-065F-C2A6ACEFCE3C}"/>
              </a:ext>
            </a:extLst>
          </p:cNvPr>
          <p:cNvSpPr>
            <a:spLocks xmlns:a="http://schemas.openxmlformats.org/drawingml/2006/main" noGrp="1"/>
          </p:cNvSpPr>
          <p:nvPr>
            <p:ph type="sldNum" idx="4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Tree>
  </p:cSld>
</p:sldLayout>
</file>

<file path=ppt/slideLayouts/slideLayout31.xml><?xml version="1.0" encoding="utf-8"?>
<p:sldLayout xmlns:p="http://schemas.openxmlformats.org/presentationml/2006/main" preserve="1" userDrawn="1">
  <p:cSld name="Dark - Quote, Picture, and logo">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32887" y="4911127"/>
            <a:ext cx="5853145"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32887" y="5248720"/>
            <a:ext cx="5853145"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9" name="Picture Placeholder 5">
            <a:extLst xmlns:a="http://schemas.openxmlformats.org/drawingml/2006/main">
              <a:ext uri="{FF2B5EF4-FFF2-40B4-BE49-F238E27FC236}">
                <a16:creationId xmlns:a16="http://schemas.microsoft.com/office/drawing/2014/main" id="{DFB04560-5A82-4303-F4F4-247222B350E0}"/>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8" name="Slide Number Placeholder 7">
            <a:extLst xmlns:a="http://schemas.openxmlformats.org/drawingml/2006/main">
              <a:ext uri="{FF2B5EF4-FFF2-40B4-BE49-F238E27FC236}">
                <a16:creationId xmlns:a16="http://schemas.microsoft.com/office/drawing/2014/main" id="{FA2E22D8-777D-4A4E-8190-9C7E9654A636}"/>
              </a:ext>
            </a:extLst>
          </p:cNvPr>
          <p:cNvSpPr>
            <a:spLocks xmlns:a="http://schemas.openxmlformats.org/drawingml/2006/main" noGrp="1"/>
          </p:cNvSpPr>
          <p:nvPr>
            <p:ph type="sldNum" idx="4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0F175504-AA80-48D0-ABE0-C3B4B0480FBA}"/>
              </a:ext>
            </a:extLst>
          </p:cNvPr>
          <p:cNvSpPr>
            <a:spLocks xmlns:a="http://schemas.openxmlformats.org/drawingml/2006/main" noGrp="1"/>
          </p:cNvSpPr>
          <p:nvPr>
            <p:ph type="ftr"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3">
            <a:extLst xmlns:a="http://schemas.openxmlformats.org/drawingml/2006/main">
              <a:ext uri="{FF2B5EF4-FFF2-40B4-BE49-F238E27FC236}">
                <a16:creationId xmlns:a16="http://schemas.microsoft.com/office/drawing/2014/main" id="{F3C7CAF2-5875-4790-8762-15A8CDD16E08}"/>
              </a:ext>
            </a:extLst>
          </p:cNvPr>
          <p:cNvSpPr>
            <a:spLocks xmlns:a="http://schemas.openxmlformats.org/drawingml/2006/main" noGrp="1"/>
          </p:cNvSpPr>
          <p:nvPr>
            <p:ph type="dt"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2" name="Content Placeholder 2">
            <a:extLst xmlns:a="http://schemas.openxmlformats.org/drawingml/2006/main">
              <a:ext uri="{FF2B5EF4-FFF2-40B4-BE49-F238E27FC236}">
                <a16:creationId xmlns:a16="http://schemas.microsoft.com/office/drawing/2014/main" id="{97B60F2A-F2ED-70AD-4768-5B8EF9B56420}"/>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7" name="Accent mark">
            <a:extLst xmlns:a="http://schemas.openxmlformats.org/drawingml/2006/main">
              <a:ext uri="{FF2B5EF4-FFF2-40B4-BE49-F238E27FC236}">
                <a16:creationId xmlns:a16="http://schemas.microsoft.com/office/drawing/2014/main" id="{2F96B613-1543-0150-F389-FFE2D5FA5019}"/>
              </a:ext>
            </a:extLst>
          </p:cNvPr>
          <p:cNvSpPr>
            <a:spLocks xmlns:a="http://schemas.openxmlformats.org/drawingml/2006/main" noGrp="1"/>
          </p:cNvSpPr>
          <p:nvPr/>
        </p:nvSpPr>
        <p:spPr>
          <a:xfrm xmlns:a="http://schemas.openxmlformats.org/drawingml/2006/main">
            <a:off x="5828788" y="4599419"/>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4" name="Graphic 5"/>
          <p:cNvPicPr>
            <a:picLocks xmlns:a="http://schemas.openxmlformats.org/drawingml/2006/main" noChangeAspect="1"/>
          </p:cNvPicPr>
          <p:nvPr/>
        </p:nvPicPr>
        <p:blipFill>
          <a:blip xmlns:r="http://schemas.openxmlformats.org/officeDocument/2006/relationships" xmlns:a="http://schemas.openxmlformats.org/drawingml/2006/main" r:embed="R070dadeb2ae54cdb">
            <a:extLst>
              <a:ext uri="{96DAC541-7B7A-43D3-8B79-37D633B846F1}">
                <asvg:svgBlip xmlns:asvg="http://schemas.microsoft.com/office/drawing/2016/SVG/main" r:embed="R66b0896c3d784630"/>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Tree>
  </p:cSld>
</p:sldLayout>
</file>

<file path=ppt/slideLayouts/slideLayout32.xml><?xml version="1.0" encoding="utf-8"?>
<p:sldLayout xmlns:p="http://schemas.openxmlformats.org/presentationml/2006/main" preserve="1" userDrawn="1">
  <p:cSld name="Light - Quote, Picture, and logo">
    <p:bg>
      <p:bgPr>
        <a:solidFill xmlns:a="http://schemas.openxmlformats.org/drawingml/2006/main">
          <a:schemeClr val="bg2"/>
        </a:solidFill>
      </p:bgPr>
    </p:bg>
    <p:spTree>
      <p:nvGrpSpPr>
        <p:cNvPr id="1" name=""/>
        <p:cNvGrpSpPr/>
        <p:nvPr/>
      </p:nvGrpSpPr>
      <p:grpSpPr>
        <a:xfrm xmlns:a="http://schemas.openxmlformats.org/drawingml/2006/main"/>
      </p:grpSpPr>
      <p:pic>
        <p:nvPicPr>
          <p:cNvPr id="15" name="Graphic 5"/>
          <p:cNvPicPr>
            <a:picLocks xmlns:a="http://schemas.openxmlformats.org/drawingml/2006/main" noChangeAspect="1"/>
          </p:cNvPicPr>
          <p:nvPr/>
        </p:nvPicPr>
        <p:blipFill>
          <a:blip xmlns:r="http://schemas.openxmlformats.org/officeDocument/2006/relationships" xmlns:a="http://schemas.openxmlformats.org/drawingml/2006/main" r:embed="R79fbb91560514f18">
            <a:extLst>
              <a:ext uri="{96DAC541-7B7A-43D3-8B79-37D633B846F1}">
                <asvg:svgBlip xmlns:asvg="http://schemas.microsoft.com/office/drawing/2016/SVG/main" r:embed="Rf1717ebd3a814955"/>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2" name="Quote">
            <a:extLst xmlns:a="http://schemas.openxmlformats.org/drawingml/2006/main">
              <a:ext uri="{FF2B5EF4-FFF2-40B4-BE49-F238E27FC236}">
                <a16:creationId xmlns:a16="http://schemas.microsoft.com/office/drawing/2014/main" id="{B3A79ECA-28E8-A857-97F4-082EF2B1CAB8}"/>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28788" y="4911127"/>
            <a:ext cx="58644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28788" y="5248720"/>
            <a:ext cx="5864400"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B89773B8-8237-C7B1-9DF8-93B5D5BF7DEE}"/>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5" name="Picture Placeholder 5">
            <a:extLst xmlns:a="http://schemas.openxmlformats.org/drawingml/2006/main">
              <a:ext uri="{FF2B5EF4-FFF2-40B4-BE49-F238E27FC236}">
                <a16:creationId xmlns:a16="http://schemas.microsoft.com/office/drawing/2014/main" id="{1F10E851-3567-F699-4B5F-02ABBB3355AC}"/>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8" name="Slide Number Placeholder 7">
            <a:extLst xmlns:a="http://schemas.openxmlformats.org/drawingml/2006/main">
              <a:ext uri="{FF2B5EF4-FFF2-40B4-BE49-F238E27FC236}">
                <a16:creationId xmlns:a16="http://schemas.microsoft.com/office/drawing/2014/main" id="{21257FF2-E055-B5F9-4582-79A01E21822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9" name="Footer Placeholder 6">
            <a:extLst xmlns:a="http://schemas.openxmlformats.org/drawingml/2006/main">
              <a:ext uri="{FF2B5EF4-FFF2-40B4-BE49-F238E27FC236}">
                <a16:creationId xmlns:a16="http://schemas.microsoft.com/office/drawing/2014/main" id="{3432B7A5-BCFF-0B37-3621-48E5B163BE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Date Placeholder 4">
            <a:extLst xmlns:a="http://schemas.openxmlformats.org/drawingml/2006/main">
              <a:ext uri="{FF2B5EF4-FFF2-40B4-BE49-F238E27FC236}">
                <a16:creationId xmlns:a16="http://schemas.microsoft.com/office/drawing/2014/main" id="{54EBA6F0-8007-BA20-B49E-4F5863B4E1E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3" name="Accent mark">
            <a:extLst xmlns:a="http://schemas.openxmlformats.org/drawingml/2006/main">
              <a:ext uri="{FF2B5EF4-FFF2-40B4-BE49-F238E27FC236}">
                <a16:creationId xmlns:a16="http://schemas.microsoft.com/office/drawing/2014/main" id="{F6E69B24-94C1-6ACB-ADE4-5BD87AD69DCA}"/>
              </a:ext>
            </a:extLst>
          </p:cNvPr>
          <p:cNvSpPr>
            <a:spLocks xmlns:a="http://schemas.openxmlformats.org/drawingml/2006/main" noGrp="1"/>
          </p:cNvSpPr>
          <p:nvPr/>
        </p:nvSpPr>
        <p:spPr>
          <a:xfrm xmlns:a="http://schemas.openxmlformats.org/drawingml/2006/main">
            <a:off x="5828788" y="4599419"/>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3.xml><?xml version="1.0" encoding="utf-8"?>
<p:sldLayout xmlns:p="http://schemas.openxmlformats.org/presentationml/2006/main" preserve="1" userDrawn="1">
  <p:cSld name="Dark - Single metric">
    <p:bg>
      <p:bgPr>
        <a:solidFill xmlns:a="http://schemas.openxmlformats.org/drawingml/2006/main">
          <a:schemeClr val="bg2"/>
        </a:solidFill>
      </p:bgPr>
    </p:bg>
    <p:spTree>
      <p:nvGrpSpPr>
        <p:cNvPr id="1" name=""/>
        <p:cNvGrpSpPr/>
        <p:nvPr/>
      </p:nvGrpSpPr>
      <p:grpSpPr>
        <a:xfrm xmlns:a="http://schemas.openxmlformats.org/drawingml/2006/main"/>
      </p:grpSpPr>
      <p:pic>
        <p:nvPicPr>
          <p:cNvPr id="14" name="Graphic 1"/>
          <p:cNvPicPr>
            <a:picLocks xmlns:a="http://schemas.openxmlformats.org/drawingml/2006/main" noChangeAspect="1"/>
          </p:cNvPicPr>
          <p:nvPr/>
        </p:nvPicPr>
        <p:blipFill>
          <a:blip xmlns:r="http://schemas.openxmlformats.org/officeDocument/2006/relationships" xmlns:a="http://schemas.openxmlformats.org/drawingml/2006/main" r:embed="R5222e208cbda4fc0">
            <a:extLst>
              <a:ext uri="{96DAC541-7B7A-43D3-8B79-37D633B846F1}">
                <asvg:svgBlip xmlns:asvg="http://schemas.microsoft.com/office/drawing/2016/SVG/main" r:embed="Rfca622e5f8e24c11"/>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3" name="Title 2">
            <a:extLst xmlns:a="http://schemas.openxmlformats.org/drawingml/2006/main">
              <a:ext uri="{FF2B5EF4-FFF2-40B4-BE49-F238E27FC236}">
                <a16:creationId xmlns:a16="http://schemas.microsoft.com/office/drawing/2014/main" id="{B099EEEE-62A5-DE0D-FD45-A3C465FD76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9" name="Text Placeholder 4">
            <a:extLst xmlns:a="http://schemas.openxmlformats.org/drawingml/2006/main">
              <a:ext uri="{FF2B5EF4-FFF2-40B4-BE49-F238E27FC236}">
                <a16:creationId xmlns:a16="http://schemas.microsoft.com/office/drawing/2014/main" id="{52A6D6F1-EBC4-4335-819B-433720EB173D}"/>
              </a:ext>
            </a:extLst>
          </p:cNvPr>
          <p:cNvSpPr>
            <a:spLocks xmlns:a="http://schemas.openxmlformats.org/drawingml/2006/main" noGrp="1"/>
          </p:cNvSpPr>
          <p:nvPr>
            <p:ph type="body" idx="15" hasCustomPrompt="1"/>
          </p:nvPr>
        </p:nvSpPr>
        <p:spPr>
          <a:xfrm xmlns:a="http://schemas.openxmlformats.org/drawingml/2006/main">
            <a:off x="789734" y="1600200"/>
            <a:ext cx="5085287" cy="2415700"/>
          </a:xfrm>
        </p:spPr>
        <p:txBody>
          <a:bodyPr xmlns:a="http://schemas.openxmlformats.org/drawingml/2006/main" anchor="b"/>
          <a:lstStyle xmlns:a="http://schemas.openxmlformats.org/drawingml/2006/main">
            <a:lvl1pPr>
              <a:buNone/>
              <a:defRPr sz="8000" b="1">
                <a:solidFill>
                  <a:schemeClr val="tx1"/>
                </a:solidFill>
              </a:defRPr>
            </a:lvl1pPr>
          </a:lstStyle>
          <a:p xmlns:a="http://schemas.openxmlformats.org/drawingml/2006/main">
            <a:pPr lvl="0">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841059"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pic>
        <p:nvPicPr>
          <p:cNvPr id="18" name="OTag"/>
          <p:cNvPicPr>
            <a:picLocks xmlns:a="http://schemas.openxmlformats.org/drawingml/2006/main" noChangeAspect="1"/>
          </p:cNvPicPr>
          <p:nvPr/>
        </p:nvPicPr>
        <p:blipFill>
          <a:blip xmlns:r="http://schemas.openxmlformats.org/officeDocument/2006/relationships" xmlns:a="http://schemas.openxmlformats.org/drawingml/2006/main" r:embed="Rd268003a19824920"/>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Slide Number Placeholder 7">
            <a:extLst xmlns:a="http://schemas.openxmlformats.org/drawingml/2006/main">
              <a:ext uri="{FF2B5EF4-FFF2-40B4-BE49-F238E27FC236}">
                <a16:creationId xmlns:a16="http://schemas.microsoft.com/office/drawing/2014/main" id="{CB737692-EBCE-3DB2-EEE6-98690BCF9269}"/>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0" name="Footer Placeholder 6">
            <a:extLst xmlns:a="http://schemas.openxmlformats.org/drawingml/2006/main">
              <a:ext uri="{FF2B5EF4-FFF2-40B4-BE49-F238E27FC236}">
                <a16:creationId xmlns:a16="http://schemas.microsoft.com/office/drawing/2014/main" id="{4F04817E-BD68-D98E-68D4-B156602982EB}"/>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Date Placeholder 4">
            <a:extLst xmlns:a="http://schemas.openxmlformats.org/drawingml/2006/main">
              <a:ext uri="{FF2B5EF4-FFF2-40B4-BE49-F238E27FC236}">
                <a16:creationId xmlns:a16="http://schemas.microsoft.com/office/drawing/2014/main" id="{D8490AA6-ABB7-8870-D034-F44F2026B242}"/>
              </a:ext>
            </a:extLst>
          </p:cNvPr>
          <p:cNvSpPr>
            <a:spLocks xmlns:a="http://schemas.openxmlformats.org/drawingml/2006/main" noGrp="1"/>
          </p:cNvSpPr>
          <p:nvPr>
            <p:ph type="dt" idx="1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7" name="Accent mark">
            <a:extLst xmlns:a="http://schemas.openxmlformats.org/drawingml/2006/main">
              <a:ext uri="{FF2B5EF4-FFF2-40B4-BE49-F238E27FC236}">
                <a16:creationId xmlns:a16="http://schemas.microsoft.com/office/drawing/2014/main" id="{F914C2C0-AA33-B6B2-67CF-DCC0E7C6D76B}"/>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4.xml><?xml version="1.0" encoding="utf-8"?>
<p:sldLayout xmlns:p="http://schemas.openxmlformats.org/presentationml/2006/main" preserve="1" userDrawn="1">
  <p:cSld name="Light - Single metric">
    <p:bg>
      <p:bgRef idx="1001">
        <a:schemeClr xmlns:a="http://schemas.openxmlformats.org/drawingml/2006/main" val="bg2"/>
      </p:bgRef>
    </p:bg>
    <p:spTree>
      <p:nvGrpSpPr>
        <p:cNvPr id="1" name=""/>
        <p:cNvGrpSpPr/>
        <p:nvPr/>
      </p:nvGrpSpPr>
      <p:grpSpPr>
        <a:xfrm xmlns:a="http://schemas.openxmlformats.org/drawingml/2006/main"/>
      </p:grpSpPr>
      <p:sp>
        <p:nvSpPr>
          <p:cNvPr id="9" name="Title 8">
            <a:extLst xmlns:a="http://schemas.openxmlformats.org/drawingml/2006/main">
              <a:ext uri="{FF2B5EF4-FFF2-40B4-BE49-F238E27FC236}">
                <a16:creationId xmlns:a16="http://schemas.microsoft.com/office/drawing/2014/main" id="{3C834F4C-E96D-655B-5790-3D3144B54C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Text Placeholder 4">
            <a:extLst xmlns:a="http://schemas.openxmlformats.org/drawingml/2006/main">
              <a:ext uri="{FF2B5EF4-FFF2-40B4-BE49-F238E27FC236}">
                <a16:creationId xmlns:a16="http://schemas.microsoft.com/office/drawing/2014/main" id="{9A83AB0E-EC5F-476F-B6A9-E6F9CE84E95A}"/>
              </a:ext>
            </a:extLst>
          </p:cNvPr>
          <p:cNvSpPr>
            <a:spLocks xmlns:a="http://schemas.openxmlformats.org/drawingml/2006/main" noGrp="1"/>
          </p:cNvSpPr>
          <p:nvPr>
            <p:ph type="body" idx="15" hasCustomPrompt="1"/>
          </p:nvPr>
        </p:nvSpPr>
        <p:spPr>
          <a:xfrm xmlns:a="http://schemas.openxmlformats.org/drawingml/2006/main">
            <a:off x="792538" y="1600200"/>
            <a:ext cx="5072063" cy="2415700"/>
          </a:xfrm>
        </p:spPr>
        <p:txBody>
          <a:bodyPr xmlns:a="http://schemas.openxmlformats.org/drawingml/2006/main" anchor="b"/>
          <a:lstStyle xmlns:a="http://schemas.openxmlformats.org/drawingml/2006/main">
            <a:lvl1pPr>
              <a:lnSpc>
                <a:spcPct val="100000"/>
              </a:lnSpc>
              <a:buNone/>
              <a:defRPr sz="8000" b="1">
                <a:solidFill>
                  <a:schemeClr val="tx1"/>
                </a:solidFill>
              </a:defRPr>
            </a:lvl1pPr>
          </a:lstStyle>
          <a:p xmlns:a="http://schemas.openxmlformats.org/drawingml/2006/main">
            <a:pPr lvl="0">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792538"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CBADD7B5-9676-40DE-A88A-5EC3D33A6577}"/>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89C4B030-1E0B-4CB0-87B4-DF607257368B}"/>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14EF74DF-FD68-4CDF-B4CE-342E7A165BCB}"/>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18" name="Graphic 5"/>
          <p:cNvPicPr>
            <a:picLocks xmlns:a="http://schemas.openxmlformats.org/drawingml/2006/main" noChangeAspect="1"/>
          </p:cNvPicPr>
          <p:nvPr/>
        </p:nvPicPr>
        <p:blipFill>
          <a:blip xmlns:r="http://schemas.openxmlformats.org/officeDocument/2006/relationships" xmlns:a="http://schemas.openxmlformats.org/drawingml/2006/main" r:embed="R5e8d6c77e99b430b">
            <a:extLst>
              <a:ext uri="{96DAC541-7B7A-43D3-8B79-37D633B846F1}">
                <asvg:svgBlip xmlns:asvg="http://schemas.microsoft.com/office/drawing/2016/SVG/main" r:embed="Rb56d3e65ff3b4b21"/>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10" name="Accent mark">
            <a:extLst xmlns:a="http://schemas.openxmlformats.org/drawingml/2006/main">
              <a:ext uri="{FF2B5EF4-FFF2-40B4-BE49-F238E27FC236}">
                <a16:creationId xmlns:a16="http://schemas.microsoft.com/office/drawing/2014/main" id="{92B14C41-985E-E73E-2DEF-63120221F3B5}"/>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5.xml><?xml version="1.0" encoding="utf-8"?>
<p:sldLayout xmlns:p="http://schemas.openxmlformats.org/presentationml/2006/main" preserve="1" userDrawn="1">
  <p:cSld name="Dark - Thank You">
    <p:bg>
      <p:bgPr>
        <a:solidFill xmlns:a="http://schemas.openxmlformats.org/drawingml/2006/main">
          <a:schemeClr val="bg2"/>
        </a:solidFill>
      </p:bgPr>
    </p:bg>
    <p:spTree>
      <p:nvGrpSpPr>
        <p:cNvPr id="1" name=""/>
        <p:cNvGrpSpPr/>
        <p:nvPr/>
      </p:nvGrpSpPr>
      <p:grpSpPr>
        <a:xfrm xmlns:a="http://schemas.openxmlformats.org/drawingml/2006/main"/>
      </p:grpSpPr>
      <p:pic>
        <p:nvPicPr>
          <p:cNvPr id="18" name="Graphic 4"/>
          <p:cNvPicPr>
            <a:picLocks xmlns:a="http://schemas.openxmlformats.org/drawingml/2006/main" noChangeAspect="1"/>
          </p:cNvPicPr>
          <p:nvPr/>
        </p:nvPicPr>
        <p:blipFill>
          <a:blip xmlns:r="http://schemas.openxmlformats.org/officeDocument/2006/relationships" xmlns:a="http://schemas.openxmlformats.org/drawingml/2006/main" r:embed="Rf1990ca098034c63">
            <a:extLst>
              <a:ext uri="{96DAC541-7B7A-43D3-8B79-37D633B846F1}">
                <asvg:svgBlip xmlns:asvg="http://schemas.microsoft.com/office/drawing/2016/SVG/main" r:embed="R566d68bfd89d418b"/>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3" name="Thank you">
            <a:extLst xmlns:a="http://schemas.openxmlformats.org/drawingml/2006/main">
              <a:ext uri="{FF2B5EF4-FFF2-40B4-BE49-F238E27FC236}">
                <a16:creationId xmlns:a16="http://schemas.microsoft.com/office/drawing/2014/main" id="{1F390879-C7C7-4224-97BB-1C165BFB5AA3}"/>
              </a:ext>
            </a:extLst>
          </p:cNvPr>
          <p:cNvSpPr>
            <a:spLocks xmlns:a="http://schemas.openxmlformats.org/drawingml/2006/main" noGrp="1"/>
          </p:cNvSpPr>
          <p:nvPr>
            <p:ph type="title" idx="0" hasCustomPrompt="1"/>
          </p:nvPr>
        </p:nvSpPr>
        <p:spPr>
          <a:xfrm xmlns:a="http://schemas.openxmlformats.org/drawingml/2006/main">
            <a:off x="768875" y="3483973"/>
            <a:ext cx="5029200"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marR="0" lvl="0" indent="0">
              <a:lnSpc>
                <a:spcPct val="100000"/>
              </a:lnSpc>
              <a:spcBef>
                <a:spcPts val="0"/>
              </a:spcBef>
              <a:spcAft>
                <a:spcPts val="0"/>
              </a:spcAft>
              <a:buClrTx/>
              <a:buSzTx/>
              <a:buFont typeface="System Font Regular"/>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Click to edit Master text styles</a:t>
            </a:r>
          </a:p>
        </p:txBody>
      </p:sp>
      <p:pic>
        <p:nvPicPr>
          <p:cNvPr id="22" name="OTag"/>
          <p:cNvPicPr>
            <a:picLocks xmlns:a="http://schemas.openxmlformats.org/drawingml/2006/main" noChangeAspect="1"/>
          </p:cNvPicPr>
          <p:nvPr/>
        </p:nvPicPr>
        <p:blipFill>
          <a:blip xmlns:r="http://schemas.openxmlformats.org/officeDocument/2006/relationships" xmlns:a="http://schemas.openxmlformats.org/drawingml/2006/main" r:embed="Red4b7da31dac4766"/>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13" name="Date Placeholder 12">
            <a:extLst xmlns:a="http://schemas.openxmlformats.org/drawingml/2006/main">
              <a:ext uri="{FF2B5EF4-FFF2-40B4-BE49-F238E27FC236}">
                <a16:creationId xmlns:a16="http://schemas.microsoft.com/office/drawing/2014/main" id="{3476C750-59D6-EB09-06A9-634F34474538}"/>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4" name="Footer Placeholder 13">
            <a:extLst xmlns:a="http://schemas.openxmlformats.org/drawingml/2006/main">
              <a:ext uri="{FF2B5EF4-FFF2-40B4-BE49-F238E27FC236}">
                <a16:creationId xmlns:a16="http://schemas.microsoft.com/office/drawing/2014/main" id="{C0D2E1ED-2B0F-7B22-726D-4623578504D2}"/>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Slide Number Placeholder 14">
            <a:extLst xmlns:a="http://schemas.openxmlformats.org/drawingml/2006/main">
              <a:ext uri="{FF2B5EF4-FFF2-40B4-BE49-F238E27FC236}">
                <a16:creationId xmlns:a16="http://schemas.microsoft.com/office/drawing/2014/main" id="{83E4861B-95EB-30B4-4A73-1871E7B14738}"/>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2" name="Accent mark">
            <a:extLst xmlns:a="http://schemas.openxmlformats.org/drawingml/2006/main">
              <a:ext uri="{FF2B5EF4-FFF2-40B4-BE49-F238E27FC236}">
                <a16:creationId xmlns:a16="http://schemas.microsoft.com/office/drawing/2014/main" id="{AED05725-671E-C225-6DF9-7BB572CF6458}"/>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6.xml><?xml version="1.0" encoding="utf-8"?>
<p:sldLayout xmlns:p="http://schemas.openxmlformats.org/presentationml/2006/main" preserve="1" userDrawn="1">
  <p:cSld name="Light - Thank You">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hank You">
            <a:extLst xmlns:a="http://schemas.openxmlformats.org/drawingml/2006/main">
              <a:ext uri="{FF2B5EF4-FFF2-40B4-BE49-F238E27FC236}">
                <a16:creationId xmlns:a16="http://schemas.microsoft.com/office/drawing/2014/main" id="{701BFB4F-AD1A-4B21-826E-A2F61F5D8AAB}"/>
              </a:ext>
            </a:extLst>
          </p:cNvPr>
          <p:cNvSpPr>
            <a:spLocks xmlns:a="http://schemas.openxmlformats.org/drawingml/2006/main" noGrp="1"/>
          </p:cNvSpPr>
          <p:nvPr>
            <p:ph type="title" idx="0" hasCustomPrompt="1"/>
          </p:nvPr>
        </p:nvSpPr>
        <p:spPr>
          <a:xfrm xmlns:a="http://schemas.openxmlformats.org/drawingml/2006/main">
            <a:off x="768875" y="3482230"/>
            <a:ext cx="5022325"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marR="0" lvl="0" indent="0">
              <a:lnSpc>
                <a:spcPct val="100000"/>
              </a:lnSpc>
              <a:spcBef>
                <a:spcPts val="0"/>
              </a:spcBef>
              <a:spcAft>
                <a:spcPts val="0"/>
              </a:spcAft>
              <a:buClrTx/>
              <a:buSzTx/>
              <a:buFont typeface="System Font Regular"/>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Click to edit Master text styles</a:t>
            </a:r>
          </a:p>
        </p:txBody>
      </p:sp>
      <p:pic>
        <p:nvPicPr>
          <p:cNvPr id="42" name="OTag"/>
          <p:cNvPicPr>
            <a:picLocks xmlns:a="http://schemas.openxmlformats.org/drawingml/2006/main" noChangeAspect="1"/>
          </p:cNvPicPr>
          <p:nvPr/>
        </p:nvPicPr>
        <p:blipFill>
          <a:blip xmlns:r="http://schemas.openxmlformats.org/officeDocument/2006/relationships" xmlns:a="http://schemas.openxmlformats.org/drawingml/2006/main" r:embed="Ra5912c6a801c4a2a"/>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3" name="Date Placeholder 32">
            <a:extLst xmlns:a="http://schemas.openxmlformats.org/drawingml/2006/main">
              <a:ext uri="{FF2B5EF4-FFF2-40B4-BE49-F238E27FC236}">
                <a16:creationId xmlns:a16="http://schemas.microsoft.com/office/drawing/2014/main" id="{C757BBF7-1C67-AA09-584F-7A752DCB4BC9}"/>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34" name="Footer Placeholder 33">
            <a:extLst xmlns:a="http://schemas.openxmlformats.org/drawingml/2006/main">
              <a:ext uri="{FF2B5EF4-FFF2-40B4-BE49-F238E27FC236}">
                <a16:creationId xmlns:a16="http://schemas.microsoft.com/office/drawing/2014/main" id="{2B12D776-70C0-CC40-00F8-F8AB6108C9AA}"/>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5" name="Slide Number Placeholder 34">
            <a:extLst xmlns:a="http://schemas.openxmlformats.org/drawingml/2006/main">
              <a:ext uri="{FF2B5EF4-FFF2-40B4-BE49-F238E27FC236}">
                <a16:creationId xmlns:a16="http://schemas.microsoft.com/office/drawing/2014/main" id="{2021DDA7-EEBD-CE8D-1221-C07F76A0D39F}"/>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pic>
        <p:nvPicPr>
          <p:cNvPr id="46" name="OTag"/>
          <p:cNvPicPr>
            <a:picLocks xmlns:a="http://schemas.openxmlformats.org/drawingml/2006/main" noChangeAspect="1"/>
          </p:cNvPicPr>
          <p:nvPr/>
        </p:nvPicPr>
        <p:blipFill>
          <a:blip xmlns:r="http://schemas.openxmlformats.org/officeDocument/2006/relationships" xmlns:a="http://schemas.openxmlformats.org/drawingml/2006/main" r:embed="Ra5912c6a801c4a2a"/>
          <a:stretch xmlns:a="http://schemas.openxmlformats.org/drawingml/2006/main">
            <a:fillRect l="0" t="0" r="0" b="0"/>
          </a:stretch>
        </p:blipFill>
        <p:spPr>
          <a:xfrm xmlns:a="http://schemas.openxmlformats.org/drawingml/2006/main">
            <a:off x="11402373" y="6464808"/>
            <a:ext cx="393192" cy="393192"/>
          </a:xfrm>
          <a:prstGeom xmlns:a="http://schemas.openxmlformats.org/drawingml/2006/main" prst="rect">
            <a:avLst/>
          </a:prstGeom>
        </p:spPr>
      </p:pic>
      <p:pic>
        <p:nvPicPr>
          <p:cNvPr id="47" name="Graphic 3"/>
          <p:cNvPicPr>
            <a:picLocks xmlns:a="http://schemas.openxmlformats.org/drawingml/2006/main" noChangeAspect="1"/>
          </p:cNvPicPr>
          <p:nvPr/>
        </p:nvPicPr>
        <p:blipFill>
          <a:blip xmlns:r="http://schemas.openxmlformats.org/officeDocument/2006/relationships" xmlns:a="http://schemas.openxmlformats.org/drawingml/2006/main" r:embed="Rf26189b371604bdf">
            <a:extLst>
              <a:ext uri="{96DAC541-7B7A-43D3-8B79-37D633B846F1}">
                <asvg:svgBlip xmlns:asvg="http://schemas.microsoft.com/office/drawing/2016/SVG/main" r:embed="R8bb9107ba0034676"/>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B0EC2F66-9907-2F15-B317-36B39B8BBE6F}"/>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7.xml><?xml version="1.0" encoding="utf-8"?>
<p:sldLayout xmlns:p="http://schemas.openxmlformats.org/presentationml/2006/main" preserve="1" userDrawn="1">
  <p:cSld name="Dark - Safe harbor_Pillar">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5" name="Slide Number Placeholder 7">
            <a:extLst xmlns:a="http://schemas.openxmlformats.org/drawingml/2006/main">
              <a:ext uri="{FF2B5EF4-FFF2-40B4-BE49-F238E27FC236}">
                <a16:creationId xmlns:a16="http://schemas.microsoft.com/office/drawing/2014/main" id="{BAE1FE92-0B5A-C3C7-4D80-295A1C03DE54}"/>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Footer Placeholder 6">
            <a:extLst xmlns:a="http://schemas.openxmlformats.org/drawingml/2006/main">
              <a:ext uri="{FF2B5EF4-FFF2-40B4-BE49-F238E27FC236}">
                <a16:creationId xmlns:a16="http://schemas.microsoft.com/office/drawing/2014/main" id="{F12714ED-3627-881E-09BA-8AF5C2283036}"/>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1E845CA1-2B55-2D69-3680-9CE99F31519C}"/>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8" name="TextBox 7">
            <a:extLst xmlns:a="http://schemas.openxmlformats.org/drawingml/2006/main">
              <a:ext uri="{FF2B5EF4-FFF2-40B4-BE49-F238E27FC236}">
                <a16:creationId xmlns:a16="http://schemas.microsoft.com/office/drawing/2014/main" id="{F2087D21-F78B-45C7-2C05-43C5D2F54367}"/>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cSld>
</p:sldLayout>
</file>

<file path=ppt/slideLayouts/slideLayout38.xml><?xml version="1.0" encoding="utf-8"?>
<p:sldLayout xmlns:p="http://schemas.openxmlformats.org/presentationml/2006/main" preserve="1" userDrawn="1">
  <p:cSld name="Light - Safe harbor_Pillar">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4" name="Slide Number Placeholder 5">
            <a:extLst xmlns:a="http://schemas.openxmlformats.org/drawingml/2006/main">
              <a:ext uri="{FF2B5EF4-FFF2-40B4-BE49-F238E27FC236}">
                <a16:creationId xmlns:a16="http://schemas.microsoft.com/office/drawing/2014/main" id="{BC646B5F-9A04-2345-9C7A-6782C7E4993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FFEE0BDB-5EA2-52EC-445D-A4A5ED94A7B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462F21D1-B67F-E9FA-456D-B3EE99FD662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5" name="TextBox 4">
            <a:extLst xmlns:a="http://schemas.openxmlformats.org/drawingml/2006/main">
              <a:ext uri="{FF2B5EF4-FFF2-40B4-BE49-F238E27FC236}">
                <a16:creationId xmlns:a16="http://schemas.microsoft.com/office/drawing/2014/main" id="{CA4392FF-7C2C-D37B-DD7D-60C8C946E8C6}"/>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cSld>
</p:sldLayout>
</file>

<file path=ppt/slideLayouts/slideLayout39.xml><?xml version="1.0" encoding="utf-8"?>
<p:sldLayout xmlns:p="http://schemas.openxmlformats.org/presentationml/2006/main" preserve="1" userDrawn="1">
  <p:cSld name="Note on safe harbor/forward looking">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harbor/forward looking</a:t>
            </a:r>
          </a:p>
        </p:txBody>
      </p:sp>
      <p:sp>
        <p:nvSpPr>
          <p:cNvPr id="4" name="Slide Number Placeholder 5">
            <a:extLst xmlns:a="http://schemas.openxmlformats.org/drawingml/2006/main">
              <a:ext uri="{FF2B5EF4-FFF2-40B4-BE49-F238E27FC236}">
                <a16:creationId xmlns:a16="http://schemas.microsoft.com/office/drawing/2014/main" id="{BC646B5F-9A04-2345-9C7A-6782C7E4993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FFEE0BDB-5EA2-52EC-445D-A4A5ED94A7B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462F21D1-B67F-E9FA-456D-B3EE99FD662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17" name="TextBox 16">
            <a:extLst xmlns:a="http://schemas.openxmlformats.org/drawingml/2006/main">
              <a:ext uri="{FF2B5EF4-FFF2-40B4-BE49-F238E27FC236}">
                <a16:creationId xmlns:a16="http://schemas.microsoft.com/office/drawing/2014/main" id="{E5EA32E2-5AE7-3199-6814-98A3082209E7}"/>
              </a:ext>
            </a:extLst>
          </p:cNvPr>
          <p:cNvSpPr>
            <a:spLocks xmlns:a="http://schemas.openxmlformats.org/drawingml/2006/main" noGrp="1"/>
          </p:cNvSpPr>
          <p:nvPr/>
        </p:nvSpPr>
        <p:spPr>
          <a:xfrm xmlns:a="http://schemas.openxmlformats.org/drawingml/2006/main">
            <a:off x="762000" y="1608575"/>
            <a:ext cx="5084064" cy="327839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Legal Entity footer is required on every slide.</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Regulatory Statement is required on the title slide, and Forward-Looking statement slide (if the Forward-Looking statement slide is needed).</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Forward-Looking statement and Safe Harbor slides are required only for external presentations that pertain to:</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Product launches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Executive presentations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Keynotes at major events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Events attended by financial analysts</a:t>
            </a:r>
          </a:p>
        </p:txBody>
      </p:sp>
      <p:sp>
        <p:nvSpPr>
          <p:cNvPr id="19" name="TextBox 18">
            <a:extLst xmlns:a="http://schemas.openxmlformats.org/drawingml/2006/main">
              <a:ext uri="{FF2B5EF4-FFF2-40B4-BE49-F238E27FC236}">
                <a16:creationId xmlns:a16="http://schemas.microsoft.com/office/drawing/2014/main" id="{08E9360F-1286-D2C8-A87B-E68B6EAEB555}"/>
              </a:ext>
            </a:extLst>
          </p:cNvPr>
          <p:cNvSpPr>
            <a:spLocks xmlns:a="http://schemas.openxmlformats.org/drawingml/2006/main" noGrp="1"/>
          </p:cNvSpPr>
          <p:nvPr/>
        </p:nvSpPr>
        <p:spPr>
          <a:xfrm xmlns:a="http://schemas.openxmlformats.org/drawingml/2006/main">
            <a:off x="6345936" y="1608575"/>
            <a:ext cx="5084064" cy="341458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If it is required, it should appear twice: after the title slide and at the end of the slide deck.  When video recording, there should be a 3  second camera hold on the final slide. </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Safe harbor slide should be placed immediately following the title slide. </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rgbClr val="C74634"/>
                </a:solidFill>
                <a:latin typeface="Oracle Sans"/>
                <a:ea typeface="Oracle Sans"/>
                <a:cs typeface="Oracle Sans"/>
              </a:rPr>
              <a:t>If the presentation does not pertain to any one of the above, the Forward-Looking statement and Safe harbor slides can be left out entirely and should be deleted</a:t>
            </a:r>
          </a:p>
        </p:txBody>
      </p:sp>
      <p:sp>
        <p:nvSpPr>
          <p:cNvPr id="21" name="Column Divider">
            <a:extLst xmlns:a="http://schemas.openxmlformats.org/drawingml/2006/main">
              <a:ext uri="{FF2B5EF4-FFF2-40B4-BE49-F238E27FC236}">
                <a16:creationId xmlns:a16="http://schemas.microsoft.com/office/drawing/2014/main" id="{7A948359-46FA-49AC-A0A2-E732F5F76138}"/>
              </a:ext>
            </a:extLst>
          </p:cNvPr>
          <p:cNvSpPr>
            <a:spLocks xmlns:a="http://schemas.openxmlformats.org/drawingml/2006/main" noGrp="1"/>
          </p:cNvSpPr>
          <p:nvPr/>
        </p:nvSpPr>
        <p:spPr>
          <a:xfrm xmlns:a="http://schemas.openxmlformats.org/drawingml/2006/main">
            <a:off x="6109577" y="160857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0.xml><?xml version="1.0" encoding="utf-8"?>
<p:sldLayout xmlns:p="http://schemas.openxmlformats.org/presentationml/2006/main" preserve="1" userDrawn="1">
  <p:cSld name="Speaker_1_Name">
    <p:bg>
      <p:bgRef idx="1001">
        <a:schemeClr xmlns:a="http://schemas.openxmlformats.org/drawingml/2006/main" val="bg2"/>
      </p:bgRef>
    </p:bg>
    <p:spTree>
      <p:nvGrpSpPr>
        <p:cNvPr id="1" name=""/>
        <p:cNvGrpSpPr/>
        <p:nvPr/>
      </p:nvGrpSpPr>
      <p:grpSpPr>
        <a:xfrm xmlns:a="http://schemas.openxmlformats.org/drawingml/2006/main"/>
      </p:grpSpPr>
      <p:pic>
        <p:nvPicPr>
          <p:cNvPr id="14" name="Graphic 1"/>
          <p:cNvPicPr>
            <a:picLocks xmlns:a="http://schemas.openxmlformats.org/drawingml/2006/main" noChangeAspect="1"/>
          </p:cNvPicPr>
          <p:nvPr/>
        </p:nvPicPr>
        <p:blipFill>
          <a:blip xmlns:r="http://schemas.openxmlformats.org/officeDocument/2006/relationships" xmlns:a="http://schemas.openxmlformats.org/drawingml/2006/main" r:embed="Rabe236c8bf5246d8">
            <a:extLst>
              <a:ext uri="{96DAC541-7B7A-43D3-8B79-37D633B846F1}">
                <asvg:svgBlip xmlns:asvg="http://schemas.microsoft.com/office/drawing/2016/SVG/main" r:embed="R3ca3e6ca84cd4151"/>
              </a:ext>
            </a:extLst>
          </a:blip>
          <a:srcRect xmlns:a="http://schemas.openxmlformats.org/drawingml/2006/main" l="5687" t="0" r="0" b="27270"/>
          <a:stretch xmlns:a="http://schemas.openxmlformats.org/drawingml/2006/main"/>
        </p:blipFill>
        <p:spPr>
          <a:xfrm xmlns:a="http://schemas.openxmlformats.org/drawingml/2006/main" rot="10800000">
            <a:off x="0" y="3611878"/>
            <a:ext cx="6314112" cy="3246122"/>
          </a:xfrm>
          <a:prstGeom xmlns:a="http://schemas.openxmlformats.org/drawingml/2006/main" prst="rect">
            <a:avLst/>
          </a:prstGeom>
        </p:spPr>
      </p:pic>
      <p:pic>
        <p:nvPicPr>
          <p:cNvPr id="15" name="Graphic 2"/>
          <p:cNvPicPr>
            <a:picLocks xmlns:a="http://schemas.openxmlformats.org/drawingml/2006/main" noChangeAspect="1"/>
          </p:cNvPicPr>
          <p:nvPr/>
        </p:nvPicPr>
        <p:blipFill>
          <a:blip xmlns:r="http://schemas.openxmlformats.org/officeDocument/2006/relationships" xmlns:a="http://schemas.openxmlformats.org/drawingml/2006/main" r:embed="Rabe236c8bf5246d8">
            <a:extLst>
              <a:ext uri="{96DAC541-7B7A-43D3-8B79-37D633B846F1}">
                <asvg:svgBlip xmlns:asvg="http://schemas.microsoft.com/office/drawing/2016/SVG/main" r:embed="R3ca3e6ca84cd4151"/>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One speaker on stage</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Text Placeholder 33">
            <a:extLst xmlns:a="http://schemas.openxmlformats.org/drawingml/2006/main">
              <a:ext uri="{FF2B5EF4-FFF2-40B4-BE49-F238E27FC236}">
                <a16:creationId xmlns:a16="http://schemas.microsoft.com/office/drawing/2014/main" id="{23FEB0B4-B182-7549-DC07-DDA74F8C8764}"/>
              </a:ext>
            </a:extLst>
          </p:cNvPr>
          <p:cNvSpPr>
            <a:spLocks xmlns:a="http://schemas.openxmlformats.org/drawingml/2006/main" noGrp="1"/>
          </p:cNvSpPr>
          <p:nvPr>
            <p:ph type="body" idx="13" hasCustomPrompt="1"/>
          </p:nvPr>
        </p:nvSpPr>
        <p:spPr>
          <a:xfrm xmlns:a="http://schemas.openxmlformats.org/drawingml/2006/main">
            <a:off x="3810000" y="2720621"/>
            <a:ext cx="4572000" cy="640073"/>
          </a:xfrm>
        </p:spPr>
        <p:txBody>
          <a:bodyPr xmlns:a="http://schemas.openxmlformats.org/drawingml/2006/main" vert="horz" lIns="0" tIns="0" rIns="0" bIns="0" anchor="b">
            <a:noAutofit/>
          </a:bodyPr>
          <a:lstStyle xmlns:a="http://schemas.openxmlformats.org/drawingml/2006/main">
            <a:lvl1pPr algn="ctr">
              <a:lnSpc>
                <a:spcPct val="100000"/>
              </a:lnSpc>
              <a:buNone/>
              <a:defRPr sz="28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 name="Text Placeholder 33">
            <a:extLst xmlns:a="http://schemas.openxmlformats.org/drawingml/2006/main">
              <a:ext uri="{FF2B5EF4-FFF2-40B4-BE49-F238E27FC236}">
                <a16:creationId xmlns:a16="http://schemas.microsoft.com/office/drawing/2014/main" id="{580B83F2-896B-0C6B-B807-89AAAC67626C}"/>
              </a:ext>
            </a:extLst>
          </p:cNvPr>
          <p:cNvSpPr>
            <a:spLocks xmlns:a="http://schemas.openxmlformats.org/drawingml/2006/main" noGrp="1"/>
          </p:cNvSpPr>
          <p:nvPr>
            <p:ph type="body" idx="14" hasCustomPrompt="1"/>
          </p:nvPr>
        </p:nvSpPr>
        <p:spPr>
          <a:xfrm xmlns:a="http://schemas.openxmlformats.org/drawingml/2006/main">
            <a:off x="3810000" y="3359674"/>
            <a:ext cx="4572000" cy="640073"/>
          </a:xfrm>
        </p:spPr>
        <p:txBody>
          <a:bodyPr xmlns:a="http://schemas.openxmlformats.org/drawingml/2006/main" vert="horz" lIns="0" tIns="0" rIns="0" bIns="0" anchor="t">
            <a:noAutofit/>
          </a:bodyPr>
          <a:lstStyle xmlns:a="http://schemas.openxmlformats.org/drawingml/2006/main">
            <a:lvl1pPr algn="ctr">
              <a:lnSpc>
                <a:spcPct val="100000"/>
              </a:lnSpc>
              <a:buNone/>
              <a:defRPr sz="2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Tree>
  </p:cSld>
</p:sldLayout>
</file>

<file path=ppt/slideLayouts/slideLayout41.xml><?xml version="1.0" encoding="utf-8"?>
<p:sldLayout xmlns:p="http://schemas.openxmlformats.org/presentationml/2006/main" preserve="1" userDrawn="1">
  <p:cSld name="Speaker_2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Two speakers on stage</a:t>
            </a:r>
          </a:p>
        </p:txBody>
      </p:sp>
      <p:pic>
        <p:nvPicPr>
          <p:cNvPr id="16" name="Graphic 2"/>
          <p:cNvPicPr>
            <a:picLocks xmlns:a="http://schemas.openxmlformats.org/drawingml/2006/main" noChangeAspect="1"/>
          </p:cNvPicPr>
          <p:nvPr/>
        </p:nvPicPr>
        <p:blipFill>
          <a:blip xmlns:r="http://schemas.openxmlformats.org/officeDocument/2006/relationships" xmlns:a="http://schemas.openxmlformats.org/drawingml/2006/main" r:embed="R0a60dd33ca7045d0">
            <a:extLst>
              <a:ext uri="{96DAC541-7B7A-43D3-8B79-37D633B846F1}">
                <asvg:svgBlip xmlns:asvg="http://schemas.microsoft.com/office/drawing/2016/SVG/main" r:embed="Rcf73e0bcede7487b"/>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Text Placeholder 33">
            <a:extLst xmlns:a="http://schemas.openxmlformats.org/drawingml/2006/main">
              <a:ext uri="{FF2B5EF4-FFF2-40B4-BE49-F238E27FC236}">
                <a16:creationId xmlns:a16="http://schemas.microsoft.com/office/drawing/2014/main" id="{B08936F9-0286-6F6F-D932-A07929F397D4}"/>
              </a:ext>
            </a:extLst>
          </p:cNvPr>
          <p:cNvSpPr>
            <a:spLocks xmlns:a="http://schemas.openxmlformats.org/drawingml/2006/main" noGrp="1"/>
          </p:cNvSpPr>
          <p:nvPr>
            <p:ph type="body" idx="13" hasCustomPrompt="1"/>
          </p:nvPr>
        </p:nvSpPr>
        <p:spPr>
          <a:xfrm xmlns:a="http://schemas.openxmlformats.org/drawingml/2006/main">
            <a:off x="807676" y="1937607"/>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0715FEE8-35E5-A66D-91EB-17A751EFD8E6}"/>
              </a:ext>
            </a:extLst>
          </p:cNvPr>
          <p:cNvSpPr>
            <a:spLocks xmlns:a="http://schemas.openxmlformats.org/drawingml/2006/main" noGrp="1"/>
          </p:cNvSpPr>
          <p:nvPr>
            <p:ph type="body" idx="14" hasCustomPrompt="1"/>
          </p:nvPr>
        </p:nvSpPr>
        <p:spPr>
          <a:xfrm xmlns:a="http://schemas.openxmlformats.org/drawingml/2006/main">
            <a:off x="807676" y="2576660"/>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2" name="Text Placeholder 33">
            <a:extLst xmlns:a="http://schemas.openxmlformats.org/drawingml/2006/main">
              <a:ext uri="{FF2B5EF4-FFF2-40B4-BE49-F238E27FC236}">
                <a16:creationId xmlns:a16="http://schemas.microsoft.com/office/drawing/2014/main" id="{A476E992-5CB8-77CD-3D59-FC21C7FE9867}"/>
              </a:ext>
            </a:extLst>
          </p:cNvPr>
          <p:cNvSpPr>
            <a:spLocks xmlns:a="http://schemas.openxmlformats.org/drawingml/2006/main" noGrp="1"/>
          </p:cNvSpPr>
          <p:nvPr>
            <p:ph type="body" idx="19" hasCustomPrompt="1"/>
          </p:nvPr>
        </p:nvSpPr>
        <p:spPr>
          <a:xfrm xmlns:a="http://schemas.openxmlformats.org/drawingml/2006/main">
            <a:off x="792538" y="3429000"/>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A493C7D7-4F9B-DA7C-D7EB-59661A8EBDF7}"/>
              </a:ext>
            </a:extLst>
          </p:cNvPr>
          <p:cNvSpPr>
            <a:spLocks xmlns:a="http://schemas.openxmlformats.org/drawingml/2006/main" noGrp="1"/>
          </p:cNvSpPr>
          <p:nvPr>
            <p:ph type="body" idx="20" hasCustomPrompt="1"/>
          </p:nvPr>
        </p:nvSpPr>
        <p:spPr>
          <a:xfrm xmlns:a="http://schemas.openxmlformats.org/drawingml/2006/main">
            <a:off x="792538" y="4068053"/>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42.xml><?xml version="1.0" encoding="utf-8"?>
<p:sldLayout xmlns:p="http://schemas.openxmlformats.org/presentationml/2006/main" preserve="1" userDrawn="1">
  <p:cSld name="Speaker_3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Three speakers on stage</a:t>
            </a:r>
          </a:p>
        </p:txBody>
      </p:sp>
      <p:pic>
        <p:nvPicPr>
          <p:cNvPr id="19" name="Graphic 2"/>
          <p:cNvPicPr>
            <a:picLocks xmlns:a="http://schemas.openxmlformats.org/drawingml/2006/main" noChangeAspect="1"/>
          </p:cNvPicPr>
          <p:nvPr/>
        </p:nvPicPr>
        <p:blipFill>
          <a:blip xmlns:r="http://schemas.openxmlformats.org/officeDocument/2006/relationships" xmlns:a="http://schemas.openxmlformats.org/drawingml/2006/main" r:embed="R7aa3237536ef4372">
            <a:extLst>
              <a:ext uri="{96DAC541-7B7A-43D3-8B79-37D633B846F1}">
                <asvg:svgBlip xmlns:asvg="http://schemas.microsoft.com/office/drawing/2016/SVG/main" r:embed="R9e2d598d42f941a1"/>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2" name="Text Placeholder 33">
            <a:extLst xmlns:a="http://schemas.openxmlformats.org/drawingml/2006/main">
              <a:ext uri="{FF2B5EF4-FFF2-40B4-BE49-F238E27FC236}">
                <a16:creationId xmlns:a16="http://schemas.microsoft.com/office/drawing/2014/main" id="{B9B847CE-1494-EB76-B9F7-38F201281C5C}"/>
              </a:ext>
            </a:extLst>
          </p:cNvPr>
          <p:cNvSpPr>
            <a:spLocks xmlns:a="http://schemas.openxmlformats.org/drawingml/2006/main" noGrp="1"/>
          </p:cNvSpPr>
          <p:nvPr>
            <p:ph type="body" idx="13" hasCustomPrompt="1"/>
          </p:nvPr>
        </p:nvSpPr>
        <p:spPr>
          <a:xfrm xmlns:a="http://schemas.openxmlformats.org/drawingml/2006/main">
            <a:off x="797773" y="132590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4" name="Text Placeholder 33">
            <a:extLst xmlns:a="http://schemas.openxmlformats.org/drawingml/2006/main">
              <a:ext uri="{FF2B5EF4-FFF2-40B4-BE49-F238E27FC236}">
                <a16:creationId xmlns:a16="http://schemas.microsoft.com/office/drawing/2014/main" id="{2CBD8601-0EE0-1C22-9AF2-15631BDB0B16}"/>
              </a:ext>
            </a:extLst>
          </p:cNvPr>
          <p:cNvSpPr>
            <a:spLocks xmlns:a="http://schemas.openxmlformats.org/drawingml/2006/main" noGrp="1"/>
          </p:cNvSpPr>
          <p:nvPr>
            <p:ph type="body" idx="14" hasCustomPrompt="1"/>
          </p:nvPr>
        </p:nvSpPr>
        <p:spPr>
          <a:xfrm xmlns:a="http://schemas.openxmlformats.org/drawingml/2006/main">
            <a:off x="797774" y="196495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 name="Text Placeholder 33">
            <a:extLst xmlns:a="http://schemas.openxmlformats.org/drawingml/2006/main">
              <a:ext uri="{FF2B5EF4-FFF2-40B4-BE49-F238E27FC236}">
                <a16:creationId xmlns:a16="http://schemas.microsoft.com/office/drawing/2014/main" id="{0A0EB793-5D1B-7CAC-A983-72F74B5C0FB6}"/>
              </a:ext>
            </a:extLst>
          </p:cNvPr>
          <p:cNvSpPr>
            <a:spLocks xmlns:a="http://schemas.openxmlformats.org/drawingml/2006/main" noGrp="1"/>
          </p:cNvSpPr>
          <p:nvPr>
            <p:ph type="body" idx="28" hasCustomPrompt="1"/>
          </p:nvPr>
        </p:nvSpPr>
        <p:spPr>
          <a:xfrm xmlns:a="http://schemas.openxmlformats.org/drawingml/2006/main">
            <a:off x="792538" y="2792454"/>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4" name="Text Placeholder 33">
            <a:extLst xmlns:a="http://schemas.openxmlformats.org/drawingml/2006/main">
              <a:ext uri="{FF2B5EF4-FFF2-40B4-BE49-F238E27FC236}">
                <a16:creationId xmlns:a16="http://schemas.microsoft.com/office/drawing/2014/main" id="{C8830B92-077C-42C2-7CF4-32E57CCAA196}"/>
              </a:ext>
            </a:extLst>
          </p:cNvPr>
          <p:cNvSpPr>
            <a:spLocks xmlns:a="http://schemas.openxmlformats.org/drawingml/2006/main" noGrp="1"/>
          </p:cNvSpPr>
          <p:nvPr>
            <p:ph type="body" idx="29" hasCustomPrompt="1"/>
          </p:nvPr>
        </p:nvSpPr>
        <p:spPr>
          <a:xfrm xmlns:a="http://schemas.openxmlformats.org/drawingml/2006/main">
            <a:off x="792539" y="3431508"/>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5" name="Text Placeholder 33">
            <a:extLst xmlns:a="http://schemas.openxmlformats.org/drawingml/2006/main">
              <a:ext uri="{FF2B5EF4-FFF2-40B4-BE49-F238E27FC236}">
                <a16:creationId xmlns:a16="http://schemas.microsoft.com/office/drawing/2014/main" id="{283801B3-C270-4242-E8A4-95C95B9D6FBD}"/>
              </a:ext>
            </a:extLst>
          </p:cNvPr>
          <p:cNvSpPr>
            <a:spLocks xmlns:a="http://schemas.openxmlformats.org/drawingml/2006/main" noGrp="1"/>
          </p:cNvSpPr>
          <p:nvPr>
            <p:ph type="body" idx="30" hasCustomPrompt="1"/>
          </p:nvPr>
        </p:nvSpPr>
        <p:spPr>
          <a:xfrm xmlns:a="http://schemas.openxmlformats.org/drawingml/2006/main">
            <a:off x="795484" y="431229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6" name="Text Placeholder 33">
            <a:extLst xmlns:a="http://schemas.openxmlformats.org/drawingml/2006/main">
              <a:ext uri="{FF2B5EF4-FFF2-40B4-BE49-F238E27FC236}">
                <a16:creationId xmlns:a16="http://schemas.microsoft.com/office/drawing/2014/main" id="{BF454C50-6F7C-4662-4836-A1158EEF6D4C}"/>
              </a:ext>
            </a:extLst>
          </p:cNvPr>
          <p:cNvSpPr>
            <a:spLocks xmlns:a="http://schemas.openxmlformats.org/drawingml/2006/main" noGrp="1"/>
          </p:cNvSpPr>
          <p:nvPr>
            <p:ph type="body" idx="31" hasCustomPrompt="1"/>
          </p:nvPr>
        </p:nvSpPr>
        <p:spPr>
          <a:xfrm xmlns:a="http://schemas.openxmlformats.org/drawingml/2006/main">
            <a:off x="795485" y="495134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43.xml><?xml version="1.0" encoding="utf-8"?>
<p:sldLayout xmlns:p="http://schemas.openxmlformats.org/presentationml/2006/main" preserve="1" userDrawn="1">
  <p:cSld name="Speaker_4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Four speakers on stage</a:t>
            </a:r>
          </a:p>
        </p:txBody>
      </p:sp>
      <p:pic>
        <p:nvPicPr>
          <p:cNvPr id="23" name="Graphic 2"/>
          <p:cNvPicPr>
            <a:picLocks xmlns:a="http://schemas.openxmlformats.org/drawingml/2006/main" noChangeAspect="1"/>
          </p:cNvPicPr>
          <p:nvPr/>
        </p:nvPicPr>
        <p:blipFill>
          <a:blip xmlns:r="http://schemas.openxmlformats.org/officeDocument/2006/relationships" xmlns:a="http://schemas.openxmlformats.org/drawingml/2006/main" r:embed="R9960059604694dad">
            <a:extLst>
              <a:ext uri="{96DAC541-7B7A-43D3-8B79-37D633B846F1}">
                <asvg:svgBlip xmlns:asvg="http://schemas.microsoft.com/office/drawing/2016/SVG/main" r:embed="R0e701ec9766549fa"/>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Text Placeholder 33">
            <a:extLst xmlns:a="http://schemas.openxmlformats.org/drawingml/2006/main">
              <a:ext uri="{FF2B5EF4-FFF2-40B4-BE49-F238E27FC236}">
                <a16:creationId xmlns:a16="http://schemas.microsoft.com/office/drawing/2014/main" id="{F9F38D12-CAEB-FD20-511D-40562DCAA1EA}"/>
              </a:ext>
            </a:extLst>
          </p:cNvPr>
          <p:cNvSpPr>
            <a:spLocks xmlns:a="http://schemas.openxmlformats.org/drawingml/2006/main" noGrp="1"/>
          </p:cNvSpPr>
          <p:nvPr>
            <p:ph type="body" idx="13" hasCustomPrompt="1"/>
          </p:nvPr>
        </p:nvSpPr>
        <p:spPr>
          <a:xfrm xmlns:a="http://schemas.openxmlformats.org/drawingml/2006/main">
            <a:off x="784794" y="2108629"/>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A141B714-1A78-6D82-F378-939B470D8736}"/>
              </a:ext>
            </a:extLst>
          </p:cNvPr>
          <p:cNvSpPr>
            <a:spLocks xmlns:a="http://schemas.openxmlformats.org/drawingml/2006/main" noGrp="1"/>
          </p:cNvSpPr>
          <p:nvPr>
            <p:ph type="body" idx="14" hasCustomPrompt="1"/>
          </p:nvPr>
        </p:nvSpPr>
        <p:spPr>
          <a:xfrm xmlns:a="http://schemas.openxmlformats.org/drawingml/2006/main">
            <a:off x="784795" y="2747683"/>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2" name="Text Placeholder 33">
            <a:extLst xmlns:a="http://schemas.openxmlformats.org/drawingml/2006/main">
              <a:ext uri="{FF2B5EF4-FFF2-40B4-BE49-F238E27FC236}">
                <a16:creationId xmlns:a16="http://schemas.microsoft.com/office/drawing/2014/main" id="{B1EDA4C5-F281-1193-82E6-0BFE5AE994AE}"/>
              </a:ext>
            </a:extLst>
          </p:cNvPr>
          <p:cNvSpPr>
            <a:spLocks xmlns:a="http://schemas.openxmlformats.org/drawingml/2006/main" noGrp="1"/>
          </p:cNvSpPr>
          <p:nvPr>
            <p:ph type="body" idx="35" hasCustomPrompt="1"/>
          </p:nvPr>
        </p:nvSpPr>
        <p:spPr>
          <a:xfrm xmlns:a="http://schemas.openxmlformats.org/drawingml/2006/main">
            <a:off x="784795" y="3484327"/>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F247EF2C-2986-0D95-AC50-EE6C68BB5CE4}"/>
              </a:ext>
            </a:extLst>
          </p:cNvPr>
          <p:cNvSpPr>
            <a:spLocks xmlns:a="http://schemas.openxmlformats.org/drawingml/2006/main" noGrp="1"/>
          </p:cNvSpPr>
          <p:nvPr>
            <p:ph type="body" idx="36" hasCustomPrompt="1"/>
          </p:nvPr>
        </p:nvSpPr>
        <p:spPr>
          <a:xfrm xmlns:a="http://schemas.openxmlformats.org/drawingml/2006/main">
            <a:off x="784796" y="4123381"/>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7" name="Text Placeholder 33">
            <a:extLst xmlns:a="http://schemas.openxmlformats.org/drawingml/2006/main">
              <a:ext uri="{FF2B5EF4-FFF2-40B4-BE49-F238E27FC236}">
                <a16:creationId xmlns:a16="http://schemas.microsoft.com/office/drawing/2014/main" id="{0B404AA4-79A5-18F0-CE9F-3921A0925B1E}"/>
              </a:ext>
            </a:extLst>
          </p:cNvPr>
          <p:cNvSpPr>
            <a:spLocks xmlns:a="http://schemas.openxmlformats.org/drawingml/2006/main" noGrp="1"/>
          </p:cNvSpPr>
          <p:nvPr>
            <p:ph type="body" idx="37" hasCustomPrompt="1"/>
          </p:nvPr>
        </p:nvSpPr>
        <p:spPr>
          <a:xfrm xmlns:a="http://schemas.openxmlformats.org/drawingml/2006/main">
            <a:off x="5806438" y="2130723"/>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8" name="Text Placeholder 33">
            <a:extLst xmlns:a="http://schemas.openxmlformats.org/drawingml/2006/main">
              <a:ext uri="{FF2B5EF4-FFF2-40B4-BE49-F238E27FC236}">
                <a16:creationId xmlns:a16="http://schemas.microsoft.com/office/drawing/2014/main" id="{097CCA77-6454-4A36-DDFB-A9DE63B5C7E2}"/>
              </a:ext>
            </a:extLst>
          </p:cNvPr>
          <p:cNvSpPr>
            <a:spLocks xmlns:a="http://schemas.openxmlformats.org/drawingml/2006/main" noGrp="1"/>
          </p:cNvSpPr>
          <p:nvPr>
            <p:ph type="body" idx="38" hasCustomPrompt="1"/>
          </p:nvPr>
        </p:nvSpPr>
        <p:spPr>
          <a:xfrm xmlns:a="http://schemas.openxmlformats.org/drawingml/2006/main">
            <a:off x="5806439" y="2769777"/>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9" name="Text Placeholder 33">
            <a:extLst xmlns:a="http://schemas.openxmlformats.org/drawingml/2006/main">
              <a:ext uri="{FF2B5EF4-FFF2-40B4-BE49-F238E27FC236}">
                <a16:creationId xmlns:a16="http://schemas.microsoft.com/office/drawing/2014/main" id="{644A9E89-1875-451D-C69D-99660290007D}"/>
              </a:ext>
            </a:extLst>
          </p:cNvPr>
          <p:cNvSpPr>
            <a:spLocks xmlns:a="http://schemas.openxmlformats.org/drawingml/2006/main" noGrp="1"/>
          </p:cNvSpPr>
          <p:nvPr>
            <p:ph type="body" idx="39" hasCustomPrompt="1"/>
          </p:nvPr>
        </p:nvSpPr>
        <p:spPr>
          <a:xfrm xmlns:a="http://schemas.openxmlformats.org/drawingml/2006/main">
            <a:off x="5806439" y="3506421"/>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0" name="Text Placeholder 33">
            <a:extLst xmlns:a="http://schemas.openxmlformats.org/drawingml/2006/main">
              <a:ext uri="{FF2B5EF4-FFF2-40B4-BE49-F238E27FC236}">
                <a16:creationId xmlns:a16="http://schemas.microsoft.com/office/drawing/2014/main" id="{EC89510A-FA47-936C-E9A3-AD214B164A82}"/>
              </a:ext>
            </a:extLst>
          </p:cNvPr>
          <p:cNvSpPr>
            <a:spLocks xmlns:a="http://schemas.openxmlformats.org/drawingml/2006/main" noGrp="1"/>
          </p:cNvSpPr>
          <p:nvPr>
            <p:ph type="body" idx="40" hasCustomPrompt="1"/>
          </p:nvPr>
        </p:nvSpPr>
        <p:spPr>
          <a:xfrm xmlns:a="http://schemas.openxmlformats.org/drawingml/2006/main">
            <a:off x="5806440" y="4145475"/>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Tree>
  </p:cSld>
</p:sldLayout>
</file>

<file path=ppt/slideLayouts/slideLayout44.xml><?xml version="1.0" encoding="utf-8"?>
<p:sldLayout xmlns:p="http://schemas.openxmlformats.org/presentationml/2006/main" preserve="1" userDrawn="1">
  <p:cSld name="Dark - Agenda">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dd5b091dcc47462b">
            <a:extLst>
              <a:ext uri="{96DAC541-7B7A-43D3-8B79-37D633B846F1}">
                <asvg:svgBlip xmlns:asvg="http://schemas.microsoft.com/office/drawing/2016/SVG/main" r:embed="Rf7e101c1fd7f4c37"/>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Tree>
  </p:cSld>
</p:sldLayout>
</file>

<file path=ppt/slideLayouts/slideLayout45.xml><?xml version="1.0" encoding="utf-8"?>
<p:sldLayout xmlns:p="http://schemas.openxmlformats.org/presentationml/2006/main" preserve="1" userDrawn="1">
  <p:cSld name="Light - Agenda">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67a01d6f7c084f5b">
            <a:extLst>
              <a:ext uri="{96DAC541-7B7A-43D3-8B79-37D633B846F1}">
                <asvg:svgBlip xmlns:asvg="http://schemas.microsoft.com/office/drawing/2016/SVG/main" r:embed="R2cb9f2d5f9ae4e86"/>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Tree>
  </p:cSld>
</p:sldLayout>
</file>

<file path=ppt/slideLayouts/slideLayout46.xml><?xml version="1.0" encoding="utf-8"?>
<p:sldLayout xmlns:p="http://schemas.openxmlformats.org/presentationml/2006/main" preserve="1" userDrawn="1">
  <p:cSld name="Dark - Agenda Table">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d41b46bae7d04df2">
            <a:extLst>
              <a:ext uri="{96DAC541-7B7A-43D3-8B79-37D633B846F1}">
                <asvg:svgBlip xmlns:asvg="http://schemas.microsoft.com/office/drawing/2016/SVG/main" r:embed="Rbfb8e629ee974d68"/>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lvl="0">
              <a:buNone/>
            </a:pPr>
            <a:r>
              <a:t>1</a:t>
            </a:r>
          </a:p>
          <a:p xmlns:a="http://schemas.openxmlformats.org/drawingml/2006/main">
            <a:pPr lvl="0">
              <a:buNone/>
            </a:pPr>
            <a:r>
              <a:t>2</a:t>
            </a:r>
          </a:p>
          <a:p xmlns:a="http://schemas.openxmlformats.org/drawingml/2006/main">
            <a:pPr lvl="0">
              <a:buNone/>
            </a:pPr>
            <a:r>
              <a:t>3</a:t>
            </a:r>
          </a:p>
          <a:p xmlns:a="http://schemas.openxmlformats.org/drawingml/2006/main">
            <a:pPr lvl="0">
              <a:buNone/>
            </a:pPr>
            <a:r>
              <a:t>4</a:t>
            </a:r>
          </a:p>
          <a:p xmlns:a="http://schemas.openxmlformats.org/drawingml/2006/main">
            <a:pPr lvl="0">
              <a:buNone/>
            </a:pPr>
            <a:r>
              <a:t>5</a:t>
            </a:r>
          </a:p>
          <a:p xmlns:a="http://schemas.openxmlformats.org/drawingml/2006/main">
            <a:pPr lvl="0">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47.xml><?xml version="1.0" encoding="utf-8"?>
<p:sldLayout xmlns:p="http://schemas.openxmlformats.org/presentationml/2006/main" preserve="1" userDrawn="1">
  <p:cSld name="Light - Agenda Table">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4dc4e5c3eab649f1">
            <a:extLst>
              <a:ext uri="{96DAC541-7B7A-43D3-8B79-37D633B846F1}">
                <asvg:svgBlip xmlns:asvg="http://schemas.microsoft.com/office/drawing/2016/SVG/main" r:embed="Rdbc2fb5c71a24039"/>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lvl="0">
              <a:buNone/>
            </a:pPr>
            <a:r>
              <a:t>1</a:t>
            </a:r>
          </a:p>
          <a:p xmlns:a="http://schemas.openxmlformats.org/drawingml/2006/main">
            <a:pPr lvl="0">
              <a:buNone/>
            </a:pPr>
            <a:r>
              <a:t>2</a:t>
            </a:r>
          </a:p>
          <a:p xmlns:a="http://schemas.openxmlformats.org/drawingml/2006/main">
            <a:pPr lvl="0">
              <a:buNone/>
            </a:pPr>
            <a:r>
              <a:t>3</a:t>
            </a:r>
          </a:p>
          <a:p xmlns:a="http://schemas.openxmlformats.org/drawingml/2006/main">
            <a:pPr lvl="0">
              <a:buNone/>
            </a:pPr>
            <a:r>
              <a:t>4</a:t>
            </a:r>
          </a:p>
          <a:p xmlns:a="http://schemas.openxmlformats.org/drawingml/2006/main">
            <a:pPr lvl="0">
              <a:buNone/>
            </a:pPr>
            <a:r>
              <a:t>5</a:t>
            </a:r>
          </a:p>
          <a:p xmlns:a="http://schemas.openxmlformats.org/drawingml/2006/main">
            <a:pPr lvl="0">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48.xml><?xml version="1.0" encoding="utf-8"?>
<p:sldLayout xmlns:p="http://schemas.openxmlformats.org/presentationml/2006/main" preserve="1" userDrawn="1">
  <p:cSld name="Multi Statement – Dark">
    <p:bg>
      <p:bgPr>
        <a:solidFill xmlns:a="http://schemas.openxmlformats.org/drawingml/2006/main">
          <a:schemeClr val="bg2"/>
        </a:solidFill>
      </p:bgPr>
    </p:bg>
    <p:spTree>
      <p:nvGrpSpPr>
        <p:cNvPr id="1" name=""/>
        <p:cNvGrpSpPr/>
        <p:nvPr/>
      </p:nvGrpSpPr>
      <p:grpSpPr>
        <a:xfrm xmlns:a="http://schemas.openxmlformats.org/drawingml/2006/main"/>
      </p:grpSpPr>
      <p:pic>
        <p:nvPicPr>
          <p:cNvPr id="29" name="Graphic 2"/>
          <p:cNvPicPr>
            <a:picLocks xmlns:a="http://schemas.openxmlformats.org/drawingml/2006/main" noChangeAspect="1"/>
          </p:cNvPicPr>
          <p:nvPr/>
        </p:nvPicPr>
        <p:blipFill>
          <a:blip xmlns:r="http://schemas.openxmlformats.org/officeDocument/2006/relationships" xmlns:a="http://schemas.openxmlformats.org/drawingml/2006/main" r:embed="R52819c9453254498">
            <a:extLst>
              <a:ext uri="{96DAC541-7B7A-43D3-8B79-37D633B846F1}">
                <asvg:svgBlip xmlns:asvg="http://schemas.microsoft.com/office/drawing/2016/SVG/main" r:embed="R2a440a3182874d3b"/>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9" name="Date Placeholder 4">
            <a:extLst xmlns:a="http://schemas.openxmlformats.org/drawingml/2006/main">
              <a:ext uri="{FF2B5EF4-FFF2-40B4-BE49-F238E27FC236}">
                <a16:creationId xmlns:a16="http://schemas.microsoft.com/office/drawing/2014/main" id="{22E0D5EC-D2F7-32C7-0542-FE33CC5E7C6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6" name="Text Placeholder 2">
            <a:extLst xmlns:a="http://schemas.openxmlformats.org/drawingml/2006/main">
              <a:ext uri="{FF2B5EF4-FFF2-40B4-BE49-F238E27FC236}">
                <a16:creationId xmlns:a16="http://schemas.microsoft.com/office/drawing/2014/main" id="{E4DCF24B-59BC-04B0-B557-EEF59BF81E12}"/>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10" name="Text Placeholder 4">
            <a:extLst xmlns:a="http://schemas.openxmlformats.org/drawingml/2006/main">
              <a:ext uri="{FF2B5EF4-FFF2-40B4-BE49-F238E27FC236}">
                <a16:creationId xmlns:a16="http://schemas.microsoft.com/office/drawing/2014/main" id="{44B2EADF-9C30-D624-9DFD-FDBFF41F8B1B}"/>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11" name="Text Placeholder 7">
            <a:extLst xmlns:a="http://schemas.openxmlformats.org/drawingml/2006/main">
              <a:ext uri="{FF2B5EF4-FFF2-40B4-BE49-F238E27FC236}">
                <a16:creationId xmlns:a16="http://schemas.microsoft.com/office/drawing/2014/main" id="{E7E762A4-B873-A5F3-276F-B1A4DD5DC4A0}"/>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2" name="Slide Number Placeholder 7">
            <a:extLst xmlns:a="http://schemas.openxmlformats.org/drawingml/2006/main">
              <a:ext uri="{FF2B5EF4-FFF2-40B4-BE49-F238E27FC236}">
                <a16:creationId xmlns:a16="http://schemas.microsoft.com/office/drawing/2014/main" id="{7987ACB5-95D6-365C-795A-D276B2B66E15}"/>
              </a:ext>
            </a:extLst>
          </p:cNvPr>
          <p:cNvSpPr>
            <a:spLocks xmlns:a="http://schemas.openxmlformats.org/drawingml/2006/main" noGrp="1"/>
          </p:cNvSpPr>
          <p:nvPr>
            <p:ph type="sldNum" idx="2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2CDB5C85-6ACF-BB32-518A-0AE8B7DD3CEC}"/>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pic>
        <p:nvPicPr>
          <p:cNvPr id="36" name="OTag"/>
          <p:cNvPicPr>
            <a:picLocks xmlns:a="http://schemas.openxmlformats.org/drawingml/2006/main" noChangeAspect="1"/>
          </p:cNvPicPr>
          <p:nvPr/>
        </p:nvPicPr>
        <p:blipFill>
          <a:blip xmlns:r="http://schemas.openxmlformats.org/officeDocument/2006/relationships" xmlns:a="http://schemas.openxmlformats.org/drawingml/2006/main" r:embed="Rd4a71cf99e444a5c"/>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6" name="Freeform 25">
            <a:extLst xmlns:a="http://schemas.openxmlformats.org/drawingml/2006/main">
              <a:ext uri="{FF2B5EF4-FFF2-40B4-BE49-F238E27FC236}">
                <a16:creationId xmlns:a16="http://schemas.microsoft.com/office/drawing/2014/main" id="{2ECFE8BC-FBC3-206E-F574-E904CA38AAAE}"/>
              </a:ext>
            </a:extLst>
          </p:cNvPr>
          <p:cNvSpPr>
            <a:spLocks xmlns:a="http://schemas.openxmlformats.org/drawingml/2006/main" noGrp="1"/>
          </p:cNvSpPr>
          <p:nvPr/>
        </p:nvSpPr>
        <p:spPr>
          <a:xfrm xmlns:a="http://schemas.openxmlformats.org/drawingml/2006/main">
            <a:off x="11405616" y="6857748"/>
            <a:ext cx="393192" cy="253"/>
          </a:xfrm>
          <a:custGeom xmlns:a="http://schemas.openxmlformats.org/drawingml/2006/main">
            <a:gdLst>
              <a:gd name="connsiteX0" fmla="*/ 0 w 393192"/>
              <a:gd name="connsiteY0" fmla="*/ 0 h 253"/>
              <a:gd name="connsiteX1" fmla="*/ 393192 w 393192"/>
              <a:gd name="connsiteY1" fmla="*/ 0 h 253"/>
              <a:gd name="connsiteX2" fmla="*/ 393192 w 393192"/>
              <a:gd name="connsiteY2" fmla="*/ 253 h 253"/>
              <a:gd name="connsiteX3" fmla="*/ 0 w 393192"/>
              <a:gd name="connsiteY3" fmla="*/ 253 h 253"/>
              <a:gd name="connsiteX4" fmla="*/ 0 w 393192"/>
              <a:gd name="connsiteY4" fmla="*/ 0 h 253"/>
            </a:gdLst>
            <a:rect l="l" t="t" r="r" b="b"/>
            <a:pathLst>
              <a:path w="393192" h="253">
                <a:moveTo>
                  <a:pt x="0" y="0"/>
                </a:moveTo>
                <a:lnTo>
                  <a:pt x="393192" y="0"/>
                </a:lnTo>
                <a:lnTo>
                  <a:pt x="393192" y="253"/>
                </a:lnTo>
                <a:lnTo>
                  <a:pt x="0" y="253"/>
                </a:lnTo>
                <a:lnTo>
                  <a:pt x="0" y="0"/>
                </a:ln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p>
        </p:txBody>
      </p:sp>
    </p:spTree>
  </p:cSld>
</p:sldLayout>
</file>

<file path=ppt/slideLayouts/slideLayout49.xml><?xml version="1.0" encoding="utf-8"?>
<p:sldLayout xmlns:p="http://schemas.openxmlformats.org/presentationml/2006/main" preserve="1" userDrawn="1">
  <p:cSld name="Multi Statement – Light">
    <p:bg>
      <p:bgPr>
        <a:solidFill xmlns:a="http://schemas.openxmlformats.org/drawingml/2006/main">
          <a:schemeClr val="bg2"/>
        </a:solidFill>
      </p:bgPr>
    </p:bg>
    <p:spTree>
      <p:nvGrpSpPr>
        <p:cNvPr id="1" name=""/>
        <p:cNvGrpSpPr/>
        <p:nvPr/>
      </p:nvGrpSpPr>
      <p:grpSpPr>
        <a:xfrm xmlns:a="http://schemas.openxmlformats.org/drawingml/2006/main"/>
      </p:grpSpPr>
      <p:pic>
        <p:nvPicPr>
          <p:cNvPr id="11" name="Graphic 9"/>
          <p:cNvPicPr>
            <a:picLocks xmlns:a="http://schemas.openxmlformats.org/drawingml/2006/main" noChangeAspect="1"/>
          </p:cNvPicPr>
          <p:nvPr/>
        </p:nvPicPr>
        <p:blipFill>
          <a:blip xmlns:r="http://schemas.openxmlformats.org/officeDocument/2006/relationships" xmlns:a="http://schemas.openxmlformats.org/drawingml/2006/main" r:embed="Ra2740498ef0c499a">
            <a:extLst>
              <a:ext uri="{96DAC541-7B7A-43D3-8B79-37D633B846F1}">
                <asvg:svgBlip xmlns:asvg="http://schemas.microsoft.com/office/drawing/2016/SVG/main" r:embed="Rf7c520b0d6ad496b"/>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8" name="Date Placeholder 3">
            <a:extLst xmlns:a="http://schemas.openxmlformats.org/drawingml/2006/main">
              <a:ext uri="{FF2B5EF4-FFF2-40B4-BE49-F238E27FC236}">
                <a16:creationId xmlns:a16="http://schemas.microsoft.com/office/drawing/2014/main" id="{B215CC06-6A9B-37FA-76CA-2CC091DA648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3" name="Slide Number Placeholder 5">
            <a:extLst xmlns:a="http://schemas.openxmlformats.org/drawingml/2006/main">
              <a:ext uri="{FF2B5EF4-FFF2-40B4-BE49-F238E27FC236}">
                <a16:creationId xmlns:a16="http://schemas.microsoft.com/office/drawing/2014/main" id="{4CB7A4E7-BA75-2474-D545-863B866F6A2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5C0E802C-9235-4781-9E8F-2C922A88134B}"/>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2" name="Text Placeholder 2">
            <a:extLst xmlns:a="http://schemas.openxmlformats.org/drawingml/2006/main">
              <a:ext uri="{FF2B5EF4-FFF2-40B4-BE49-F238E27FC236}">
                <a16:creationId xmlns:a16="http://schemas.microsoft.com/office/drawing/2014/main" id="{BC4944C4-BCA7-F523-CDDB-B2F7B43789BD}"/>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7" name="Text Placeholder 4">
            <a:extLst xmlns:a="http://schemas.openxmlformats.org/drawingml/2006/main">
              <a:ext uri="{FF2B5EF4-FFF2-40B4-BE49-F238E27FC236}">
                <a16:creationId xmlns:a16="http://schemas.microsoft.com/office/drawing/2014/main" id="{D42F262B-FAC2-7DDF-70B7-0EBEADDA66A9}"/>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9" name="Text Placeholder 7">
            <a:extLst xmlns:a="http://schemas.openxmlformats.org/drawingml/2006/main">
              <a:ext uri="{FF2B5EF4-FFF2-40B4-BE49-F238E27FC236}">
                <a16:creationId xmlns:a16="http://schemas.microsoft.com/office/drawing/2014/main" id="{90E686AD-7CAC-8695-D0AC-A474A9002ACB}"/>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Tree>
  </p:cSld>
</p:sldLayout>
</file>

<file path=ppt/slideLayouts/slideLayout50.xml><?xml version="1.0" encoding="utf-8"?>
<p:sldLayout xmlns:p="http://schemas.openxmlformats.org/presentationml/2006/main" preserve="1" userDrawn="1">
  <p:cSld name="Speaker_1">
    <p:bg>
      <p:bgRef idx="1001">
        <a:schemeClr xmlns:a="http://schemas.openxmlformats.org/drawingml/2006/main" val="bg2"/>
      </p:bgRef>
    </p:bg>
    <p:spTree>
      <p:nvGrpSpPr>
        <p:cNvPr id="1" name=""/>
        <p:cNvGrpSpPr/>
        <p:nvPr/>
      </p:nvGrpSpPr>
      <p:grpSpPr>
        <a:xfrm xmlns:a="http://schemas.openxmlformats.org/drawingml/2006/main"/>
      </p:grpSpPr>
      <p:pic>
        <p:nvPicPr>
          <p:cNvPr id="40" name="Graphic 5"/>
          <p:cNvPicPr>
            <a:picLocks xmlns:a="http://schemas.openxmlformats.org/drawingml/2006/main" noChangeAspect="1"/>
          </p:cNvPicPr>
          <p:nvPr/>
        </p:nvPicPr>
        <p:blipFill>
          <a:blip xmlns:r="http://schemas.openxmlformats.org/officeDocument/2006/relationships" xmlns:a="http://schemas.openxmlformats.org/drawingml/2006/main" r:embed="R1e64004ec3764ba7">
            <a:extLst>
              <a:ext uri="{96DAC541-7B7A-43D3-8B79-37D633B846F1}">
                <asvg:svgBlip xmlns:asvg="http://schemas.microsoft.com/office/drawing/2016/SVG/main" r:embed="R4c036802d33e4fdc"/>
              </a:ext>
            </a:extLst>
          </a:blip>
          <a:srcRect xmlns:a="http://schemas.openxmlformats.org/drawingml/2006/main" l="42612" t="12210" r="14437" b="12837"/>
          <a:stretch xmlns:a="http://schemas.openxmlformats.org/drawingml/2006/main"/>
        </p:blipFill>
        <p:spPr>
          <a:xfrm xmlns:a="http://schemas.openxmlformats.org/drawingml/2006/main">
            <a:off x="6307189" y="868568"/>
            <a:ext cx="4093374" cy="410347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5F8DD237-1E40-4383-9C51-545B9C5DD604}"/>
              </a:ext>
            </a:extLst>
          </p:cNvPr>
          <p:cNvSpPr>
            <a:spLocks xmlns:a="http://schemas.openxmlformats.org/drawingml/2006/main" noGrp="1"/>
          </p:cNvSpPr>
          <p:nvPr>
            <p:ph type="title" idx="0" hasCustomPrompt="1"/>
          </p:nvPr>
        </p:nvSpPr>
        <p:spPr>
          <a:xfrm xmlns:a="http://schemas.openxmlformats.org/drawingml/2006/main">
            <a:off x="762000" y="1600200"/>
            <a:ext cx="3697357" cy="1320103"/>
          </a:xfrm>
        </p:spPr>
        <p:txBody>
          <a:bodyPr xmlns:a="http://schemas.openxmlformats.org/drawingml/2006/main" vert="horz" wrap="square" lIns="0" tIns="0" rIns="0" bIns="0" anchor="b">
            <a:normAutofit/>
          </a:bodyPr>
          <a:lstStyle xmlns:a="http://schemas.openxmlformats.org/drawingml/2006/main">
            <a:lvl1pPr>
              <a:buNone/>
              <a:defRPr sz="3200" b="1" i="0">
                <a:latin typeface="Oracle Sans Tab"/>
                <a:ea typeface="Oracle Sans Tab"/>
                <a:cs typeface="Oracle Sans Tab"/>
              </a:defRPr>
            </a:lvl1pPr>
          </a:lstStyle>
          <a:p xmlns:a="http://schemas.openxmlformats.org/drawingml/2006/main">
            <a:pPr marL="0" lvl="0">
              <a:lnSpc>
                <a:spcPct val="100000"/>
              </a:lnSpc>
              <a:buNone/>
            </a:pPr>
            <a:r>
              <a:t>Speaker</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730914" y="1325903"/>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730914" y="4847342"/>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730914" y="5211447"/>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 name="Slide Number Placeholder 7">
            <a:extLst xmlns:a="http://schemas.openxmlformats.org/drawingml/2006/main">
              <a:ext uri="{FF2B5EF4-FFF2-40B4-BE49-F238E27FC236}">
                <a16:creationId xmlns:a16="http://schemas.microsoft.com/office/drawing/2014/main" id="{372A12C9-976F-C50B-EE5B-FC3F2A92A432}"/>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6D5DD198-A04A-6BCB-84FC-559437A1F04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9D89F2E8-180E-4047-0986-0F230D404FF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1.xml><?xml version="1.0" encoding="utf-8"?>
<p:sldLayout xmlns:p="http://schemas.openxmlformats.org/presentationml/2006/main" preserve="1" userDrawn="1">
  <p:cSld name="Speaker_1-Profile">
    <p:bg>
      <p:bgPr>
        <a:solidFill xmlns:a="http://schemas.openxmlformats.org/drawingml/2006/main">
          <a:schemeClr val="bg2"/>
        </a:solidFill>
      </p:bgPr>
    </p:bg>
    <p:spTree>
      <p:nvGrpSpPr>
        <p:cNvPr id="1" name=""/>
        <p:cNvGrpSpPr/>
        <p:nvPr/>
      </p:nvGrpSpPr>
      <p:grpSpPr>
        <a:xfrm xmlns:a="http://schemas.openxmlformats.org/drawingml/2006/main"/>
      </p:grpSpPr>
      <p:pic>
        <p:nvPicPr>
          <p:cNvPr id="40" name="Graphic 6"/>
          <p:cNvPicPr>
            <a:picLocks xmlns:a="http://schemas.openxmlformats.org/drawingml/2006/main" noChangeAspect="1"/>
          </p:cNvPicPr>
          <p:nvPr/>
        </p:nvPicPr>
        <p:blipFill>
          <a:blip xmlns:r="http://schemas.openxmlformats.org/officeDocument/2006/relationships" xmlns:a="http://schemas.openxmlformats.org/drawingml/2006/main" r:embed="Rb8e8c286105743ff">
            <a:extLst>
              <a:ext uri="{96DAC541-7B7A-43D3-8B79-37D633B846F1}">
                <asvg:svgBlip xmlns:asvg="http://schemas.microsoft.com/office/drawing/2016/SVG/main" r:embed="R41f33ea3705e474e"/>
              </a:ext>
            </a:extLst>
          </a:blip>
          <a:srcRect xmlns:a="http://schemas.openxmlformats.org/drawingml/2006/main" l="42612" t="12210" r="14437" b="12837"/>
          <a:stretch xmlns:a="http://schemas.openxmlformats.org/drawingml/2006/main"/>
        </p:blipFill>
        <p:spPr>
          <a:xfrm xmlns:a="http://schemas.openxmlformats.org/drawingml/2006/main">
            <a:off x="456701" y="1247933"/>
            <a:ext cx="3908153" cy="3917792"/>
          </a:xfrm>
          <a:prstGeom xmlns:a="http://schemas.openxmlformats.org/drawingml/2006/main" prst="rect">
            <a:avLst/>
          </a:prstGeom>
        </p:spPr>
      </p:pic>
      <p:sp>
        <p:nvSpPr>
          <p:cNvPr id="3" name="Title 3">
            <a:extLst xmlns:a="http://schemas.openxmlformats.org/drawingml/2006/main">
              <a:ext uri="{FF2B5EF4-FFF2-40B4-BE49-F238E27FC236}">
                <a16:creationId xmlns:a16="http://schemas.microsoft.com/office/drawing/2014/main" id="{7B692C7B-23D2-F815-AA7B-2A7E53056DF4}"/>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97039" y="1583270"/>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92538" y="5135879"/>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92538" y="5499984"/>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 name="Content Placeholder 4">
            <a:extLst xmlns:a="http://schemas.openxmlformats.org/drawingml/2006/main">
              <a:ext uri="{FF2B5EF4-FFF2-40B4-BE49-F238E27FC236}">
                <a16:creationId xmlns:a16="http://schemas.microsoft.com/office/drawing/2014/main" id="{746E9417-F0B6-6477-88CA-D06650D0745B}"/>
              </a:ext>
            </a:extLst>
          </p:cNvPr>
          <p:cNvSpPr>
            <a:spLocks xmlns:a="http://schemas.openxmlformats.org/drawingml/2006/main" noGrp="1"/>
          </p:cNvSpPr>
          <p:nvPr>
            <p:ph idx="16"/>
          </p:nvPr>
        </p:nvSpPr>
        <p:spPr>
          <a:xfrm xmlns:a="http://schemas.openxmlformats.org/drawingml/2006/main">
            <a:off x="4541838" y="2514610"/>
            <a:ext cx="6907212" cy="2651115"/>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Slide Number Placeholder 7">
            <a:extLst xmlns:a="http://schemas.openxmlformats.org/drawingml/2006/main">
              <a:ext uri="{FF2B5EF4-FFF2-40B4-BE49-F238E27FC236}">
                <a16:creationId xmlns:a16="http://schemas.microsoft.com/office/drawing/2014/main" id="{726CED8E-3269-CBEE-AC17-550ECD6FB69A}"/>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31110449-8712-D872-C8D5-93B229DFBFDE}"/>
              </a:ext>
            </a:extLst>
          </p:cNvPr>
          <p:cNvSpPr>
            <a:spLocks xmlns:a="http://schemas.openxmlformats.org/drawingml/2006/main" noGrp="1"/>
          </p:cNvSpPr>
          <p:nvPr>
            <p:ph type="ftr" idx="18"/>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4">
            <a:extLst xmlns:a="http://schemas.openxmlformats.org/drawingml/2006/main">
              <a:ext uri="{FF2B5EF4-FFF2-40B4-BE49-F238E27FC236}">
                <a16:creationId xmlns:a16="http://schemas.microsoft.com/office/drawing/2014/main" id="{EF4EF84C-2C31-7D08-88D6-853E01865AA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2.xml><?xml version="1.0" encoding="utf-8"?>
<p:sldLayout xmlns:p="http://schemas.openxmlformats.org/presentationml/2006/main" preserve="1" userDrawn="1">
  <p:cSld name="Speaker_2">
    <p:bg>
      <p:bgPr>
        <a:solidFill xmlns:a="http://schemas.openxmlformats.org/drawingml/2006/main">
          <a:schemeClr val="bg2"/>
        </a:solidFill>
      </p:bgPr>
    </p:bg>
    <p:spTree>
      <p:nvGrpSpPr>
        <p:cNvPr id="1" name=""/>
        <p:cNvGrpSpPr/>
        <p:nvPr/>
      </p:nvGrpSpPr>
      <p:grpSpPr>
        <a:xfrm xmlns:a="http://schemas.openxmlformats.org/drawingml/2006/main"/>
      </p:grpSpPr>
      <p:pic>
        <p:nvPicPr>
          <p:cNvPr id="41" name="Graphic 7"/>
          <p:cNvPicPr>
            <a:picLocks xmlns:a="http://schemas.openxmlformats.org/drawingml/2006/main" noChangeAspect="1"/>
          </p:cNvPicPr>
          <p:nvPr/>
        </p:nvPicPr>
        <p:blipFill>
          <a:blip xmlns:r="http://schemas.openxmlformats.org/officeDocument/2006/relationships" xmlns:a="http://schemas.openxmlformats.org/drawingml/2006/main" r:embed="R24a3c07c41b94de8">
            <a:extLst>
              <a:ext uri="{96DAC541-7B7A-43D3-8B79-37D633B846F1}">
                <asvg:svgBlip xmlns:asvg="http://schemas.microsoft.com/office/drawing/2016/SVG/main" r:embed="R502c19be367c4f10"/>
              </a:ext>
            </a:extLst>
          </a:blip>
          <a:srcRect xmlns:a="http://schemas.openxmlformats.org/drawingml/2006/main" l="42612" t="12210" r="14437" b="12837"/>
          <a:stretch xmlns:a="http://schemas.openxmlformats.org/drawingml/2006/main"/>
        </p:blipFill>
        <p:spPr>
          <a:xfrm xmlns:a="http://schemas.openxmlformats.org/drawingml/2006/main">
            <a:off x="7734150" y="1182539"/>
            <a:ext cx="3567993" cy="3576793"/>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1D55E47-4DBE-46C5-AA1D-6AC25D117460}"/>
              </a:ext>
            </a:extLst>
          </p:cNvPr>
          <p:cNvSpPr>
            <a:spLocks xmlns:a="http://schemas.openxmlformats.org/drawingml/2006/main" noGrp="1"/>
          </p:cNvSpPr>
          <p:nvPr>
            <p:ph type="title" idx="0" hasCustomPrompt="1"/>
          </p:nvPr>
        </p:nvSpPr>
        <p:spPr>
          <a:xfrm xmlns:a="http://schemas.openxmlformats.org/drawingml/2006/main">
            <a:off x="762000" y="1600200"/>
            <a:ext cx="256032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4446925" y="1548702"/>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4166157"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4166157"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7" name="Picture Placeholder 4">
            <a:extLst xmlns:a="http://schemas.openxmlformats.org/drawingml/2006/main">
              <a:ext uri="{FF2B5EF4-FFF2-40B4-BE49-F238E27FC236}">
                <a16:creationId xmlns:a16="http://schemas.microsoft.com/office/drawing/2014/main" id="{AD80FD35-1640-4598-BFDA-3E05A9FCEBBE}"/>
              </a:ext>
            </a:extLst>
          </p:cNvPr>
          <p:cNvSpPr>
            <a:spLocks xmlns:a="http://schemas.openxmlformats.org/drawingml/2006/main" noGrp="1"/>
          </p:cNvSpPr>
          <p:nvPr>
            <p:ph type="pic" idx="19"/>
          </p:nvPr>
        </p:nvSpPr>
        <p:spPr>
          <a:xfrm xmlns:a="http://schemas.openxmlformats.org/drawingml/2006/main">
            <a:off x="8157472" y="1599336"/>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21" name="Text Placeholder 33">
            <a:extLst xmlns:a="http://schemas.openxmlformats.org/drawingml/2006/main">
              <a:ext uri="{FF2B5EF4-FFF2-40B4-BE49-F238E27FC236}">
                <a16:creationId xmlns:a16="http://schemas.microsoft.com/office/drawing/2014/main" id="{AF0CFD6E-C443-4D08-B5C0-973C8F72617B}"/>
              </a:ext>
            </a:extLst>
          </p:cNvPr>
          <p:cNvSpPr>
            <a:spLocks xmlns:a="http://schemas.openxmlformats.org/drawingml/2006/main" noGrp="1"/>
          </p:cNvSpPr>
          <p:nvPr>
            <p:ph type="body" idx="20" hasCustomPrompt="1"/>
          </p:nvPr>
        </p:nvSpPr>
        <p:spPr>
          <a:xfrm xmlns:a="http://schemas.openxmlformats.org/drawingml/2006/main">
            <a:off x="7915156"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5" name="Text Placeholder 33">
            <a:extLst xmlns:a="http://schemas.openxmlformats.org/drawingml/2006/main">
              <a:ext uri="{FF2B5EF4-FFF2-40B4-BE49-F238E27FC236}">
                <a16:creationId xmlns:a16="http://schemas.microsoft.com/office/drawing/2014/main" id="{F3C3D640-B9ED-4162-9C4F-0F9F774E639B}"/>
              </a:ext>
            </a:extLst>
          </p:cNvPr>
          <p:cNvSpPr>
            <a:spLocks xmlns:a="http://schemas.openxmlformats.org/drawingml/2006/main" noGrp="1"/>
          </p:cNvSpPr>
          <p:nvPr>
            <p:ph type="body" idx="21" hasCustomPrompt="1"/>
          </p:nvPr>
        </p:nvSpPr>
        <p:spPr>
          <a:xfrm xmlns:a="http://schemas.openxmlformats.org/drawingml/2006/main">
            <a:off x="7915156"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 name="Slide Number Placeholder 7">
            <a:extLst xmlns:a="http://schemas.openxmlformats.org/drawingml/2006/main">
              <a:ext uri="{FF2B5EF4-FFF2-40B4-BE49-F238E27FC236}">
                <a16:creationId xmlns:a16="http://schemas.microsoft.com/office/drawing/2014/main" id="{90537780-8302-81C2-C045-4F2DEDF594EF}"/>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A92B0D41-4168-EC0C-ADF5-AC9E34B1653B}"/>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D753EE4A-4B0D-E70D-3900-1851E13A291D}"/>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pic>
        <p:nvPicPr>
          <p:cNvPr id="52" name="Graphic 5"/>
          <p:cNvPicPr>
            <a:picLocks xmlns:a="http://schemas.openxmlformats.org/drawingml/2006/main" noChangeAspect="1"/>
          </p:cNvPicPr>
          <p:nvPr/>
        </p:nvPicPr>
        <p:blipFill>
          <a:blip xmlns:r="http://schemas.openxmlformats.org/officeDocument/2006/relationships" xmlns:a="http://schemas.openxmlformats.org/drawingml/2006/main" r:embed="R24a3c07c41b94de8">
            <a:extLst>
              <a:ext uri="{96DAC541-7B7A-43D3-8B79-37D633B846F1}">
                <asvg:svgBlip xmlns:asvg="http://schemas.microsoft.com/office/drawing/2016/SVG/main" r:embed="R502c19be367c4f10"/>
              </a:ext>
            </a:extLst>
          </a:blip>
          <a:srcRect xmlns:a="http://schemas.openxmlformats.org/drawingml/2006/main" l="42612" t="12210" r="14437" b="12837"/>
          <a:stretch xmlns:a="http://schemas.openxmlformats.org/drawingml/2006/main"/>
        </p:blipFill>
        <p:spPr>
          <a:xfrm xmlns:a="http://schemas.openxmlformats.org/drawingml/2006/main">
            <a:off x="4034529" y="1131906"/>
            <a:ext cx="3567993" cy="3576793"/>
          </a:xfrm>
          <a:prstGeom xmlns:a="http://schemas.openxmlformats.org/drawingml/2006/main" prst="rect">
            <a:avLst/>
          </a:prstGeom>
        </p:spPr>
      </p:pic>
    </p:spTree>
  </p:cSld>
</p:sldLayout>
</file>

<file path=ppt/slideLayouts/slideLayout53.xml><?xml version="1.0" encoding="utf-8"?>
<p:sldLayout xmlns:p="http://schemas.openxmlformats.org/presentationml/2006/main" preserve="1" userDrawn="1">
  <p:cSld name="Speaker_3">
    <p:bg>
      <p:bgPr>
        <a:solidFill xmlns:a="http://schemas.openxmlformats.org/drawingml/2006/main">
          <a:schemeClr val="bg2"/>
        </a:solidFill>
      </p:bgPr>
    </p:bg>
    <p:spTree>
      <p:nvGrpSpPr>
        <p:cNvPr id="1" name=""/>
        <p:cNvGrpSpPr/>
        <p:nvPr/>
      </p:nvGrpSpPr>
      <p:grpSpPr>
        <a:xfrm xmlns:a="http://schemas.openxmlformats.org/drawingml/2006/main"/>
      </p:grpSpPr>
      <p:sp>
        <p:nvSpPr>
          <p:cNvPr id="32" name="Title 1">
            <a:extLst xmlns:a="http://schemas.openxmlformats.org/drawingml/2006/main">
              <a:ext uri="{FF2B5EF4-FFF2-40B4-BE49-F238E27FC236}">
                <a16:creationId xmlns:a16="http://schemas.microsoft.com/office/drawing/2014/main" id="{F61107A6-7831-4EC7-8264-2809B94682DD}"/>
              </a:ext>
            </a:extLst>
          </p:cNvPr>
          <p:cNvSpPr>
            <a:spLocks xmlns:a="http://schemas.openxmlformats.org/drawingml/2006/main" noGrp="1"/>
          </p:cNvSpPr>
          <p:nvPr>
            <p:ph type="title" idx="0" hasCustomPrompt="1"/>
          </p:nvPr>
        </p:nvSpPr>
        <p:spPr>
          <a:xfrm xmlns:a="http://schemas.openxmlformats.org/drawingml/2006/main">
            <a:off x="762000" y="1600200"/>
            <a:ext cx="320040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832060" y="502952"/>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653752" y="2682622"/>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653752" y="3011421"/>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FDC25F51-F732-4DED-B41F-218C4B09A992}"/>
              </a:ext>
            </a:extLst>
          </p:cNvPr>
          <p:cNvSpPr>
            <a:spLocks xmlns:a="http://schemas.openxmlformats.org/drawingml/2006/main" noGrp="1"/>
          </p:cNvSpPr>
          <p:nvPr>
            <p:ph type="pic" idx="28"/>
          </p:nvPr>
        </p:nvSpPr>
        <p:spPr>
          <a:xfrm xmlns:a="http://schemas.openxmlformats.org/drawingml/2006/main">
            <a:off x="4463764"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3" name="Text Placeholder 33">
            <a:extLst xmlns:a="http://schemas.openxmlformats.org/drawingml/2006/main">
              <a:ext uri="{FF2B5EF4-FFF2-40B4-BE49-F238E27FC236}">
                <a16:creationId xmlns:a16="http://schemas.microsoft.com/office/drawing/2014/main" id="{D1B52A4B-0972-4F91-92C6-8090BEF5CCCB}"/>
              </a:ext>
            </a:extLst>
          </p:cNvPr>
          <p:cNvSpPr>
            <a:spLocks xmlns:a="http://schemas.openxmlformats.org/drawingml/2006/main" noGrp="1"/>
          </p:cNvSpPr>
          <p:nvPr>
            <p:ph type="body" idx="29" hasCustomPrompt="1"/>
          </p:nvPr>
        </p:nvSpPr>
        <p:spPr>
          <a:xfrm xmlns:a="http://schemas.openxmlformats.org/drawingml/2006/main">
            <a:off x="4285456" y="502118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4" name="Text Placeholder 33">
            <a:extLst xmlns:a="http://schemas.openxmlformats.org/drawingml/2006/main">
              <a:ext uri="{FF2B5EF4-FFF2-40B4-BE49-F238E27FC236}">
                <a16:creationId xmlns:a16="http://schemas.microsoft.com/office/drawing/2014/main" id="{D6D713D8-07E2-4DC7-808A-1A9CD0EBCC6B}"/>
              </a:ext>
            </a:extLst>
          </p:cNvPr>
          <p:cNvSpPr>
            <a:spLocks xmlns:a="http://schemas.openxmlformats.org/drawingml/2006/main" noGrp="1"/>
          </p:cNvSpPr>
          <p:nvPr>
            <p:ph type="body" idx="30" hasCustomPrompt="1"/>
          </p:nvPr>
        </p:nvSpPr>
        <p:spPr>
          <a:xfrm xmlns:a="http://schemas.openxmlformats.org/drawingml/2006/main">
            <a:off x="4285456" y="534998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5" name="Picture Placeholder 4">
            <a:extLst xmlns:a="http://schemas.openxmlformats.org/drawingml/2006/main">
              <a:ext uri="{FF2B5EF4-FFF2-40B4-BE49-F238E27FC236}">
                <a16:creationId xmlns:a16="http://schemas.microsoft.com/office/drawing/2014/main" id="{D54CB0FE-E711-41BE-AE1E-539BC7B7761E}"/>
              </a:ext>
            </a:extLst>
          </p:cNvPr>
          <p:cNvSpPr>
            <a:spLocks xmlns:a="http://schemas.openxmlformats.org/drawingml/2006/main" noGrp="1"/>
          </p:cNvSpPr>
          <p:nvPr>
            <p:ph type="pic" idx="31"/>
          </p:nvPr>
        </p:nvSpPr>
        <p:spPr>
          <a:xfrm xmlns:a="http://schemas.openxmlformats.org/drawingml/2006/main">
            <a:off x="9593466"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6" name="Text Placeholder 33">
            <a:extLst xmlns:a="http://schemas.openxmlformats.org/drawingml/2006/main">
              <a:ext uri="{FF2B5EF4-FFF2-40B4-BE49-F238E27FC236}">
                <a16:creationId xmlns:a16="http://schemas.microsoft.com/office/drawing/2014/main" id="{C9D94F0F-A124-427C-8B51-4EA7A2DA41ED}"/>
              </a:ext>
            </a:extLst>
          </p:cNvPr>
          <p:cNvSpPr>
            <a:spLocks xmlns:a="http://schemas.openxmlformats.org/drawingml/2006/main" noGrp="1"/>
          </p:cNvSpPr>
          <p:nvPr>
            <p:ph type="body" idx="32" hasCustomPrompt="1"/>
          </p:nvPr>
        </p:nvSpPr>
        <p:spPr>
          <a:xfrm xmlns:a="http://schemas.openxmlformats.org/drawingml/2006/main">
            <a:off x="9415158" y="501840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9" name="Text Placeholder 33">
            <a:extLst xmlns:a="http://schemas.openxmlformats.org/drawingml/2006/main">
              <a:ext uri="{FF2B5EF4-FFF2-40B4-BE49-F238E27FC236}">
                <a16:creationId xmlns:a16="http://schemas.microsoft.com/office/drawing/2014/main" id="{D51FC9E3-DCC2-4D0A-80C8-4CB3924EC6CD}"/>
              </a:ext>
            </a:extLst>
          </p:cNvPr>
          <p:cNvSpPr>
            <a:spLocks xmlns:a="http://schemas.openxmlformats.org/drawingml/2006/main" noGrp="1"/>
          </p:cNvSpPr>
          <p:nvPr>
            <p:ph type="body" idx="33" hasCustomPrompt="1"/>
          </p:nvPr>
        </p:nvSpPr>
        <p:spPr>
          <a:xfrm xmlns:a="http://schemas.openxmlformats.org/drawingml/2006/main">
            <a:off x="9415158" y="534720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9551C7D5-93CF-BA74-CCF0-4136B0743763}"/>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5C84E735-4FBC-11F2-537D-944E6BCA9E45}"/>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C254BE3A-04D0-D60F-3E47-CF743F97370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4.xml><?xml version="1.0" encoding="utf-8"?>
<p:sldLayout xmlns:p="http://schemas.openxmlformats.org/presentationml/2006/main" preserve="1" userDrawn="1">
  <p:cSld name="Speaker_4">
    <p:bg>
      <p:bgPr>
        <a:solidFill xmlns:a="http://schemas.openxmlformats.org/drawingml/2006/main">
          <a:schemeClr val="bg2"/>
        </a:solidFill>
      </p:bgPr>
    </p:bg>
    <p:spTree>
      <p:nvGrpSpPr>
        <p:cNvPr id="1" name=""/>
        <p:cNvGrpSpPr/>
        <p:nvPr/>
      </p:nvGrpSpPr>
      <p:grpSpPr>
        <a:xfrm xmlns:a="http://schemas.openxmlformats.org/drawingml/2006/main"/>
      </p:grpSpPr>
      <p:sp>
        <p:nvSpPr>
          <p:cNvPr id="36" name="Title 1">
            <a:extLst xmlns:a="http://schemas.openxmlformats.org/drawingml/2006/main">
              <a:ext uri="{FF2B5EF4-FFF2-40B4-BE49-F238E27FC236}">
                <a16:creationId xmlns:a16="http://schemas.microsoft.com/office/drawing/2014/main" id="{AD59539A-0265-4CF1-A242-1D32DF1299D9}"/>
              </a:ext>
            </a:extLst>
          </p:cNvPr>
          <p:cNvSpPr>
            <a:spLocks xmlns:a="http://schemas.openxmlformats.org/drawingml/2006/main" noGrp="1"/>
          </p:cNvSpPr>
          <p:nvPr>
            <p:ph type="title" idx="0" hasCustomPrompt="1"/>
          </p:nvPr>
        </p:nvSpPr>
        <p:spPr>
          <a:xfrm xmlns:a="http://schemas.openxmlformats.org/drawingml/2006/main">
            <a:off x="761998" y="1600200"/>
            <a:ext cx="347472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28574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10225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10225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0" name="Picture Placeholder 4">
            <a:extLst xmlns:a="http://schemas.openxmlformats.org/drawingml/2006/main">
              <a:ext uri="{FF2B5EF4-FFF2-40B4-BE49-F238E27FC236}">
                <a16:creationId xmlns:a16="http://schemas.microsoft.com/office/drawing/2014/main" id="{13E21815-6A02-4A6A-80C9-0617BE9066A4}"/>
              </a:ext>
            </a:extLst>
          </p:cNvPr>
          <p:cNvSpPr>
            <a:spLocks xmlns:a="http://schemas.openxmlformats.org/drawingml/2006/main" noGrp="1"/>
          </p:cNvSpPr>
          <p:nvPr>
            <p:ph type="pic" idx="16"/>
          </p:nvPr>
        </p:nvSpPr>
        <p:spPr>
          <a:xfrm xmlns:a="http://schemas.openxmlformats.org/drawingml/2006/main">
            <a:off x="909682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22" name="Text Placeholder 33">
            <a:extLst xmlns:a="http://schemas.openxmlformats.org/drawingml/2006/main">
              <a:ext uri="{FF2B5EF4-FFF2-40B4-BE49-F238E27FC236}">
                <a16:creationId xmlns:a16="http://schemas.microsoft.com/office/drawing/2014/main" id="{B1E285A0-A2E7-DE49-A7D9-B15F13096B4D}"/>
              </a:ext>
            </a:extLst>
          </p:cNvPr>
          <p:cNvSpPr>
            <a:spLocks xmlns:a="http://schemas.openxmlformats.org/drawingml/2006/main" noGrp="1"/>
          </p:cNvSpPr>
          <p:nvPr>
            <p:ph type="body" idx="23" hasCustomPrompt="1"/>
          </p:nvPr>
        </p:nvSpPr>
        <p:spPr>
          <a:xfrm xmlns:a="http://schemas.openxmlformats.org/drawingml/2006/main">
            <a:off x="891333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3" name="Text Placeholder 33">
            <a:extLst xmlns:a="http://schemas.openxmlformats.org/drawingml/2006/main">
              <a:ext uri="{FF2B5EF4-FFF2-40B4-BE49-F238E27FC236}">
                <a16:creationId xmlns:a16="http://schemas.microsoft.com/office/drawing/2014/main" id="{824EDADA-2643-C24E-A532-5AF7FDEFBB0A}"/>
              </a:ext>
            </a:extLst>
          </p:cNvPr>
          <p:cNvSpPr>
            <a:spLocks xmlns:a="http://schemas.openxmlformats.org/drawingml/2006/main" noGrp="1"/>
          </p:cNvSpPr>
          <p:nvPr>
            <p:ph type="body" idx="24" hasCustomPrompt="1"/>
          </p:nvPr>
        </p:nvSpPr>
        <p:spPr>
          <a:xfrm xmlns:a="http://schemas.openxmlformats.org/drawingml/2006/main">
            <a:off x="891333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0" name="Picture Placeholder 4">
            <a:extLst xmlns:a="http://schemas.openxmlformats.org/drawingml/2006/main">
              <a:ext uri="{FF2B5EF4-FFF2-40B4-BE49-F238E27FC236}">
                <a16:creationId xmlns:a16="http://schemas.microsoft.com/office/drawing/2014/main" id="{EFC6E2D0-3B2A-2942-B1BA-2FB20BD0EEC6}"/>
              </a:ext>
            </a:extLst>
          </p:cNvPr>
          <p:cNvSpPr>
            <a:spLocks xmlns:a="http://schemas.openxmlformats.org/drawingml/2006/main" noGrp="1"/>
          </p:cNvSpPr>
          <p:nvPr>
            <p:ph type="pic" idx="27"/>
          </p:nvPr>
        </p:nvSpPr>
        <p:spPr>
          <a:xfrm xmlns:a="http://schemas.openxmlformats.org/drawingml/2006/main">
            <a:off x="628574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28" name="Text Placeholder 33">
            <a:extLst xmlns:a="http://schemas.openxmlformats.org/drawingml/2006/main">
              <a:ext uri="{FF2B5EF4-FFF2-40B4-BE49-F238E27FC236}">
                <a16:creationId xmlns:a16="http://schemas.microsoft.com/office/drawing/2014/main" id="{C58C0826-10EF-F849-A3C1-413E3484114A}"/>
              </a:ext>
            </a:extLst>
          </p:cNvPr>
          <p:cNvSpPr>
            <a:spLocks xmlns:a="http://schemas.openxmlformats.org/drawingml/2006/main" noGrp="1"/>
          </p:cNvSpPr>
          <p:nvPr>
            <p:ph type="body" idx="25" hasCustomPrompt="1"/>
          </p:nvPr>
        </p:nvSpPr>
        <p:spPr>
          <a:xfrm xmlns:a="http://schemas.openxmlformats.org/drawingml/2006/main">
            <a:off x="610225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9" name="Text Placeholder 33">
            <a:extLst xmlns:a="http://schemas.openxmlformats.org/drawingml/2006/main">
              <a:ext uri="{FF2B5EF4-FFF2-40B4-BE49-F238E27FC236}">
                <a16:creationId xmlns:a16="http://schemas.microsoft.com/office/drawing/2014/main" id="{31FE92C1-9507-1C45-8CA1-FA2A0EA3FCED}"/>
              </a:ext>
            </a:extLst>
          </p:cNvPr>
          <p:cNvSpPr>
            <a:spLocks xmlns:a="http://schemas.openxmlformats.org/drawingml/2006/main" noGrp="1"/>
          </p:cNvSpPr>
          <p:nvPr>
            <p:ph type="body" idx="26" hasCustomPrompt="1"/>
          </p:nvPr>
        </p:nvSpPr>
        <p:spPr>
          <a:xfrm xmlns:a="http://schemas.openxmlformats.org/drawingml/2006/main">
            <a:off x="610225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ED40B0E3-F4BB-EC49-8D7A-713B54016EEA}"/>
              </a:ext>
            </a:extLst>
          </p:cNvPr>
          <p:cNvSpPr>
            <a:spLocks xmlns:a="http://schemas.openxmlformats.org/drawingml/2006/main" noGrp="1"/>
          </p:cNvSpPr>
          <p:nvPr>
            <p:ph type="pic" idx="28"/>
          </p:nvPr>
        </p:nvSpPr>
        <p:spPr>
          <a:xfrm xmlns:a="http://schemas.openxmlformats.org/drawingml/2006/main">
            <a:off x="909682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2" name="Text Placeholder 33">
            <a:extLst xmlns:a="http://schemas.openxmlformats.org/drawingml/2006/main">
              <a:ext uri="{FF2B5EF4-FFF2-40B4-BE49-F238E27FC236}">
                <a16:creationId xmlns:a16="http://schemas.microsoft.com/office/drawing/2014/main" id="{75EA1EAA-9631-6446-9C35-80FDF680DE0B}"/>
              </a:ext>
            </a:extLst>
          </p:cNvPr>
          <p:cNvSpPr>
            <a:spLocks xmlns:a="http://schemas.openxmlformats.org/drawingml/2006/main" noGrp="1"/>
          </p:cNvSpPr>
          <p:nvPr>
            <p:ph type="body" idx="29" hasCustomPrompt="1"/>
          </p:nvPr>
        </p:nvSpPr>
        <p:spPr>
          <a:xfrm xmlns:a="http://schemas.openxmlformats.org/drawingml/2006/main">
            <a:off x="891333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3" name="Text Placeholder 33">
            <a:extLst xmlns:a="http://schemas.openxmlformats.org/drawingml/2006/main">
              <a:ext uri="{FF2B5EF4-FFF2-40B4-BE49-F238E27FC236}">
                <a16:creationId xmlns:a16="http://schemas.microsoft.com/office/drawing/2014/main" id="{D9FA6B46-487D-254B-8AB6-DCB6C449BF8B}"/>
              </a:ext>
            </a:extLst>
          </p:cNvPr>
          <p:cNvSpPr>
            <a:spLocks xmlns:a="http://schemas.openxmlformats.org/drawingml/2006/main" noGrp="1"/>
          </p:cNvSpPr>
          <p:nvPr>
            <p:ph type="body" idx="30" hasCustomPrompt="1"/>
          </p:nvPr>
        </p:nvSpPr>
        <p:spPr>
          <a:xfrm xmlns:a="http://schemas.openxmlformats.org/drawingml/2006/main">
            <a:off x="891333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sz="800">
                <a:solidFill>
                  <a:srgbClr val="AEA8A2"/>
                </a:solidFill>
              </a:defRPr>
            </a:lvl1pPr>
          </a:lstStyle>
          <a:p xmlns:a="http://schemas.openxmlformats.org/drawingml/2006/main">
            <a:r>
              <a:t>[Date]</a:t>
            </a:r>
          </a:p>
        </p:txBody>
      </p:sp>
    </p:spTree>
  </p:cSld>
</p:sldLayout>
</file>

<file path=ppt/slideLayouts/slideLayout55.xml><?xml version="1.0" encoding="utf-8"?>
<p:sldLayout xmlns:p="http://schemas.openxmlformats.org/presentationml/2006/main" preserve="1" userDrawn="1">
  <p:cSld name="Speaker_6">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68257"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2438576"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2438576"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8" name="Picture 2">
            <a:extLst xmlns:a="http://schemas.openxmlformats.org/drawingml/2006/main">
              <a:ext uri="{FF2B5EF4-FFF2-40B4-BE49-F238E27FC236}">
                <a16:creationId xmlns:a16="http://schemas.microsoft.com/office/drawing/2014/main" id="{E87225CC-8F09-5A46-B785-5C244024F8BB}"/>
              </a:ext>
            </a:extLst>
          </p:cNvPr>
          <p:cNvSpPr>
            <a:spLocks xmlns:a="http://schemas.openxmlformats.org/drawingml/2006/main" noGrp="1"/>
          </p:cNvSpPr>
          <p:nvPr>
            <p:ph type="pic" idx="38"/>
          </p:nvPr>
        </p:nvSpPr>
        <p:spPr>
          <a:xfrm xmlns:a="http://schemas.openxmlformats.org/drawingml/2006/main">
            <a:off x="768257"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89" name="Name 2">
            <a:extLst xmlns:a="http://schemas.openxmlformats.org/drawingml/2006/main">
              <a:ext uri="{FF2B5EF4-FFF2-40B4-BE49-F238E27FC236}">
                <a16:creationId xmlns:a16="http://schemas.microsoft.com/office/drawing/2014/main" id="{213DB2F1-1A57-00A0-D060-4C9E8EA12AC0}"/>
              </a:ext>
            </a:extLst>
          </p:cNvPr>
          <p:cNvSpPr>
            <a:spLocks xmlns:a="http://schemas.openxmlformats.org/drawingml/2006/main" noGrp="1"/>
          </p:cNvSpPr>
          <p:nvPr>
            <p:ph type="body" idx="39" hasCustomPrompt="1"/>
          </p:nvPr>
        </p:nvSpPr>
        <p:spPr>
          <a:xfrm xmlns:a="http://schemas.openxmlformats.org/drawingml/2006/main">
            <a:off x="2438576" y="3371397"/>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0" name="Title 2">
            <a:extLst xmlns:a="http://schemas.openxmlformats.org/drawingml/2006/main">
              <a:ext uri="{FF2B5EF4-FFF2-40B4-BE49-F238E27FC236}">
                <a16:creationId xmlns:a16="http://schemas.microsoft.com/office/drawing/2014/main" id="{6D7EA926-2CBE-46FC-736F-448E6E0788B4}"/>
              </a:ext>
            </a:extLst>
          </p:cNvPr>
          <p:cNvSpPr>
            <a:spLocks xmlns:a="http://schemas.openxmlformats.org/drawingml/2006/main" noGrp="1"/>
          </p:cNvSpPr>
          <p:nvPr>
            <p:ph type="body" idx="40" hasCustomPrompt="1"/>
          </p:nvPr>
        </p:nvSpPr>
        <p:spPr>
          <a:xfrm xmlns:a="http://schemas.openxmlformats.org/drawingml/2006/main">
            <a:off x="2438576" y="3675928"/>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2" name="Picture 3">
            <a:extLst xmlns:a="http://schemas.openxmlformats.org/drawingml/2006/main">
              <a:ext uri="{FF2B5EF4-FFF2-40B4-BE49-F238E27FC236}">
                <a16:creationId xmlns:a16="http://schemas.microsoft.com/office/drawing/2014/main" id="{B9743AA0-6CB0-2E48-9ADB-1CC690E743B4}"/>
              </a:ext>
            </a:extLst>
          </p:cNvPr>
          <p:cNvSpPr>
            <a:spLocks xmlns:a="http://schemas.openxmlformats.org/drawingml/2006/main" noGrp="1"/>
          </p:cNvSpPr>
          <p:nvPr>
            <p:ph type="pic" idx="32"/>
          </p:nvPr>
        </p:nvSpPr>
        <p:spPr>
          <a:xfrm xmlns:a="http://schemas.openxmlformats.org/drawingml/2006/main">
            <a:off x="768257"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83" name="Name 3">
            <a:extLst xmlns:a="http://schemas.openxmlformats.org/drawingml/2006/main">
              <a:ext uri="{FF2B5EF4-FFF2-40B4-BE49-F238E27FC236}">
                <a16:creationId xmlns:a16="http://schemas.microsoft.com/office/drawing/2014/main" id="{7FE364B2-4B5D-0750-F686-7376A0054F8F}"/>
              </a:ext>
            </a:extLst>
          </p:cNvPr>
          <p:cNvSpPr>
            <a:spLocks xmlns:a="http://schemas.openxmlformats.org/drawingml/2006/main" noGrp="1"/>
          </p:cNvSpPr>
          <p:nvPr>
            <p:ph type="body" idx="33" hasCustomPrompt="1"/>
          </p:nvPr>
        </p:nvSpPr>
        <p:spPr>
          <a:xfrm xmlns:a="http://schemas.openxmlformats.org/drawingml/2006/main">
            <a:off x="2438576" y="5083641"/>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4" name="Name 3">
            <a:extLst xmlns:a="http://schemas.openxmlformats.org/drawingml/2006/main">
              <a:ext uri="{FF2B5EF4-FFF2-40B4-BE49-F238E27FC236}">
                <a16:creationId xmlns:a16="http://schemas.microsoft.com/office/drawing/2014/main" id="{111F11BD-FB90-28F4-5BED-A457E1D33F32}"/>
              </a:ext>
            </a:extLst>
          </p:cNvPr>
          <p:cNvSpPr>
            <a:spLocks xmlns:a="http://schemas.openxmlformats.org/drawingml/2006/main" noGrp="1"/>
          </p:cNvSpPr>
          <p:nvPr>
            <p:ph type="body" idx="34" hasCustomPrompt="1"/>
          </p:nvPr>
        </p:nvSpPr>
        <p:spPr>
          <a:xfrm xmlns:a="http://schemas.openxmlformats.org/drawingml/2006/main">
            <a:off x="2438576" y="5388172"/>
            <a:ext cx="1920240" cy="246888"/>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1" name="Picture 4">
            <a:extLst xmlns:a="http://schemas.openxmlformats.org/drawingml/2006/main">
              <a:ext uri="{FF2B5EF4-FFF2-40B4-BE49-F238E27FC236}">
                <a16:creationId xmlns:a16="http://schemas.microsoft.com/office/drawing/2014/main" id="{288C7677-74A4-87D5-B77D-03AC70679BAC}"/>
              </a:ext>
            </a:extLst>
          </p:cNvPr>
          <p:cNvSpPr>
            <a:spLocks xmlns:a="http://schemas.openxmlformats.org/drawingml/2006/main" noGrp="1"/>
          </p:cNvSpPr>
          <p:nvPr>
            <p:ph type="pic" idx="41"/>
          </p:nvPr>
        </p:nvSpPr>
        <p:spPr>
          <a:xfrm xmlns:a="http://schemas.openxmlformats.org/drawingml/2006/main">
            <a:off x="6379003"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92" name="Name 4">
            <a:extLst xmlns:a="http://schemas.openxmlformats.org/drawingml/2006/main">
              <a:ext uri="{FF2B5EF4-FFF2-40B4-BE49-F238E27FC236}">
                <a16:creationId xmlns:a16="http://schemas.microsoft.com/office/drawing/2014/main" id="{AF588FE9-35BC-F09C-55DF-26752ACAD486}"/>
              </a:ext>
            </a:extLst>
          </p:cNvPr>
          <p:cNvSpPr>
            <a:spLocks xmlns:a="http://schemas.openxmlformats.org/drawingml/2006/main" noGrp="1"/>
          </p:cNvSpPr>
          <p:nvPr>
            <p:ph type="body" idx="42" hasCustomPrompt="1"/>
          </p:nvPr>
        </p:nvSpPr>
        <p:spPr>
          <a:xfrm xmlns:a="http://schemas.openxmlformats.org/drawingml/2006/main">
            <a:off x="8037558"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3" name="Title 4">
            <a:extLst xmlns:a="http://schemas.openxmlformats.org/drawingml/2006/main">
              <a:ext uri="{FF2B5EF4-FFF2-40B4-BE49-F238E27FC236}">
                <a16:creationId xmlns:a16="http://schemas.microsoft.com/office/drawing/2014/main" id="{BC8C5213-FFE9-AE65-FDE6-CBF115337B71}"/>
              </a:ext>
            </a:extLst>
          </p:cNvPr>
          <p:cNvSpPr>
            <a:spLocks xmlns:a="http://schemas.openxmlformats.org/drawingml/2006/main" noGrp="1"/>
          </p:cNvSpPr>
          <p:nvPr>
            <p:ph type="body" idx="43" hasCustomPrompt="1"/>
          </p:nvPr>
        </p:nvSpPr>
        <p:spPr>
          <a:xfrm xmlns:a="http://schemas.openxmlformats.org/drawingml/2006/main">
            <a:off x="8037558"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5" name="Picture 5">
            <a:extLst xmlns:a="http://schemas.openxmlformats.org/drawingml/2006/main">
              <a:ext uri="{FF2B5EF4-FFF2-40B4-BE49-F238E27FC236}">
                <a16:creationId xmlns:a16="http://schemas.microsoft.com/office/drawing/2014/main" id="{25483374-F780-293B-7C18-D75F9FA05893}"/>
              </a:ext>
            </a:extLst>
          </p:cNvPr>
          <p:cNvSpPr>
            <a:spLocks xmlns:a="http://schemas.openxmlformats.org/drawingml/2006/main" noGrp="1"/>
          </p:cNvSpPr>
          <p:nvPr>
            <p:ph type="pic" idx="35"/>
          </p:nvPr>
        </p:nvSpPr>
        <p:spPr>
          <a:xfrm xmlns:a="http://schemas.openxmlformats.org/drawingml/2006/main">
            <a:off x="6379003"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86" name="Name 5">
            <a:extLst xmlns:a="http://schemas.openxmlformats.org/drawingml/2006/main">
              <a:ext uri="{FF2B5EF4-FFF2-40B4-BE49-F238E27FC236}">
                <a16:creationId xmlns:a16="http://schemas.microsoft.com/office/drawing/2014/main" id="{BF047364-28B8-1F30-EEEB-7B6E2368A6AB}"/>
              </a:ext>
            </a:extLst>
          </p:cNvPr>
          <p:cNvSpPr>
            <a:spLocks xmlns:a="http://schemas.openxmlformats.org/drawingml/2006/main" noGrp="1"/>
          </p:cNvSpPr>
          <p:nvPr>
            <p:ph type="body" idx="36" hasCustomPrompt="1"/>
          </p:nvPr>
        </p:nvSpPr>
        <p:spPr>
          <a:xfrm xmlns:a="http://schemas.openxmlformats.org/drawingml/2006/main">
            <a:off x="8037558" y="3355413"/>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7" name="Title 5">
            <a:extLst xmlns:a="http://schemas.openxmlformats.org/drawingml/2006/main">
              <a:ext uri="{FF2B5EF4-FFF2-40B4-BE49-F238E27FC236}">
                <a16:creationId xmlns:a16="http://schemas.microsoft.com/office/drawing/2014/main" id="{09D55A0B-3944-9795-0EC9-244A2E8C0062}"/>
              </a:ext>
            </a:extLst>
          </p:cNvPr>
          <p:cNvSpPr>
            <a:spLocks xmlns:a="http://schemas.openxmlformats.org/drawingml/2006/main" noGrp="1"/>
          </p:cNvSpPr>
          <p:nvPr>
            <p:ph type="body" idx="37" hasCustomPrompt="1"/>
          </p:nvPr>
        </p:nvSpPr>
        <p:spPr>
          <a:xfrm xmlns:a="http://schemas.openxmlformats.org/drawingml/2006/main">
            <a:off x="8037558" y="3659944"/>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4" name="Picture 6">
            <a:extLst xmlns:a="http://schemas.openxmlformats.org/drawingml/2006/main">
              <a:ext uri="{FF2B5EF4-FFF2-40B4-BE49-F238E27FC236}">
                <a16:creationId xmlns:a16="http://schemas.microsoft.com/office/drawing/2014/main" id="{C5596C01-BDD3-872C-1E20-6F26FD847F92}"/>
              </a:ext>
            </a:extLst>
          </p:cNvPr>
          <p:cNvSpPr>
            <a:spLocks xmlns:a="http://schemas.openxmlformats.org/drawingml/2006/main" noGrp="1"/>
          </p:cNvSpPr>
          <p:nvPr>
            <p:ph type="pic" idx="44"/>
          </p:nvPr>
        </p:nvSpPr>
        <p:spPr>
          <a:xfrm xmlns:a="http://schemas.openxmlformats.org/drawingml/2006/main">
            <a:off x="6379003"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95" name="Name 6">
            <a:extLst xmlns:a="http://schemas.openxmlformats.org/drawingml/2006/main">
              <a:ext uri="{FF2B5EF4-FFF2-40B4-BE49-F238E27FC236}">
                <a16:creationId xmlns:a16="http://schemas.microsoft.com/office/drawing/2014/main" id="{908A6C8C-55F0-CAFA-799F-1586491CE534}"/>
              </a:ext>
            </a:extLst>
          </p:cNvPr>
          <p:cNvSpPr>
            <a:spLocks xmlns:a="http://schemas.openxmlformats.org/drawingml/2006/main" noGrp="1"/>
          </p:cNvSpPr>
          <p:nvPr>
            <p:ph type="body" idx="45" hasCustomPrompt="1"/>
          </p:nvPr>
        </p:nvSpPr>
        <p:spPr>
          <a:xfrm xmlns:a="http://schemas.openxmlformats.org/drawingml/2006/main">
            <a:off x="8037558" y="5078984"/>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6" name="Name 7">
            <a:extLst xmlns:a="http://schemas.openxmlformats.org/drawingml/2006/main">
              <a:ext uri="{FF2B5EF4-FFF2-40B4-BE49-F238E27FC236}">
                <a16:creationId xmlns:a16="http://schemas.microsoft.com/office/drawing/2014/main" id="{80B8C125-5BDD-9CC4-70C3-CBF897A29E80}"/>
              </a:ext>
            </a:extLst>
          </p:cNvPr>
          <p:cNvSpPr>
            <a:spLocks xmlns:a="http://schemas.openxmlformats.org/drawingml/2006/main" noGrp="1"/>
          </p:cNvSpPr>
          <p:nvPr>
            <p:ph type="body" idx="46" hasCustomPrompt="1"/>
          </p:nvPr>
        </p:nvSpPr>
        <p:spPr>
          <a:xfrm xmlns:a="http://schemas.openxmlformats.org/drawingml/2006/main">
            <a:off x="8037558" y="5383515"/>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6.xml><?xml version="1.0" encoding="utf-8"?>
<p:sldLayout xmlns:p="http://schemas.openxmlformats.org/presentationml/2006/main" preserve="1" userDrawn="1">
  <p:cSld name="Speaker_10">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11129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010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010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2" name="Picture 2">
            <a:extLst xmlns:a="http://schemas.openxmlformats.org/drawingml/2006/main">
              <a:ext uri="{FF2B5EF4-FFF2-40B4-BE49-F238E27FC236}">
                <a16:creationId xmlns:a16="http://schemas.microsoft.com/office/drawing/2014/main" id="{E3A8C480-E935-0DA4-A150-7A798552D69B}"/>
              </a:ext>
            </a:extLst>
          </p:cNvPr>
          <p:cNvSpPr>
            <a:spLocks xmlns:a="http://schemas.openxmlformats.org/drawingml/2006/main" noGrp="1"/>
          </p:cNvSpPr>
          <p:nvPr>
            <p:ph type="pic" idx="32"/>
          </p:nvPr>
        </p:nvSpPr>
        <p:spPr>
          <a:xfrm xmlns:a="http://schemas.openxmlformats.org/drawingml/2006/main">
            <a:off x="339896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53" name="Name 2">
            <a:extLst xmlns:a="http://schemas.openxmlformats.org/drawingml/2006/main">
              <a:ext uri="{FF2B5EF4-FFF2-40B4-BE49-F238E27FC236}">
                <a16:creationId xmlns:a16="http://schemas.microsoft.com/office/drawing/2014/main" id="{D53E72DD-B667-6F64-FC11-B158256A1D6A}"/>
              </a:ext>
            </a:extLst>
          </p:cNvPr>
          <p:cNvSpPr>
            <a:spLocks xmlns:a="http://schemas.openxmlformats.org/drawingml/2006/main" noGrp="1"/>
          </p:cNvSpPr>
          <p:nvPr>
            <p:ph type="body" idx="33" hasCustomPrompt="1"/>
          </p:nvPr>
        </p:nvSpPr>
        <p:spPr>
          <a:xfrm xmlns:a="http://schemas.openxmlformats.org/drawingml/2006/main">
            <a:off x="298705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4" name="Title 2">
            <a:extLst xmlns:a="http://schemas.openxmlformats.org/drawingml/2006/main">
              <a:ext uri="{FF2B5EF4-FFF2-40B4-BE49-F238E27FC236}">
                <a16:creationId xmlns:a16="http://schemas.microsoft.com/office/drawing/2014/main" id="{1151B9AB-CBE4-1067-D049-3E69A0E78E18}"/>
              </a:ext>
            </a:extLst>
          </p:cNvPr>
          <p:cNvSpPr>
            <a:spLocks xmlns:a="http://schemas.openxmlformats.org/drawingml/2006/main" noGrp="1"/>
          </p:cNvSpPr>
          <p:nvPr>
            <p:ph type="body" idx="34" hasCustomPrompt="1"/>
          </p:nvPr>
        </p:nvSpPr>
        <p:spPr>
          <a:xfrm xmlns:a="http://schemas.openxmlformats.org/drawingml/2006/main">
            <a:off x="298705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5" name="Picture 3 ">
            <a:extLst xmlns:a="http://schemas.openxmlformats.org/drawingml/2006/main">
              <a:ext uri="{FF2B5EF4-FFF2-40B4-BE49-F238E27FC236}">
                <a16:creationId xmlns:a16="http://schemas.microsoft.com/office/drawing/2014/main" id="{B3646944-CB74-48E5-20C3-42C4C0663CDF}"/>
              </a:ext>
            </a:extLst>
          </p:cNvPr>
          <p:cNvSpPr>
            <a:spLocks xmlns:a="http://schemas.openxmlformats.org/drawingml/2006/main" noGrp="1"/>
          </p:cNvSpPr>
          <p:nvPr>
            <p:ph type="pic" idx="35"/>
          </p:nvPr>
        </p:nvSpPr>
        <p:spPr>
          <a:xfrm xmlns:a="http://schemas.openxmlformats.org/drawingml/2006/main">
            <a:off x="568493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56" name="Name 3">
            <a:extLst xmlns:a="http://schemas.openxmlformats.org/drawingml/2006/main">
              <a:ext uri="{FF2B5EF4-FFF2-40B4-BE49-F238E27FC236}">
                <a16:creationId xmlns:a16="http://schemas.microsoft.com/office/drawing/2014/main" id="{4E1E4910-6DC5-4CFB-72D7-6EF41C7392E6}"/>
              </a:ext>
            </a:extLst>
          </p:cNvPr>
          <p:cNvSpPr>
            <a:spLocks xmlns:a="http://schemas.openxmlformats.org/drawingml/2006/main" noGrp="1"/>
          </p:cNvSpPr>
          <p:nvPr>
            <p:ph type="body" idx="36" hasCustomPrompt="1"/>
          </p:nvPr>
        </p:nvSpPr>
        <p:spPr>
          <a:xfrm xmlns:a="http://schemas.openxmlformats.org/drawingml/2006/main">
            <a:off x="527302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7" name="Title 3">
            <a:extLst xmlns:a="http://schemas.openxmlformats.org/drawingml/2006/main">
              <a:ext uri="{FF2B5EF4-FFF2-40B4-BE49-F238E27FC236}">
                <a16:creationId xmlns:a16="http://schemas.microsoft.com/office/drawing/2014/main" id="{694BBFD6-ACCD-92AD-91C9-FA5C1A7A9F62}"/>
              </a:ext>
            </a:extLst>
          </p:cNvPr>
          <p:cNvSpPr>
            <a:spLocks xmlns:a="http://schemas.openxmlformats.org/drawingml/2006/main" noGrp="1"/>
          </p:cNvSpPr>
          <p:nvPr>
            <p:ph type="body" idx="37" hasCustomPrompt="1"/>
          </p:nvPr>
        </p:nvSpPr>
        <p:spPr>
          <a:xfrm xmlns:a="http://schemas.openxmlformats.org/drawingml/2006/main">
            <a:off x="527302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8" name="Picture 4">
            <a:extLst xmlns:a="http://schemas.openxmlformats.org/drawingml/2006/main">
              <a:ext uri="{FF2B5EF4-FFF2-40B4-BE49-F238E27FC236}">
                <a16:creationId xmlns:a16="http://schemas.microsoft.com/office/drawing/2014/main" id="{8646106B-DADA-406C-A020-501C2210B615}"/>
              </a:ext>
            </a:extLst>
          </p:cNvPr>
          <p:cNvSpPr>
            <a:spLocks xmlns:a="http://schemas.openxmlformats.org/drawingml/2006/main" noGrp="1"/>
          </p:cNvSpPr>
          <p:nvPr>
            <p:ph type="pic" idx="38"/>
          </p:nvPr>
        </p:nvSpPr>
        <p:spPr>
          <a:xfrm xmlns:a="http://schemas.openxmlformats.org/drawingml/2006/main">
            <a:off x="797091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59" name="Name 4">
            <a:extLst xmlns:a="http://schemas.openxmlformats.org/drawingml/2006/main">
              <a:ext uri="{FF2B5EF4-FFF2-40B4-BE49-F238E27FC236}">
                <a16:creationId xmlns:a16="http://schemas.microsoft.com/office/drawing/2014/main" id="{6279EEA7-C6AB-434D-DDF6-9F7C6BCDE10A}"/>
              </a:ext>
            </a:extLst>
          </p:cNvPr>
          <p:cNvSpPr>
            <a:spLocks xmlns:a="http://schemas.openxmlformats.org/drawingml/2006/main" noGrp="1"/>
          </p:cNvSpPr>
          <p:nvPr>
            <p:ph type="body" idx="39" hasCustomPrompt="1"/>
          </p:nvPr>
        </p:nvSpPr>
        <p:spPr>
          <a:xfrm xmlns:a="http://schemas.openxmlformats.org/drawingml/2006/main">
            <a:off x="755900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60" name="Title 4">
            <a:extLst xmlns:a="http://schemas.openxmlformats.org/drawingml/2006/main">
              <a:ext uri="{FF2B5EF4-FFF2-40B4-BE49-F238E27FC236}">
                <a16:creationId xmlns:a16="http://schemas.microsoft.com/office/drawing/2014/main" id="{E6AFB52F-3CFF-BC09-B703-6A62B9560C5A}"/>
              </a:ext>
            </a:extLst>
          </p:cNvPr>
          <p:cNvSpPr>
            <a:spLocks xmlns:a="http://schemas.openxmlformats.org/drawingml/2006/main" noGrp="1"/>
          </p:cNvSpPr>
          <p:nvPr>
            <p:ph type="body" idx="40" hasCustomPrompt="1"/>
          </p:nvPr>
        </p:nvSpPr>
        <p:spPr>
          <a:xfrm xmlns:a="http://schemas.openxmlformats.org/drawingml/2006/main">
            <a:off x="755900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61" name="Picture 5">
            <a:extLst xmlns:a="http://schemas.openxmlformats.org/drawingml/2006/main">
              <a:ext uri="{FF2B5EF4-FFF2-40B4-BE49-F238E27FC236}">
                <a16:creationId xmlns:a16="http://schemas.microsoft.com/office/drawing/2014/main" id="{10E92D5F-57AC-A19A-FED7-7254BA223549}"/>
              </a:ext>
            </a:extLst>
          </p:cNvPr>
          <p:cNvSpPr>
            <a:spLocks xmlns:a="http://schemas.openxmlformats.org/drawingml/2006/main" noGrp="1"/>
          </p:cNvSpPr>
          <p:nvPr>
            <p:ph type="pic" idx="41"/>
          </p:nvPr>
        </p:nvSpPr>
        <p:spPr>
          <a:xfrm xmlns:a="http://schemas.openxmlformats.org/drawingml/2006/main">
            <a:off x="102568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62" name="Name 5">
            <a:extLst xmlns:a="http://schemas.openxmlformats.org/drawingml/2006/main">
              <a:ext uri="{FF2B5EF4-FFF2-40B4-BE49-F238E27FC236}">
                <a16:creationId xmlns:a16="http://schemas.microsoft.com/office/drawing/2014/main" id="{3CEC1BD5-E4C9-59CE-7CCC-3444C64A28AA}"/>
              </a:ext>
            </a:extLst>
          </p:cNvPr>
          <p:cNvSpPr>
            <a:spLocks xmlns:a="http://schemas.openxmlformats.org/drawingml/2006/main" noGrp="1"/>
          </p:cNvSpPr>
          <p:nvPr>
            <p:ph type="body" idx="42" hasCustomPrompt="1"/>
          </p:nvPr>
        </p:nvSpPr>
        <p:spPr>
          <a:xfrm xmlns:a="http://schemas.openxmlformats.org/drawingml/2006/main">
            <a:off x="98449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63" name="Title 5">
            <a:extLst xmlns:a="http://schemas.openxmlformats.org/drawingml/2006/main">
              <a:ext uri="{FF2B5EF4-FFF2-40B4-BE49-F238E27FC236}">
                <a16:creationId xmlns:a16="http://schemas.microsoft.com/office/drawing/2014/main" id="{D34A6BDA-F544-70E1-6388-E3C1BF5771E8}"/>
              </a:ext>
            </a:extLst>
          </p:cNvPr>
          <p:cNvSpPr>
            <a:spLocks xmlns:a="http://schemas.openxmlformats.org/drawingml/2006/main" noGrp="1"/>
          </p:cNvSpPr>
          <p:nvPr>
            <p:ph type="body" idx="43" hasCustomPrompt="1"/>
          </p:nvPr>
        </p:nvSpPr>
        <p:spPr>
          <a:xfrm xmlns:a="http://schemas.openxmlformats.org/drawingml/2006/main">
            <a:off x="98449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6" name="Picture 1">
            <a:extLst xmlns:a="http://schemas.openxmlformats.org/drawingml/2006/main">
              <a:ext uri="{FF2B5EF4-FFF2-40B4-BE49-F238E27FC236}">
                <a16:creationId xmlns:a16="http://schemas.microsoft.com/office/drawing/2014/main" id="{72521944-24A4-E7C1-7474-2B6FF0394BDA}"/>
              </a:ext>
            </a:extLst>
          </p:cNvPr>
          <p:cNvSpPr>
            <a:spLocks xmlns:a="http://schemas.openxmlformats.org/drawingml/2006/main" noGrp="1"/>
          </p:cNvSpPr>
          <p:nvPr>
            <p:ph type="pic" idx="44"/>
          </p:nvPr>
        </p:nvSpPr>
        <p:spPr>
          <a:xfrm xmlns:a="http://schemas.openxmlformats.org/drawingml/2006/main">
            <a:off x="11129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7" name="Name 1">
            <a:extLst xmlns:a="http://schemas.openxmlformats.org/drawingml/2006/main">
              <a:ext uri="{FF2B5EF4-FFF2-40B4-BE49-F238E27FC236}">
                <a16:creationId xmlns:a16="http://schemas.microsoft.com/office/drawing/2014/main" id="{FB00A11F-459A-98FB-66B0-1222171BD164}"/>
              </a:ext>
            </a:extLst>
          </p:cNvPr>
          <p:cNvSpPr>
            <a:spLocks xmlns:a="http://schemas.openxmlformats.org/drawingml/2006/main" noGrp="1"/>
          </p:cNvSpPr>
          <p:nvPr>
            <p:ph type="body" idx="45" hasCustomPrompt="1"/>
          </p:nvPr>
        </p:nvSpPr>
        <p:spPr>
          <a:xfrm xmlns:a="http://schemas.openxmlformats.org/drawingml/2006/main">
            <a:off x="7010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 name="Title 1">
            <a:extLst xmlns:a="http://schemas.openxmlformats.org/drawingml/2006/main">
              <a:ext uri="{FF2B5EF4-FFF2-40B4-BE49-F238E27FC236}">
                <a16:creationId xmlns:a16="http://schemas.microsoft.com/office/drawing/2014/main" id="{66025BE5-0FFD-92F6-A4BA-CB6102BD8E75}"/>
              </a:ext>
            </a:extLst>
          </p:cNvPr>
          <p:cNvSpPr>
            <a:spLocks xmlns:a="http://schemas.openxmlformats.org/drawingml/2006/main" noGrp="1"/>
          </p:cNvSpPr>
          <p:nvPr>
            <p:ph type="body" idx="46" hasCustomPrompt="1"/>
          </p:nvPr>
        </p:nvSpPr>
        <p:spPr>
          <a:xfrm xmlns:a="http://schemas.openxmlformats.org/drawingml/2006/main">
            <a:off x="7010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 name="Picture 2">
            <a:extLst xmlns:a="http://schemas.openxmlformats.org/drawingml/2006/main">
              <a:ext uri="{FF2B5EF4-FFF2-40B4-BE49-F238E27FC236}">
                <a16:creationId xmlns:a16="http://schemas.microsoft.com/office/drawing/2014/main" id="{144C0724-9767-678B-A5C4-93F92C82A294}"/>
              </a:ext>
            </a:extLst>
          </p:cNvPr>
          <p:cNvSpPr>
            <a:spLocks xmlns:a="http://schemas.openxmlformats.org/drawingml/2006/main" noGrp="1"/>
          </p:cNvSpPr>
          <p:nvPr>
            <p:ph type="pic" idx="47"/>
          </p:nvPr>
        </p:nvSpPr>
        <p:spPr>
          <a:xfrm xmlns:a="http://schemas.openxmlformats.org/drawingml/2006/main">
            <a:off x="339896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10" name="Name 2">
            <a:extLst xmlns:a="http://schemas.openxmlformats.org/drawingml/2006/main">
              <a:ext uri="{FF2B5EF4-FFF2-40B4-BE49-F238E27FC236}">
                <a16:creationId xmlns:a16="http://schemas.microsoft.com/office/drawing/2014/main" id="{8200242F-3C33-4861-1BBB-5205F5F9B02F}"/>
              </a:ext>
            </a:extLst>
          </p:cNvPr>
          <p:cNvSpPr>
            <a:spLocks xmlns:a="http://schemas.openxmlformats.org/drawingml/2006/main" noGrp="1"/>
          </p:cNvSpPr>
          <p:nvPr>
            <p:ph type="body" idx="48" hasCustomPrompt="1"/>
          </p:nvPr>
        </p:nvSpPr>
        <p:spPr>
          <a:xfrm xmlns:a="http://schemas.openxmlformats.org/drawingml/2006/main">
            <a:off x="298705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1" name="Title 2">
            <a:extLst xmlns:a="http://schemas.openxmlformats.org/drawingml/2006/main">
              <a:ext uri="{FF2B5EF4-FFF2-40B4-BE49-F238E27FC236}">
                <a16:creationId xmlns:a16="http://schemas.microsoft.com/office/drawing/2014/main" id="{78E243D4-1A0C-2B5D-0602-EC28F75F2CDF}"/>
              </a:ext>
            </a:extLst>
          </p:cNvPr>
          <p:cNvSpPr>
            <a:spLocks xmlns:a="http://schemas.openxmlformats.org/drawingml/2006/main" noGrp="1"/>
          </p:cNvSpPr>
          <p:nvPr>
            <p:ph type="body" idx="49" hasCustomPrompt="1"/>
          </p:nvPr>
        </p:nvSpPr>
        <p:spPr>
          <a:xfrm xmlns:a="http://schemas.openxmlformats.org/drawingml/2006/main">
            <a:off x="298705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2" name="Picture 3 ">
            <a:extLst xmlns:a="http://schemas.openxmlformats.org/drawingml/2006/main">
              <a:ext uri="{FF2B5EF4-FFF2-40B4-BE49-F238E27FC236}">
                <a16:creationId xmlns:a16="http://schemas.microsoft.com/office/drawing/2014/main" id="{25BE96FF-1149-A871-059D-5FC5C5724DE2}"/>
              </a:ext>
            </a:extLst>
          </p:cNvPr>
          <p:cNvSpPr>
            <a:spLocks xmlns:a="http://schemas.openxmlformats.org/drawingml/2006/main" noGrp="1"/>
          </p:cNvSpPr>
          <p:nvPr>
            <p:ph type="pic" idx="50"/>
          </p:nvPr>
        </p:nvSpPr>
        <p:spPr>
          <a:xfrm xmlns:a="http://schemas.openxmlformats.org/drawingml/2006/main">
            <a:off x="568493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13" name="Name 3">
            <a:extLst xmlns:a="http://schemas.openxmlformats.org/drawingml/2006/main">
              <a:ext uri="{FF2B5EF4-FFF2-40B4-BE49-F238E27FC236}">
                <a16:creationId xmlns:a16="http://schemas.microsoft.com/office/drawing/2014/main" id="{C79E27DB-CB5A-5B10-1D20-382BE231D8B4}"/>
              </a:ext>
            </a:extLst>
          </p:cNvPr>
          <p:cNvSpPr>
            <a:spLocks xmlns:a="http://schemas.openxmlformats.org/drawingml/2006/main" noGrp="1"/>
          </p:cNvSpPr>
          <p:nvPr>
            <p:ph type="body" idx="51" hasCustomPrompt="1"/>
          </p:nvPr>
        </p:nvSpPr>
        <p:spPr>
          <a:xfrm xmlns:a="http://schemas.openxmlformats.org/drawingml/2006/main">
            <a:off x="527302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4" name="Title 3">
            <a:extLst xmlns:a="http://schemas.openxmlformats.org/drawingml/2006/main">
              <a:ext uri="{FF2B5EF4-FFF2-40B4-BE49-F238E27FC236}">
                <a16:creationId xmlns:a16="http://schemas.microsoft.com/office/drawing/2014/main" id="{E3168F24-D5E1-A01A-9FE4-02BBEBCAC256}"/>
              </a:ext>
            </a:extLst>
          </p:cNvPr>
          <p:cNvSpPr>
            <a:spLocks xmlns:a="http://schemas.openxmlformats.org/drawingml/2006/main" noGrp="1"/>
          </p:cNvSpPr>
          <p:nvPr>
            <p:ph type="body" idx="52" hasCustomPrompt="1"/>
          </p:nvPr>
        </p:nvSpPr>
        <p:spPr>
          <a:xfrm xmlns:a="http://schemas.openxmlformats.org/drawingml/2006/main">
            <a:off x="527302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5" name="Picture 4">
            <a:extLst xmlns:a="http://schemas.openxmlformats.org/drawingml/2006/main">
              <a:ext uri="{FF2B5EF4-FFF2-40B4-BE49-F238E27FC236}">
                <a16:creationId xmlns:a16="http://schemas.microsoft.com/office/drawing/2014/main" id="{C28F1BA1-9C38-C15A-DAF0-7D7D17BF4911}"/>
              </a:ext>
            </a:extLst>
          </p:cNvPr>
          <p:cNvSpPr>
            <a:spLocks xmlns:a="http://schemas.openxmlformats.org/drawingml/2006/main" noGrp="1"/>
          </p:cNvSpPr>
          <p:nvPr>
            <p:ph type="pic" idx="53"/>
          </p:nvPr>
        </p:nvSpPr>
        <p:spPr>
          <a:xfrm xmlns:a="http://schemas.openxmlformats.org/drawingml/2006/main">
            <a:off x="797091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16" name="Name 4">
            <a:extLst xmlns:a="http://schemas.openxmlformats.org/drawingml/2006/main">
              <a:ext uri="{FF2B5EF4-FFF2-40B4-BE49-F238E27FC236}">
                <a16:creationId xmlns:a16="http://schemas.microsoft.com/office/drawing/2014/main" id="{A736C04C-99C8-5B44-F5FF-04676206CDF7}"/>
              </a:ext>
            </a:extLst>
          </p:cNvPr>
          <p:cNvSpPr>
            <a:spLocks xmlns:a="http://schemas.openxmlformats.org/drawingml/2006/main" noGrp="1"/>
          </p:cNvSpPr>
          <p:nvPr>
            <p:ph type="body" idx="54" hasCustomPrompt="1"/>
          </p:nvPr>
        </p:nvSpPr>
        <p:spPr>
          <a:xfrm xmlns:a="http://schemas.openxmlformats.org/drawingml/2006/main">
            <a:off x="755900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7" name="Title 4">
            <a:extLst xmlns:a="http://schemas.openxmlformats.org/drawingml/2006/main">
              <a:ext uri="{FF2B5EF4-FFF2-40B4-BE49-F238E27FC236}">
                <a16:creationId xmlns:a16="http://schemas.microsoft.com/office/drawing/2014/main" id="{1B6CC2B9-2432-DD61-FFD2-E986BE8E9F35}"/>
              </a:ext>
            </a:extLst>
          </p:cNvPr>
          <p:cNvSpPr>
            <a:spLocks xmlns:a="http://schemas.openxmlformats.org/drawingml/2006/main" noGrp="1"/>
          </p:cNvSpPr>
          <p:nvPr>
            <p:ph type="body" idx="55" hasCustomPrompt="1"/>
          </p:nvPr>
        </p:nvSpPr>
        <p:spPr>
          <a:xfrm xmlns:a="http://schemas.openxmlformats.org/drawingml/2006/main">
            <a:off x="755900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8" name="Picture 5">
            <a:extLst xmlns:a="http://schemas.openxmlformats.org/drawingml/2006/main">
              <a:ext uri="{FF2B5EF4-FFF2-40B4-BE49-F238E27FC236}">
                <a16:creationId xmlns:a16="http://schemas.microsoft.com/office/drawing/2014/main" id="{3A558EAD-D220-0239-69EF-648F93A62478}"/>
              </a:ext>
            </a:extLst>
          </p:cNvPr>
          <p:cNvSpPr>
            <a:spLocks xmlns:a="http://schemas.openxmlformats.org/drawingml/2006/main" noGrp="1"/>
          </p:cNvSpPr>
          <p:nvPr>
            <p:ph type="pic" idx="56"/>
          </p:nvPr>
        </p:nvSpPr>
        <p:spPr>
          <a:xfrm xmlns:a="http://schemas.openxmlformats.org/drawingml/2006/main">
            <a:off x="102568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20" name="Name 5">
            <a:extLst xmlns:a="http://schemas.openxmlformats.org/drawingml/2006/main">
              <a:ext uri="{FF2B5EF4-FFF2-40B4-BE49-F238E27FC236}">
                <a16:creationId xmlns:a16="http://schemas.microsoft.com/office/drawing/2014/main" id="{007E775B-15B1-5428-C8C9-4B614DEE17D1}"/>
              </a:ext>
            </a:extLst>
          </p:cNvPr>
          <p:cNvSpPr>
            <a:spLocks xmlns:a="http://schemas.openxmlformats.org/drawingml/2006/main" noGrp="1"/>
          </p:cNvSpPr>
          <p:nvPr>
            <p:ph type="body" idx="57" hasCustomPrompt="1"/>
          </p:nvPr>
        </p:nvSpPr>
        <p:spPr>
          <a:xfrm xmlns:a="http://schemas.openxmlformats.org/drawingml/2006/main">
            <a:off x="98449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1" name="Title 5">
            <a:extLst xmlns:a="http://schemas.openxmlformats.org/drawingml/2006/main">
              <a:ext uri="{FF2B5EF4-FFF2-40B4-BE49-F238E27FC236}">
                <a16:creationId xmlns:a16="http://schemas.microsoft.com/office/drawing/2014/main" id="{5A22EC85-7769-2401-038D-634693151760}"/>
              </a:ext>
            </a:extLst>
          </p:cNvPr>
          <p:cNvSpPr>
            <a:spLocks xmlns:a="http://schemas.openxmlformats.org/drawingml/2006/main" noGrp="1"/>
          </p:cNvSpPr>
          <p:nvPr>
            <p:ph type="body" idx="58" hasCustomPrompt="1"/>
          </p:nvPr>
        </p:nvSpPr>
        <p:spPr>
          <a:xfrm xmlns:a="http://schemas.openxmlformats.org/drawingml/2006/main">
            <a:off x="98449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Tree>
  </p:cSld>
</p:sldLayout>
</file>

<file path=ppt/slideLayouts/slideLayout57.xml><?xml version="1.0" encoding="utf-8"?>
<p:sldLayout xmlns:p="http://schemas.openxmlformats.org/presentationml/2006/main" preserve="1">
  <p:cSld name="Title + 3points Ligh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3" name="Slide Number Placeholder 5">
            <a:extLst xmlns:a="http://schemas.openxmlformats.org/drawingml/2006/main">
              <a:ext uri="{FF2B5EF4-FFF2-40B4-BE49-F238E27FC236}">
                <a16:creationId xmlns:a16="http://schemas.microsoft.com/office/drawing/2014/main" id="{28FB87FE-17B5-F9E9-709A-0B45CF7A69A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149EA8E9-ED27-F122-7091-4B0663BBD452}"/>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54DD5434-5084-63C2-861B-6F2CF4BBA245}"/>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58.xml><?xml version="1.0" encoding="utf-8"?>
<p:sldLayout xmlns:p="http://schemas.openxmlformats.org/presentationml/2006/main" preserve="1">
  <p:cSld name="Title + 3points Dark">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4" name="Date Placeholder 3">
            <a:extLst xmlns:a="http://schemas.openxmlformats.org/drawingml/2006/main">
              <a:ext uri="{FF2B5EF4-FFF2-40B4-BE49-F238E27FC236}">
                <a16:creationId xmlns:a16="http://schemas.microsoft.com/office/drawing/2014/main" id="{998C7B89-9919-27D5-3CA3-59231744A8D1}"/>
              </a:ext>
            </a:extLst>
          </p:cNvPr>
          <p:cNvSpPr>
            <a:spLocks xmlns:a="http://schemas.openxmlformats.org/drawingml/2006/main" noGrp="1"/>
          </p:cNvSpPr>
          <p:nvPr>
            <p:ph type="dt" idx="1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3E870DE9-DE63-752A-F432-5906F9312978}"/>
              </a:ext>
            </a:extLst>
          </p:cNvPr>
          <p:cNvSpPr>
            <a:spLocks xmlns:a="http://schemas.openxmlformats.org/drawingml/2006/main" noGrp="1"/>
          </p:cNvSpPr>
          <p:nvPr>
            <p:ph type="ftr" idx="2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Slide Number Placeholder 14">
            <a:extLst xmlns:a="http://schemas.openxmlformats.org/drawingml/2006/main">
              <a:ext uri="{FF2B5EF4-FFF2-40B4-BE49-F238E27FC236}">
                <a16:creationId xmlns:a16="http://schemas.microsoft.com/office/drawing/2014/main" id="{883696C6-F350-8E61-ECA5-EDD80B9EF607}"/>
              </a:ext>
            </a:extLst>
          </p:cNvPr>
          <p:cNvSpPr>
            <a:spLocks xmlns:a="http://schemas.openxmlformats.org/drawingml/2006/main" noGrp="1"/>
          </p:cNvSpPr>
          <p:nvPr>
            <p:ph type="sldNum" idx="2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59.xml><?xml version="1.0" encoding="utf-8"?>
<p:sldLayout xmlns:p="http://schemas.openxmlformats.org/presentationml/2006/main" preserve="1" userDrawn="1">
  <p:cSld name="Light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lide Number Placeholder 5">
            <a:extLst xmlns:a="http://schemas.openxmlformats.org/drawingml/2006/main">
              <a:ext uri="{FF2B5EF4-FFF2-40B4-BE49-F238E27FC236}">
                <a16:creationId xmlns:a16="http://schemas.microsoft.com/office/drawing/2014/main" id="{0196566A-34C0-2909-1BBA-2F1E01266A0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47D75A6B-90D9-58CE-7BC7-31C53C19C8F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5" name="Date Placeholder 3">
            <a:extLst xmlns:a="http://schemas.openxmlformats.org/drawingml/2006/main">
              <a:ext uri="{FF2B5EF4-FFF2-40B4-BE49-F238E27FC236}">
                <a16:creationId xmlns:a16="http://schemas.microsoft.com/office/drawing/2014/main" id="{33C7F88C-022C-DC8C-F4BA-18F89F1E4ADA}"/>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0.xml><?xml version="1.0" encoding="utf-8"?>
<p:sldLayout xmlns:p="http://schemas.openxmlformats.org/presentationml/2006/main" preserve="1" userDrawn="1">
  <p:cSld name="Dark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61.xml><?xml version="1.0" encoding="utf-8"?>
<p:sldLayout xmlns:p="http://schemas.openxmlformats.org/presentationml/2006/main" preserve="1" userDrawn="1">
  <p:cSld name="Light - Title/Subtitle">
    <p:bg>
      <p:bgRef idx="1001">
        <a:schemeClr xmlns:a="http://schemas.openxmlformats.org/drawingml/2006/main" val="bg2"/>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AC6A8D35-C90D-428D-8E15-6F958679D947}"/>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120DA5B7-17E8-2CF4-4B51-F677DF6CE73C}"/>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Slide Number Placeholder 5">
            <a:extLst xmlns:a="http://schemas.openxmlformats.org/drawingml/2006/main">
              <a:ext uri="{FF2B5EF4-FFF2-40B4-BE49-F238E27FC236}">
                <a16:creationId xmlns:a16="http://schemas.microsoft.com/office/drawing/2014/main" id="{DBEEF32F-ED74-47E3-D2C3-F1B1AD13F3F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7" name="Footer Placeholder 4">
            <a:extLst xmlns:a="http://schemas.openxmlformats.org/drawingml/2006/main">
              <a:ext uri="{FF2B5EF4-FFF2-40B4-BE49-F238E27FC236}">
                <a16:creationId xmlns:a16="http://schemas.microsoft.com/office/drawing/2014/main" id="{DFD6C787-D3B4-031A-8D4C-3A19D9BDFA78}"/>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Date Placeholder 3">
            <a:extLst xmlns:a="http://schemas.openxmlformats.org/drawingml/2006/main">
              <a:ext uri="{FF2B5EF4-FFF2-40B4-BE49-F238E27FC236}">
                <a16:creationId xmlns:a16="http://schemas.microsoft.com/office/drawing/2014/main" id="{005CA9E8-9559-78FA-E425-B044F817EEE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2.xml><?xml version="1.0" encoding="utf-8"?>
<p:sldLayout xmlns:p="http://schemas.openxmlformats.org/presentationml/2006/main" preserve="1" userDrawn="1">
  <p:cSld name="Dark - Title/Subtitle">
    <p:bg>
      <p:bgRef idx="1001">
        <a:schemeClr xmlns:a="http://schemas.openxmlformats.org/drawingml/2006/main" val="bg1"/>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1FF06-338B-46FE-B4FE-F72B7ABAED7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756DCC98-315C-61EE-3BD9-275F39B0D5B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5" name="Slide Number Placeholder 7">
            <a:extLst xmlns:a="http://schemas.openxmlformats.org/drawingml/2006/main">
              <a:ext uri="{FF2B5EF4-FFF2-40B4-BE49-F238E27FC236}">
                <a16:creationId xmlns:a16="http://schemas.microsoft.com/office/drawing/2014/main" id="{0511B848-5314-5CFA-E302-CF9747E005C9}"/>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8" name="Footer Placeholder 6">
            <a:extLst xmlns:a="http://schemas.openxmlformats.org/drawingml/2006/main">
              <a:ext uri="{FF2B5EF4-FFF2-40B4-BE49-F238E27FC236}">
                <a16:creationId xmlns:a16="http://schemas.microsoft.com/office/drawing/2014/main" id="{68D47112-C304-3F08-B268-4678B7957255}"/>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4">
            <a:extLst xmlns:a="http://schemas.openxmlformats.org/drawingml/2006/main">
              <a:ext uri="{FF2B5EF4-FFF2-40B4-BE49-F238E27FC236}">
                <a16:creationId xmlns:a16="http://schemas.microsoft.com/office/drawing/2014/main" id="{E986AE2C-3C8D-7087-0A03-7B9F6CF293A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63.xml><?xml version="1.0" encoding="utf-8"?>
<p:sldLayout xmlns:p="http://schemas.openxmlformats.org/presentationml/2006/main" preserve="1" userDrawn="1">
  <p:cSld name="Light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 name="Slide Number">
            <a:extLst xmlns:a="http://schemas.openxmlformats.org/drawingml/2006/main">
              <a:ext uri="{FF2B5EF4-FFF2-40B4-BE49-F238E27FC236}">
                <a16:creationId xmlns:a16="http://schemas.microsoft.com/office/drawing/2014/main" id="{5D441708-8B15-4FCB-89B4-E673D271FDD5}"/>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fld id="{345D60D9-5372-5F40-9443-0F9AE5BDC3C8}" type="slidenum">
              <a:t>‹#›</a:t>
            </a:fld>
          </a:p>
        </p:txBody>
      </p:sp>
      <p:sp>
        <p:nvSpPr>
          <p:cNvPr id="18" name="Footer">
            <a:extLst xmlns:a="http://schemas.openxmlformats.org/drawingml/2006/main">
              <a:ext uri="{FF2B5EF4-FFF2-40B4-BE49-F238E27FC236}">
                <a16:creationId xmlns:a16="http://schemas.microsoft.com/office/drawing/2014/main" id="{C80D3E3D-D429-473E-903C-04622CCE81D0}"/>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19" name="Date">
            <a:extLst xmlns:a="http://schemas.openxmlformats.org/drawingml/2006/main">
              <a:ext uri="{FF2B5EF4-FFF2-40B4-BE49-F238E27FC236}">
                <a16:creationId xmlns:a16="http://schemas.microsoft.com/office/drawing/2014/main" id="{2702B7E4-DD93-4403-964F-982773FE3422}"/>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514C47"/>
                </a:solidFill>
                <a:latin typeface="+mn-lt"/>
                <a:ea typeface="+mn-lt"/>
                <a:cs typeface="+mn-lt"/>
              </a:defRPr>
            </a:lvl1pPr>
          </a:lstStyle>
          <a:p xmlns:a="http://schemas.openxmlformats.org/drawingml/2006/main">
            <a:r>
              <a:t>[Date]</a:t>
            </a:r>
          </a:p>
        </p:txBody>
      </p:sp>
    </p:spTree>
  </p:cSld>
</p:sldLayout>
</file>

<file path=ppt/slideLayouts/slideLayout64.xml><?xml version="1.0" encoding="utf-8"?>
<p:sldLayout xmlns:p="http://schemas.openxmlformats.org/presentationml/2006/main" preserve="1" userDrawn="1">
  <p:cSld name="Dark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 name="Slide Number">
            <a:extLst xmlns:a="http://schemas.openxmlformats.org/drawingml/2006/main">
              <a:ext uri="{FF2B5EF4-FFF2-40B4-BE49-F238E27FC236}">
                <a16:creationId xmlns:a16="http://schemas.microsoft.com/office/drawing/2014/main" id="{5D441708-8B15-4FCB-89B4-E673D271FDD5}"/>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18" name="Footer">
            <a:extLst xmlns:a="http://schemas.openxmlformats.org/drawingml/2006/main">
              <a:ext uri="{FF2B5EF4-FFF2-40B4-BE49-F238E27FC236}">
                <a16:creationId xmlns:a16="http://schemas.microsoft.com/office/drawing/2014/main" id="{C80D3E3D-D429-473E-903C-04622CCE81D0}"/>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19" name="Date">
            <a:extLst xmlns:a="http://schemas.openxmlformats.org/drawingml/2006/main">
              <a:ext uri="{FF2B5EF4-FFF2-40B4-BE49-F238E27FC236}">
                <a16:creationId xmlns:a16="http://schemas.microsoft.com/office/drawing/2014/main" id="{2702B7E4-DD93-4403-964F-982773FE3422}"/>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spTree>
  </p:cSld>
</p:sldLayout>
</file>

<file path=ppt/slideLayouts/slideLayout65.xml><?xml version="1.0" encoding="utf-8"?>
<p:sldLayout xmlns:p="http://schemas.openxmlformats.org/presentationml/2006/main" preserve="1" userDrawn="1">
  <p:cSld name="Light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EE4D9CD-CDC4-4642-8CDA-7351404FC2D2}"/>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B28271ED-B1CF-9F0D-4AA0-883D80DEDBF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9" name="Content">
            <a:extLst xmlns:a="http://schemas.openxmlformats.org/drawingml/2006/main">
              <a:ext uri="{FF2B5EF4-FFF2-40B4-BE49-F238E27FC236}">
                <a16:creationId xmlns:a16="http://schemas.microsoft.com/office/drawing/2014/main" id="{B95271D6-CF2C-D8C3-F7FB-D555FC2D9469}"/>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7A59FA82-C146-45DF-AE7B-4B5698706BEA}"/>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E2CE12F3-375D-4B05-A71D-DA14DF8ADB8E}"/>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48C5C278-52DE-4C8A-933B-1109B3282E51}"/>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6.xml><?xml version="1.0" encoding="utf-8"?>
<p:sldLayout xmlns:p="http://schemas.openxmlformats.org/presentationml/2006/main" preserve="1" userDrawn="1">
  <p:cSld name="Dark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E68516-E3E0-4F22-9EB7-1A85E1D3B5A1}"/>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46A3BF75-E03A-3149-A8B6-C22593F32B6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0199"/>
            <a:ext cx="10671175"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Font typeface="System Font Regular"/>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Font typeface="System Font Regular"/>
              <a:buChar char="-"/>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657290E2-8EA8-4572-BB48-C18007201785}"/>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C1A7F3B8-F794-4AF5-B07B-32A3084A6AB2}"/>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7A72FE7D-30FF-45E2-9F8B-D073887C33E8}"/>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67.xml><?xml version="1.0" encoding="utf-8"?>
<p:sldLayout xmlns:p="http://schemas.openxmlformats.org/presentationml/2006/main" preserve="1" userDrawn="1">
  <p:cSld name="Light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D69740FE-E1B8-466B-970A-4E081BCA3143}"/>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7" name="Subtitle">
            <a:extLst xmlns:a="http://schemas.openxmlformats.org/drawingml/2006/main">
              <a:ext uri="{FF2B5EF4-FFF2-40B4-BE49-F238E27FC236}">
                <a16:creationId xmlns:a16="http://schemas.microsoft.com/office/drawing/2014/main" id="{1C3705B9-F5B6-D7DA-A986-BD252292278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a:extLst xmlns:a="http://schemas.openxmlformats.org/drawingml/2006/main">
              <a:ext uri="{FF2B5EF4-FFF2-40B4-BE49-F238E27FC236}">
                <a16:creationId xmlns:a16="http://schemas.microsoft.com/office/drawing/2014/main" id="{002F888E-0FBB-6617-9462-4201B11F2A44}"/>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2887DBDA-8706-41B6-A25A-99164292100D}"/>
              </a:ext>
            </a:extLst>
          </p:cNvPr>
          <p:cNvSpPr>
            <a:spLocks xmlns:a="http://schemas.openxmlformats.org/drawingml/2006/main" noGrp="1"/>
          </p:cNvSpPr>
          <p:nvPr/>
        </p:nvSpPr>
        <p:spPr>
          <a:xfrm xmlns:a="http://schemas.openxmlformats.org/drawingml/2006/main">
            <a:off x="6109577" y="160857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ntent">
            <a:extLst xmlns:a="http://schemas.openxmlformats.org/drawingml/2006/main">
              <a:ext uri="{FF2B5EF4-FFF2-40B4-BE49-F238E27FC236}">
                <a16:creationId xmlns:a16="http://schemas.microsoft.com/office/drawing/2014/main" id="{4F57E862-706F-9432-1E5B-C66745958B78}"/>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Slide Number Placeholder 8">
            <a:extLst xmlns:a="http://schemas.openxmlformats.org/drawingml/2006/main">
              <a:ext uri="{FF2B5EF4-FFF2-40B4-BE49-F238E27FC236}">
                <a16:creationId xmlns:a16="http://schemas.microsoft.com/office/drawing/2014/main" id="{424C32FC-D616-45B7-A051-90859CE92D73}"/>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7">
            <a:extLst xmlns:a="http://schemas.openxmlformats.org/drawingml/2006/main">
              <a:ext uri="{FF2B5EF4-FFF2-40B4-BE49-F238E27FC236}">
                <a16:creationId xmlns:a16="http://schemas.microsoft.com/office/drawing/2014/main" id="{48F71CDA-982A-476F-ADB7-47031714FD6F}"/>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4" name="Date Placeholder 3">
            <a:extLst xmlns:a="http://schemas.openxmlformats.org/drawingml/2006/main">
              <a:ext uri="{FF2B5EF4-FFF2-40B4-BE49-F238E27FC236}">
                <a16:creationId xmlns:a16="http://schemas.microsoft.com/office/drawing/2014/main" id="{4B5A409C-CB05-4133-9F5F-1D2097DE34E0}"/>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8.xml><?xml version="1.0" encoding="utf-8"?>
<p:sldLayout xmlns:p="http://schemas.openxmlformats.org/presentationml/2006/main" preserve="1" userDrawn="1">
  <p:cSld name="Dark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11" name="Title 1">
            <a:extLst xmlns:a="http://schemas.openxmlformats.org/drawingml/2006/main">
              <a:ext uri="{FF2B5EF4-FFF2-40B4-BE49-F238E27FC236}">
                <a16:creationId xmlns:a16="http://schemas.microsoft.com/office/drawing/2014/main" id="{16E20D12-1316-3177-701A-67F81626368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Subtitle">
            <a:extLst xmlns:a="http://schemas.openxmlformats.org/drawingml/2006/main">
              <a:ext uri="{FF2B5EF4-FFF2-40B4-BE49-F238E27FC236}">
                <a16:creationId xmlns:a16="http://schemas.microsoft.com/office/drawing/2014/main" id="{491B9BE2-1C80-DD0F-2348-944405667FA4}"/>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a:p xmlns:a="http://schemas.openxmlformats.org/drawingml/2006/main">
            <a:pPr lvl="5">
              <a:buNone/>
            </a:pPr>
            <a:r>
              <a:t>Sixth level</a:t>
            </a:r>
          </a:p>
        </p:txBody>
      </p:sp>
      <p:sp>
        <p:nvSpPr>
          <p:cNvPr id="8" name="Content">
            <a:extLst xmlns:a="http://schemas.openxmlformats.org/drawingml/2006/main">
              <a:ext uri="{FF2B5EF4-FFF2-40B4-BE49-F238E27FC236}">
                <a16:creationId xmlns:a16="http://schemas.microsoft.com/office/drawing/2014/main" id="{1A8D2713-0A2C-B9EC-921A-E43EBB54D7F1}"/>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Column Divider">
            <a:extLst xmlns:a="http://schemas.openxmlformats.org/drawingml/2006/main">
              <a:ext uri="{FF2B5EF4-FFF2-40B4-BE49-F238E27FC236}">
                <a16:creationId xmlns:a16="http://schemas.microsoft.com/office/drawing/2014/main" id="{9101AA0E-6E57-4F0D-A9C7-819DF85822BD}"/>
              </a:ext>
            </a:extLst>
          </p:cNvPr>
          <p:cNvSpPr>
            <a:spLocks xmlns:a="http://schemas.openxmlformats.org/drawingml/2006/main" noGrp="1"/>
          </p:cNvSpPr>
          <p:nvPr/>
        </p:nvSpPr>
        <p:spPr>
          <a:xfrm xmlns:a="http://schemas.openxmlformats.org/drawingml/2006/main">
            <a:off x="6096000"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69.xml><?xml version="1.0" encoding="utf-8"?>
<p:sldLayout xmlns:p="http://schemas.openxmlformats.org/presentationml/2006/main" preserve="1" userDrawn="1">
  <p:cSld name="Light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26210A-4112-4730-8F81-3CAE5C391FDB}"/>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a:lvl1pPr>
          </a:lstStyle>
          <a:p xmlns:a="http://schemas.openxmlformats.org/drawingml/2006/main">
            <a:r>
              <a:t>Title</a:t>
            </a:r>
          </a:p>
        </p:txBody>
      </p:sp>
      <p:sp>
        <p:nvSpPr>
          <p:cNvPr id="11" name="Subtitle">
            <a:extLst xmlns:a="http://schemas.openxmlformats.org/drawingml/2006/main">
              <a:ext uri="{FF2B5EF4-FFF2-40B4-BE49-F238E27FC236}">
                <a16:creationId xmlns:a16="http://schemas.microsoft.com/office/drawing/2014/main" id="{AC6B64F9-2DA0-A690-C71E-B99D471B02D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4" name="Content">
            <a:extLst xmlns:a="http://schemas.openxmlformats.org/drawingml/2006/main">
              <a:ext uri="{FF2B5EF4-FFF2-40B4-BE49-F238E27FC236}">
                <a16:creationId xmlns:a16="http://schemas.microsoft.com/office/drawing/2014/main" id="{CC34BF80-B5D4-D7B6-8CCA-80AF04A72B45}"/>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Content">
            <a:extLst xmlns:a="http://schemas.openxmlformats.org/drawingml/2006/main">
              <a:ext uri="{FF2B5EF4-FFF2-40B4-BE49-F238E27FC236}">
                <a16:creationId xmlns:a16="http://schemas.microsoft.com/office/drawing/2014/main" id="{C0573275-C70D-AE89-EF3D-A7DAC9B01BE7}"/>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Content">
            <a:extLst xmlns:a="http://schemas.openxmlformats.org/drawingml/2006/main">
              <a:ext uri="{FF2B5EF4-FFF2-40B4-BE49-F238E27FC236}">
                <a16:creationId xmlns:a16="http://schemas.microsoft.com/office/drawing/2014/main" id="{2CF00143-3379-1D5D-5D8F-463C800F8EA1}"/>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8ED9893E-8675-4D7B-9130-7AFC52307F1E}"/>
              </a:ext>
            </a:extLst>
          </p:cNvPr>
          <p:cNvSpPr>
            <a:spLocks xmlns:a="http://schemas.openxmlformats.org/drawingml/2006/main" noGrp="1"/>
          </p:cNvSpPr>
          <p:nvPr/>
        </p:nvSpPr>
        <p:spPr>
          <a:xfrm xmlns:a="http://schemas.openxmlformats.org/drawingml/2006/main">
            <a:off x="4261915" y="1609724"/>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Column Divider 2">
            <a:extLst xmlns:a="http://schemas.openxmlformats.org/drawingml/2006/main">
              <a:ext uri="{FF2B5EF4-FFF2-40B4-BE49-F238E27FC236}">
                <a16:creationId xmlns:a16="http://schemas.microsoft.com/office/drawing/2014/main" id="{BA411B74-7C0B-4721-8C5A-84E16ED70AAC}"/>
              </a:ext>
            </a:extLst>
          </p:cNvPr>
          <p:cNvSpPr>
            <a:spLocks xmlns:a="http://schemas.openxmlformats.org/drawingml/2006/main" noGrp="1"/>
          </p:cNvSpPr>
          <p:nvPr/>
        </p:nvSpPr>
        <p:spPr>
          <a:xfrm xmlns:a="http://schemas.openxmlformats.org/drawingml/2006/main">
            <a:off x="7951236" y="1609724"/>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4">
            <a:extLst xmlns:a="http://schemas.openxmlformats.org/drawingml/2006/main">
              <a:ext uri="{FF2B5EF4-FFF2-40B4-BE49-F238E27FC236}">
                <a16:creationId xmlns:a16="http://schemas.microsoft.com/office/drawing/2014/main" id="{6CAD3E0A-0143-42FC-B8B6-EBC1FF990000}"/>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7" name="Footer Placeholder 6">
            <a:extLst xmlns:a="http://schemas.openxmlformats.org/drawingml/2006/main">
              <a:ext uri="{FF2B5EF4-FFF2-40B4-BE49-F238E27FC236}">
                <a16:creationId xmlns:a16="http://schemas.microsoft.com/office/drawing/2014/main" id="{7D46B54D-91F2-4210-9BEA-3B59824207D9}"/>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Slide Number Placeholder 7">
            <a:extLst xmlns:a="http://schemas.openxmlformats.org/drawingml/2006/main">
              <a:ext uri="{FF2B5EF4-FFF2-40B4-BE49-F238E27FC236}">
                <a16:creationId xmlns:a16="http://schemas.microsoft.com/office/drawing/2014/main" id="{F0900B02-4438-4597-85D3-D93A97B1546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Tree>
  </p:cSld>
</p:sldLayout>
</file>

<file path=ppt/slideLayouts/slideLayout70.xml><?xml version="1.0" encoding="utf-8"?>
<p:sldLayout xmlns:p="http://schemas.openxmlformats.org/presentationml/2006/main" preserve="1" userDrawn="1">
  <p:cSld name="Dark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a:extLst xmlns:a="http://schemas.openxmlformats.org/drawingml/2006/main">
              <a:ext uri="{FF2B5EF4-FFF2-40B4-BE49-F238E27FC236}">
                <a16:creationId xmlns:a16="http://schemas.microsoft.com/office/drawing/2014/main" id="{EEBF987F-38F4-709F-2C5C-6A33F92ABAC2}"/>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Content">
            <a:extLst xmlns:a="http://schemas.openxmlformats.org/drawingml/2006/main">
              <a:ext uri="{FF2B5EF4-FFF2-40B4-BE49-F238E27FC236}">
                <a16:creationId xmlns:a16="http://schemas.microsoft.com/office/drawing/2014/main" id="{C8007CC0-7806-5000-E1A2-EE5C157D0752}"/>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 name="Content">
            <a:extLst xmlns:a="http://schemas.openxmlformats.org/drawingml/2006/main">
              <a:ext uri="{FF2B5EF4-FFF2-40B4-BE49-F238E27FC236}">
                <a16:creationId xmlns:a16="http://schemas.microsoft.com/office/drawing/2014/main" id="{67D5716D-0077-0121-818A-02B0496ECCC9}"/>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95FEF295-31BE-4E4F-8F15-0B8A5181B8E6}"/>
              </a:ext>
            </a:extLst>
          </p:cNvPr>
          <p:cNvSpPr>
            <a:spLocks xmlns:a="http://schemas.openxmlformats.org/drawingml/2006/main" noGrp="1"/>
          </p:cNvSpPr>
          <p:nvPr/>
        </p:nvSpPr>
        <p:spPr>
          <a:xfrm xmlns:a="http://schemas.openxmlformats.org/drawingml/2006/main">
            <a:off x="4261915"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Column Divider 2">
            <a:extLst xmlns:a="http://schemas.openxmlformats.org/drawingml/2006/main">
              <a:ext uri="{FF2B5EF4-FFF2-40B4-BE49-F238E27FC236}">
                <a16:creationId xmlns:a16="http://schemas.microsoft.com/office/drawing/2014/main" id="{E45F0CCE-4CB0-443D-963F-B6A3517E4C4B}"/>
              </a:ext>
            </a:extLst>
          </p:cNvPr>
          <p:cNvSpPr>
            <a:spLocks xmlns:a="http://schemas.openxmlformats.org/drawingml/2006/main" noGrp="1"/>
          </p:cNvSpPr>
          <p:nvPr/>
        </p:nvSpPr>
        <p:spPr>
          <a:xfrm xmlns:a="http://schemas.openxmlformats.org/drawingml/2006/main">
            <a:off x="7951236"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spTree>
  </p:cSld>
</p:sldLayout>
</file>

<file path=ppt/slideLayouts/slideLayout71.xml><?xml version="1.0" encoding="utf-8"?>
<p:sldLayout xmlns:p="http://schemas.openxmlformats.org/presentationml/2006/main" preserve="1" userDrawn="1">
  <p:cSld name="Dark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8C278714-5820-48C2-BA41-A87022915B4B}"/>
              </a:ext>
            </a:extLst>
          </p:cNvPr>
          <p:cNvSpPr>
            <a:spLocks xmlns:a="http://schemas.openxmlformats.org/drawingml/2006/main" noGrp="1"/>
          </p:cNvSpPr>
          <p:nvPr/>
        </p:nvSpPr>
        <p:spPr>
          <a:xfrm xmlns:a="http://schemas.openxmlformats.org/drawingml/2006/main">
            <a:off x="3364740"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lumn Divider">
            <a:extLst xmlns:a="http://schemas.openxmlformats.org/drawingml/2006/main">
              <a:ext uri="{FF2B5EF4-FFF2-40B4-BE49-F238E27FC236}">
                <a16:creationId xmlns:a16="http://schemas.microsoft.com/office/drawing/2014/main" id="{2706AF32-E00F-4A5D-A302-D2508A239FB9}"/>
              </a:ext>
            </a:extLst>
          </p:cNvPr>
          <p:cNvSpPr>
            <a:spLocks xmlns:a="http://schemas.openxmlformats.org/drawingml/2006/main" noGrp="1"/>
          </p:cNvSpPr>
          <p:nvPr/>
        </p:nvSpPr>
        <p:spPr>
          <a:xfrm xmlns:a="http://schemas.openxmlformats.org/drawingml/2006/main">
            <a:off x="610439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Column Divider">
            <a:extLst xmlns:a="http://schemas.openxmlformats.org/drawingml/2006/main">
              <a:ext uri="{FF2B5EF4-FFF2-40B4-BE49-F238E27FC236}">
                <a16:creationId xmlns:a16="http://schemas.microsoft.com/office/drawing/2014/main" id="{00ACDC68-96AC-4BCF-96AE-9E06CB006CE0}"/>
              </a:ext>
            </a:extLst>
          </p:cNvPr>
          <p:cNvSpPr>
            <a:spLocks xmlns:a="http://schemas.openxmlformats.org/drawingml/2006/main" noGrp="1"/>
          </p:cNvSpPr>
          <p:nvPr/>
        </p:nvSpPr>
        <p:spPr>
          <a:xfrm xmlns:a="http://schemas.openxmlformats.org/drawingml/2006/main">
            <a:off x="884043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72.xml><?xml version="1.0" encoding="utf-8"?>
<p:sldLayout xmlns:p="http://schemas.openxmlformats.org/presentationml/2006/main" preserve="1" userDrawn="1">
  <p:cSld name="Light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r>
              <a:t>[Date]</a:t>
            </a: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3DB326B1-AA5A-4C80-A9B4-465DCA6E8A65}"/>
              </a:ext>
            </a:extLst>
          </p:cNvPr>
          <p:cNvSpPr>
            <a:spLocks xmlns:a="http://schemas.openxmlformats.org/drawingml/2006/main" noGrp="1"/>
          </p:cNvSpPr>
          <p:nvPr/>
        </p:nvSpPr>
        <p:spPr>
          <a:xfrm xmlns:a="http://schemas.openxmlformats.org/drawingml/2006/main">
            <a:off x="3364740"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lumn Divider">
            <a:extLst xmlns:a="http://schemas.openxmlformats.org/drawingml/2006/main">
              <a:ext uri="{FF2B5EF4-FFF2-40B4-BE49-F238E27FC236}">
                <a16:creationId xmlns:a16="http://schemas.microsoft.com/office/drawing/2014/main" id="{086BACB0-A5EC-4399-AF4E-32310377EB45}"/>
              </a:ext>
            </a:extLst>
          </p:cNvPr>
          <p:cNvSpPr>
            <a:spLocks xmlns:a="http://schemas.openxmlformats.org/drawingml/2006/main" noGrp="1"/>
          </p:cNvSpPr>
          <p:nvPr/>
        </p:nvSpPr>
        <p:spPr>
          <a:xfrm xmlns:a="http://schemas.openxmlformats.org/drawingml/2006/main">
            <a:off x="610439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Column Divider">
            <a:extLst xmlns:a="http://schemas.openxmlformats.org/drawingml/2006/main">
              <a:ext uri="{FF2B5EF4-FFF2-40B4-BE49-F238E27FC236}">
                <a16:creationId xmlns:a16="http://schemas.microsoft.com/office/drawing/2014/main" id="{DEC7DCF6-64DC-4270-B8AB-938243E030D1}"/>
              </a:ext>
            </a:extLst>
          </p:cNvPr>
          <p:cNvSpPr>
            <a:spLocks xmlns:a="http://schemas.openxmlformats.org/drawingml/2006/main" noGrp="1"/>
          </p:cNvSpPr>
          <p:nvPr/>
        </p:nvSpPr>
        <p:spPr>
          <a:xfrm xmlns:a="http://schemas.openxmlformats.org/drawingml/2006/main">
            <a:off x="884043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Subtitle">
            <a:extLst xmlns:a="http://schemas.openxmlformats.org/drawingml/2006/main">
              <a:ext uri="{FF2B5EF4-FFF2-40B4-BE49-F238E27FC236}">
                <a16:creationId xmlns:a16="http://schemas.microsoft.com/office/drawing/2014/main" id="{C9A0F016-4DAC-1E29-77F1-0AE34075820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Tree>
  </p:cSld>
</p:sldLayout>
</file>

<file path=ppt/slideLayouts/slideLayout73.xml><?xml version="1.0" encoding="utf-8"?>
<p:sldLayout xmlns:p="http://schemas.openxmlformats.org/presentationml/2006/main" preserve="1" userDrawn="1">
  <p:cSld name="Light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p xmlns:a="http://schemas.openxmlformats.org/drawingml/2006/main">
            <a:r>
              <a:t>Click icon to add picture</a:t>
            </a:r>
          </a:p>
        </p:txBody>
      </p:sp>
    </p:spTree>
  </p:cSld>
</p:sldLayout>
</file>

<file path=ppt/slideLayouts/slideLayout74.xml><?xml version="1.0" encoding="utf-8"?>
<p:sldLayout xmlns:p="http://schemas.openxmlformats.org/presentationml/2006/main" preserve="1" userDrawn="1">
  <p:cSld name="Dark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Font typeface="System Font Regular"/>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Font typeface="System Font Regular"/>
              <a:buChar char="-"/>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hasCustomPrompt="1"/>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lvl1pPr algn="ct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p:txBody>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75.xml><?xml version="1.0" encoding="utf-8"?>
<p:sldLayout xmlns:p="http://schemas.openxmlformats.org/presentationml/2006/main" preserve="1" userDrawn="1">
  <p:cSld name="Light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72844" y="4983135"/>
            <a:ext cx="605462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72844" y="5320728"/>
            <a:ext cx="6054629"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6190524B-9853-A3B5-6016-2D547D457D4C}"/>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7" name="Picture Placeholder 6">
            <a:extLst xmlns:a="http://schemas.openxmlformats.org/drawingml/2006/main">
              <a:ext uri="{FF2B5EF4-FFF2-40B4-BE49-F238E27FC236}">
                <a16:creationId xmlns:a16="http://schemas.microsoft.com/office/drawing/2014/main" id="{6145069B-D056-45AF-BC91-ABDBFD0C3D17}"/>
              </a:ext>
            </a:extLst>
          </p:cNvPr>
          <p:cNvSpPr>
            <a:spLocks xmlns:a="http://schemas.openxmlformats.org/drawingml/2006/main" noGrp="1"/>
          </p:cNvSpPr>
          <p:nvPr>
            <p:ph type="pic" idx="42" hasCustomPrompt="1"/>
          </p:nvPr>
        </p:nvSpPr>
        <p:spPr>
          <a:xfrm xmlns:a="http://schemas.openxmlformats.org/drawingml/2006/main">
            <a:off x="0" y="-2"/>
            <a:ext cx="4876800" cy="6858000"/>
          </a:xfrm>
        </p:spPr>
        <p:txBody>
          <a:bodyPr xmlns:a="http://schemas.openxmlformats.org/drawingml/2006/main" anchor="ctr"/>
          <a:lstStyle xmlns:a="http://schemas.openxmlformats.org/drawingml/2006/main">
            <a:lvl1pP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a:p xmlns:a="http://schemas.openxmlformats.org/drawingml/2006/main">
            <a:pPr marL="0" marR="0" lvl="0" indent="0" algn="l" defTabSz="914400">
              <a:lnSpc>
                <a:spcPct val="95000"/>
              </a:lnSpc>
              <a:spcBef>
                <a:spcPts val="600"/>
              </a:spcBef>
              <a:spcAft>
                <a:spcPts val="0"/>
              </a:spcAft>
              <a:buClrTx/>
              <a:buSzTx/>
              <a:buFont typeface="System Font Regular"/>
              <a:buNone/>
            </a:pPr>
          </a:p>
          <a:p xmlns:a="http://schemas.openxmlformats.org/drawingml/2006/main">
            <a:pPr marL="0" marR="0" lvl="0" indent="0" algn="l" defTabSz="914400">
              <a:lnSpc>
                <a:spcPct val="95000"/>
              </a:lnSpc>
              <a:spcBef>
                <a:spcPts val="600"/>
              </a:spcBef>
              <a:spcAft>
                <a:spcPts val="0"/>
              </a:spcAft>
              <a:buClrTx/>
              <a:buSzTx/>
              <a:buFont typeface="System Font Regular"/>
              <a:buNone/>
            </a:pPr>
          </a:p>
        </p:txBody>
      </p:sp>
      <p:sp>
        <p:nvSpPr>
          <p:cNvPr id="9" name="Slide Number Placeholder 5">
            <a:extLst xmlns:a="http://schemas.openxmlformats.org/drawingml/2006/main">
              <a:ext uri="{FF2B5EF4-FFF2-40B4-BE49-F238E27FC236}">
                <a16:creationId xmlns:a16="http://schemas.microsoft.com/office/drawing/2014/main" id="{6D383948-15D7-7125-EC6C-CB63EC77CA18}"/>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10" name="Footer Placeholder 4">
            <a:extLst xmlns:a="http://schemas.openxmlformats.org/drawingml/2006/main">
              <a:ext uri="{FF2B5EF4-FFF2-40B4-BE49-F238E27FC236}">
                <a16:creationId xmlns:a16="http://schemas.microsoft.com/office/drawing/2014/main" id="{FD46CC1D-F4C5-32B1-5BBE-B6CFF28BAB96}"/>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2" name="Date Placeholder 3">
            <a:extLst xmlns:a="http://schemas.openxmlformats.org/drawingml/2006/main">
              <a:ext uri="{FF2B5EF4-FFF2-40B4-BE49-F238E27FC236}">
                <a16:creationId xmlns:a16="http://schemas.microsoft.com/office/drawing/2014/main" id="{9D38F3F9-78BB-AD8B-F9E3-58010BFE256F}"/>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4" name="Accent mark">
            <a:extLst xmlns:a="http://schemas.openxmlformats.org/drawingml/2006/main">
              <a:ext uri="{FF2B5EF4-FFF2-40B4-BE49-F238E27FC236}">
                <a16:creationId xmlns:a16="http://schemas.microsoft.com/office/drawing/2014/main" id="{9693ED60-0244-537F-7CCC-D2E56AF0B93F}"/>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76.xml><?xml version="1.0" encoding="utf-8"?>
<p:sldLayout xmlns:p="http://schemas.openxmlformats.org/presentationml/2006/main" preserve="1" userDrawn="1">
  <p:cSld name="Dark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10" name="Quote">
            <a:extLst xmlns:a="http://schemas.openxmlformats.org/drawingml/2006/main">
              <a:ext uri="{FF2B5EF4-FFF2-40B4-BE49-F238E27FC236}">
                <a16:creationId xmlns:a16="http://schemas.microsoft.com/office/drawing/2014/main" id="{04AE5B2A-AF85-83D6-EC24-EFCB6E567112}"/>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85816" y="4983135"/>
            <a:ext cx="6051272"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85816" y="5320728"/>
            <a:ext cx="6051272"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3CB52BCF-4E23-BA44-5C50-AFEA7DFA337E}"/>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5" name="Picture Placeholder 4">
            <a:extLst xmlns:a="http://schemas.openxmlformats.org/drawingml/2006/main">
              <a:ext uri="{FF2B5EF4-FFF2-40B4-BE49-F238E27FC236}">
                <a16:creationId xmlns:a16="http://schemas.microsoft.com/office/drawing/2014/main" id="{EF3D1FF3-649D-46E2-9FDF-D1A77643F22A}"/>
              </a:ext>
            </a:extLst>
          </p:cNvPr>
          <p:cNvSpPr>
            <a:spLocks xmlns:a="http://schemas.openxmlformats.org/drawingml/2006/main" noGrp="1"/>
          </p:cNvSpPr>
          <p:nvPr>
            <p:ph type="pic" idx="42" hasCustomPrompt="1"/>
          </p:nvPr>
        </p:nvSpPr>
        <p:spPr>
          <a:xfrm xmlns:a="http://schemas.openxmlformats.org/drawingml/2006/main">
            <a:off x="0" y="0"/>
            <a:ext cx="4876800" cy="6858000"/>
          </a:xfrm>
        </p:spPr>
        <p:txBody>
          <a:bodyPr xmlns:a="http://schemas.openxmlformats.org/drawingml/2006/main" anchor="ctr"/>
          <a:lstStyle xmlns:a="http://schemas.openxmlformats.org/drawingml/2006/main">
            <a:lvl1pPr marL="0" marR="0" indent="0" algn="l" defTabSz="914400">
              <a:lnSpc>
                <a:spcPct val="95000"/>
              </a:lnSpc>
              <a:spcBef>
                <a:spcPts val="600"/>
              </a:spcBef>
              <a:spcAft>
                <a:spcPts val="0"/>
              </a:spcAft>
              <a:buClrTx/>
              <a:buSzTx/>
              <a:buFont typeface="System Font Regula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a:p xmlns:a="http://schemas.openxmlformats.org/drawingml/2006/main">
            <a:pPr marL="0" marR="0" lvl="0" indent="0" algn="l" defTabSz="914400">
              <a:lnSpc>
                <a:spcPct val="95000"/>
              </a:lnSpc>
              <a:spcBef>
                <a:spcPts val="600"/>
              </a:spcBef>
              <a:spcAft>
                <a:spcPts val="0"/>
              </a:spcAft>
              <a:buClrTx/>
              <a:buSzTx/>
              <a:buFont typeface="System Font Regular"/>
              <a:buNone/>
            </a:pPr>
          </a:p>
          <a:p xmlns:a="http://schemas.openxmlformats.org/drawingml/2006/main">
            <a:pPr marL="0" marR="0" lvl="0" indent="0" algn="l" defTabSz="914400">
              <a:lnSpc>
                <a:spcPct val="95000"/>
              </a:lnSpc>
              <a:spcBef>
                <a:spcPts val="600"/>
              </a:spcBef>
              <a:spcAft>
                <a:spcPts val="0"/>
              </a:spcAft>
              <a:buClrTx/>
              <a:buSzTx/>
              <a:buFont typeface="System Font Regular"/>
              <a:buNone/>
            </a:pPr>
          </a:p>
        </p:txBody>
      </p:sp>
      <p:sp>
        <p:nvSpPr>
          <p:cNvPr id="8" name="Slide Number Placeholder 7">
            <a:extLst xmlns:a="http://schemas.openxmlformats.org/drawingml/2006/main">
              <a:ext uri="{FF2B5EF4-FFF2-40B4-BE49-F238E27FC236}">
                <a16:creationId xmlns:a16="http://schemas.microsoft.com/office/drawing/2014/main" id="{74012F76-56F8-02E5-D4BF-72EE9E58CDB6}"/>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9" name="Footer Placeholder 6">
            <a:extLst xmlns:a="http://schemas.openxmlformats.org/drawingml/2006/main">
              <a:ext uri="{FF2B5EF4-FFF2-40B4-BE49-F238E27FC236}">
                <a16:creationId xmlns:a16="http://schemas.microsoft.com/office/drawing/2014/main" id="{3DC697D7-91D3-03A4-C4DD-83F242623976}"/>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2" name="Date Placeholder 4">
            <a:extLst xmlns:a="http://schemas.openxmlformats.org/drawingml/2006/main">
              <a:ext uri="{FF2B5EF4-FFF2-40B4-BE49-F238E27FC236}">
                <a16:creationId xmlns:a16="http://schemas.microsoft.com/office/drawing/2014/main" id="{18E33BA5-8373-D6D1-7F87-133CF184972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4" name="Accent mark">
            <a:extLst xmlns:a="http://schemas.openxmlformats.org/drawingml/2006/main">
              <a:ext uri="{FF2B5EF4-FFF2-40B4-BE49-F238E27FC236}">
                <a16:creationId xmlns:a16="http://schemas.microsoft.com/office/drawing/2014/main" id="{99B99AF4-E9E4-23D9-4E0C-A8017ECCDA64}"/>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77.xml><?xml version="1.0" encoding="utf-8"?>
<p:sldLayout xmlns:p="http://schemas.openxmlformats.org/presentationml/2006/main" preserve="1" userDrawn="1">
  <p:cSld name="Left Rail - Light">
    <p:bg>
      <p:bgRef idx="1001">
        <a:schemeClr xmlns:a="http://schemas.openxmlformats.org/drawingml/2006/main" val="bg2"/>
      </p:bgRef>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CB705EA2-F116-883A-32A5-62C3C550DC70}"/>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Slide Number Placeholder 5">
            <a:extLst xmlns:a="http://schemas.openxmlformats.org/drawingml/2006/main">
              <a:ext uri="{FF2B5EF4-FFF2-40B4-BE49-F238E27FC236}">
                <a16:creationId xmlns:a16="http://schemas.microsoft.com/office/drawing/2014/main" id="{4A4AA1A5-342C-3485-3780-BAE18FB151A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13" name="Footer Placeholder 4">
            <a:extLst xmlns:a="http://schemas.openxmlformats.org/drawingml/2006/main">
              <a:ext uri="{FF2B5EF4-FFF2-40B4-BE49-F238E27FC236}">
                <a16:creationId xmlns:a16="http://schemas.microsoft.com/office/drawing/2014/main" id="{FDE280B0-6EE3-EDEB-71CB-39C075AE81F5}"/>
              </a:ext>
            </a:extLst>
          </p:cNvPr>
          <p:cNvSpPr>
            <a:spLocks xmlns:a="http://schemas.openxmlformats.org/drawingml/2006/main" noGrp="1"/>
          </p:cNvSpPr>
          <p:nvPr>
            <p:ph type="ftr" idx="4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4" name="Date Placeholder 3">
            <a:extLst xmlns:a="http://schemas.openxmlformats.org/drawingml/2006/main">
              <a:ext uri="{FF2B5EF4-FFF2-40B4-BE49-F238E27FC236}">
                <a16:creationId xmlns:a16="http://schemas.microsoft.com/office/drawing/2014/main" id="{E559A02B-8EF1-F308-C124-047EB3505456}"/>
              </a:ext>
            </a:extLst>
          </p:cNvPr>
          <p:cNvSpPr>
            <a:spLocks xmlns:a="http://schemas.openxmlformats.org/drawingml/2006/main" noGrp="1"/>
          </p:cNvSpPr>
          <p:nvPr>
            <p:ph type="dt" idx="42"/>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78.xml><?xml version="1.0" encoding="utf-8"?>
<p:sldLayout xmlns:p="http://schemas.openxmlformats.org/presentationml/2006/main" preserve="1" userDrawn="1">
  <p:cSld name="Left Rail - Dark">
    <p:bg>
      <p:bgRef idx="1001">
        <a:schemeClr xmlns:a="http://schemas.openxmlformats.org/drawingml/2006/main" val="bg2"/>
      </p:bgRef>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9B625BA6-E661-F94B-6FD6-217579854D3C}"/>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rgbClr val="1C202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solidFill>
                  <a:schemeClr val="tx1"/>
                </a:solidFill>
                <a:latin typeface="Oracle Sans Tab"/>
                <a:ea typeface="Oracle Sans Tab"/>
                <a:cs typeface="Oracle Sans Tab"/>
              </a:defRPr>
            </a:lvl1pPr>
          </a:lstStyle>
          <a:p xmlns:a="http://schemas.openxmlformats.org/drawingml/2006/main">
            <a:pPr lvl="0">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Slide Number Placeholder 5">
            <a:extLst xmlns:a="http://schemas.openxmlformats.org/drawingml/2006/main">
              <a:ext uri="{FF2B5EF4-FFF2-40B4-BE49-F238E27FC236}">
                <a16:creationId xmlns:a16="http://schemas.microsoft.com/office/drawing/2014/main" id="{4A4AA1A5-342C-3485-3780-BAE18FB151A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3" name="Footer Placeholder 4">
            <a:extLst xmlns:a="http://schemas.openxmlformats.org/drawingml/2006/main">
              <a:ext uri="{FF2B5EF4-FFF2-40B4-BE49-F238E27FC236}">
                <a16:creationId xmlns:a16="http://schemas.microsoft.com/office/drawing/2014/main" id="{FDE280B0-6EE3-EDEB-71CB-39C075AE81F5}"/>
              </a:ext>
            </a:extLst>
          </p:cNvPr>
          <p:cNvSpPr>
            <a:spLocks xmlns:a="http://schemas.openxmlformats.org/drawingml/2006/main" noGrp="1"/>
          </p:cNvSpPr>
          <p:nvPr>
            <p:ph type="ftr" idx="4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4" name="Date Placeholder 3">
            <a:extLst xmlns:a="http://schemas.openxmlformats.org/drawingml/2006/main">
              <a:ext uri="{FF2B5EF4-FFF2-40B4-BE49-F238E27FC236}">
                <a16:creationId xmlns:a16="http://schemas.microsoft.com/office/drawing/2014/main" id="{E559A02B-8EF1-F308-C124-047EB3505456}"/>
              </a:ext>
            </a:extLst>
          </p:cNvPr>
          <p:cNvSpPr>
            <a:spLocks xmlns:a="http://schemas.openxmlformats.org/drawingml/2006/main" noGrp="1"/>
          </p:cNvSpPr>
          <p:nvPr>
            <p:ph type="dt" idx="42"/>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79.xml><?xml version="1.0" encoding="utf-8"?>
<p:sldLayout xmlns:p="http://schemas.openxmlformats.org/presentationml/2006/main" preserve="1" userDrawn="1">
  <p:cSld name="Content + Illustration_Light">
    <p:bg>
      <p:bgRef idx="1001">
        <a:schemeClr xmlns:a="http://schemas.openxmlformats.org/drawingml/2006/main" val="bg2"/>
      </p:bgRef>
    </p:bg>
    <p:spTree>
      <p:nvGrpSpPr>
        <p:cNvPr id="1" name=""/>
        <p:cNvGrpSpPr/>
        <p:nvPr/>
      </p:nvGrpSpPr>
      <p:grpSpPr>
        <a:xfrm xmlns:a="http://schemas.openxmlformats.org/drawingml/2006/main"/>
      </p:grpSpPr>
      <p:sp>
        <p:nvSpPr>
          <p:cNvPr id="23" name="Title 1">
            <a:extLst xmlns:a="http://schemas.openxmlformats.org/drawingml/2006/main">
              <a:ext uri="{FF2B5EF4-FFF2-40B4-BE49-F238E27FC236}">
                <a16:creationId xmlns:a16="http://schemas.microsoft.com/office/drawing/2014/main" id="{8A0A7166-96D6-457B-8CE6-21491B0153C5}"/>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2F837A2F-4A14-0DC4-608A-F65C24823266}"/>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p:txBody>
      </p:sp>
      <p:pic>
        <p:nvPicPr>
          <p:cNvPr id="28" name="OTag"/>
          <p:cNvPicPr>
            <a:picLocks xmlns:a="http://schemas.openxmlformats.org/drawingml/2006/main" noChangeAspect="1"/>
          </p:cNvPicPr>
          <p:nvPr/>
        </p:nvPicPr>
        <p:blipFill>
          <a:blip xmlns:r="http://schemas.openxmlformats.org/officeDocument/2006/relationships" xmlns:a="http://schemas.openxmlformats.org/drawingml/2006/main" r:embed="R0c28e75947404a69"/>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91B7B17D-763D-5F99-0CC2-80B2CC63E130}"/>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7" name="Text Placeholder 19">
            <a:extLst xmlns:a="http://schemas.openxmlformats.org/drawingml/2006/main">
              <a:ext uri="{FF2B5EF4-FFF2-40B4-BE49-F238E27FC236}">
                <a16:creationId xmlns:a16="http://schemas.microsoft.com/office/drawing/2014/main" id="{F95C4F20-D940-4F84-4840-DD649575E2CD}"/>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5" name="Text Placeholder 21">
            <a:extLst xmlns:a="http://schemas.openxmlformats.org/drawingml/2006/main">
              <a:ext uri="{FF2B5EF4-FFF2-40B4-BE49-F238E27FC236}">
                <a16:creationId xmlns:a16="http://schemas.microsoft.com/office/drawing/2014/main" id="{5DE24B9A-F5B4-C415-A25C-25FE02976EEF}"/>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9" name="Text Placeholder 19">
            <a:extLst xmlns:a="http://schemas.openxmlformats.org/drawingml/2006/main">
              <a:ext uri="{FF2B5EF4-FFF2-40B4-BE49-F238E27FC236}">
                <a16:creationId xmlns:a16="http://schemas.microsoft.com/office/drawing/2014/main" id="{E725E68E-222F-2174-3EDA-49279B3A0D6A}"/>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6" name="Text Placeholder 21">
            <a:extLst xmlns:a="http://schemas.openxmlformats.org/drawingml/2006/main">
              <a:ext uri="{FF2B5EF4-FFF2-40B4-BE49-F238E27FC236}">
                <a16:creationId xmlns:a16="http://schemas.microsoft.com/office/drawing/2014/main" id="{2080E49F-0C27-1D0D-3ADD-B37ABD6F37FA}"/>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0" name="Text Placeholder 19">
            <a:extLst xmlns:a="http://schemas.openxmlformats.org/drawingml/2006/main">
              <a:ext uri="{FF2B5EF4-FFF2-40B4-BE49-F238E27FC236}">
                <a16:creationId xmlns:a16="http://schemas.microsoft.com/office/drawing/2014/main" id="{85BD9371-1A26-2813-D974-5AAA802C8FF9}"/>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7" name="Date Placeholder 6">
            <a:extLst xmlns:a="http://schemas.openxmlformats.org/drawingml/2006/main">
              <a:ext uri="{FF2B5EF4-FFF2-40B4-BE49-F238E27FC236}">
                <a16:creationId xmlns:a16="http://schemas.microsoft.com/office/drawing/2014/main" id="{94AF7987-C710-3871-B657-891515739542}"/>
              </a:ext>
            </a:extLst>
          </p:cNvPr>
          <p:cNvSpPr>
            <a:spLocks xmlns:a="http://schemas.openxmlformats.org/drawingml/2006/main" noGrp="1"/>
          </p:cNvSpPr>
          <p:nvPr>
            <p:ph type="dt" idx="4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8" name="Footer Placeholder 7">
            <a:extLst xmlns:a="http://schemas.openxmlformats.org/drawingml/2006/main">
              <a:ext uri="{FF2B5EF4-FFF2-40B4-BE49-F238E27FC236}">
                <a16:creationId xmlns:a16="http://schemas.microsoft.com/office/drawing/2014/main" id="{A47B4B01-B49C-CB08-78E3-DAB353AFE68D}"/>
              </a:ext>
            </a:extLst>
          </p:cNvPr>
          <p:cNvSpPr>
            <a:spLocks xmlns:a="http://schemas.openxmlformats.org/drawingml/2006/main" noGrp="1"/>
          </p:cNvSpPr>
          <p:nvPr>
            <p:ph type="ftr" idx="4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Slide Number Placeholder 8">
            <a:extLst xmlns:a="http://schemas.openxmlformats.org/drawingml/2006/main">
              <a:ext uri="{FF2B5EF4-FFF2-40B4-BE49-F238E27FC236}">
                <a16:creationId xmlns:a16="http://schemas.microsoft.com/office/drawing/2014/main" id="{6378DD8F-6EC1-338B-B6F1-7361BA5C390D}"/>
              </a:ext>
            </a:extLst>
          </p:cNvPr>
          <p:cNvSpPr>
            <a:spLocks xmlns:a="http://schemas.openxmlformats.org/drawingml/2006/main" noGrp="1"/>
          </p:cNvSpPr>
          <p:nvPr>
            <p:ph type="sldNum" idx="4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Tree>
  </p:cSld>
</p:sldLayout>
</file>

<file path=ppt/slideLayouts/slideLayout80.xml><?xml version="1.0" encoding="utf-8"?>
<p:sldLayout xmlns:p="http://schemas.openxmlformats.org/presentationml/2006/main" preserve="1" userDrawn="1">
  <p:cSld name="Content + Illustration_Dark">
    <p:bg>
      <p:bgRef idx="1001">
        <a:schemeClr xmlns:a="http://schemas.openxmlformats.org/drawingml/2006/main" val="bg2"/>
      </p:bgRef>
    </p:bg>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90AAD36B-6012-46AE-9059-48412FF4F4CE}"/>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3" name="Subtitle">
            <a:extLst xmlns:a="http://schemas.openxmlformats.org/drawingml/2006/main">
              <a:ext uri="{FF2B5EF4-FFF2-40B4-BE49-F238E27FC236}">
                <a16:creationId xmlns:a16="http://schemas.microsoft.com/office/drawing/2014/main" id="{2F0BE92C-B4B2-428B-05A0-35A0A1E50208}"/>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7" name="Text Placeholder 21">
            <a:extLst xmlns:a="http://schemas.openxmlformats.org/drawingml/2006/main">
              <a:ext uri="{FF2B5EF4-FFF2-40B4-BE49-F238E27FC236}">
                <a16:creationId xmlns:a16="http://schemas.microsoft.com/office/drawing/2014/main" id="{D94B5212-F918-DF01-5172-A319C17449A7}"/>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0" name="Text Placeholder 19">
            <a:extLst xmlns:a="http://schemas.openxmlformats.org/drawingml/2006/main">
              <a:ext uri="{FF2B5EF4-FFF2-40B4-BE49-F238E27FC236}">
                <a16:creationId xmlns:a16="http://schemas.microsoft.com/office/drawing/2014/main" id="{3FE2B7B3-F269-EFB7-7B21-A67456B5D4CB}"/>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9" name="Text Placeholder 21">
            <a:extLst xmlns:a="http://schemas.openxmlformats.org/drawingml/2006/main">
              <a:ext uri="{FF2B5EF4-FFF2-40B4-BE49-F238E27FC236}">
                <a16:creationId xmlns:a16="http://schemas.microsoft.com/office/drawing/2014/main" id="{BCEC7A68-80D1-7F0E-65E6-F442ED207687}"/>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1" name="Text Placeholder 19">
            <a:extLst xmlns:a="http://schemas.openxmlformats.org/drawingml/2006/main">
              <a:ext uri="{FF2B5EF4-FFF2-40B4-BE49-F238E27FC236}">
                <a16:creationId xmlns:a16="http://schemas.microsoft.com/office/drawing/2014/main" id="{D61461B8-CD09-2000-05E6-9B3BC9D25CD5}"/>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1" name="Text Placeholder 21">
            <a:extLst xmlns:a="http://schemas.openxmlformats.org/drawingml/2006/main">
              <a:ext uri="{FF2B5EF4-FFF2-40B4-BE49-F238E27FC236}">
                <a16:creationId xmlns:a16="http://schemas.microsoft.com/office/drawing/2014/main" id="{A3E124E7-38A2-4149-5708-BE9F62CFA604}"/>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2" name="Text Placeholder 19">
            <a:extLst xmlns:a="http://schemas.openxmlformats.org/drawingml/2006/main">
              <a:ext uri="{FF2B5EF4-FFF2-40B4-BE49-F238E27FC236}">
                <a16:creationId xmlns:a16="http://schemas.microsoft.com/office/drawing/2014/main" id="{4FBE4EEC-B947-E852-0B29-987839C3A3D6}"/>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bg1"/>
                </a:solidFill>
                <a:latin typeface="Oracle Sans Tab Light"/>
                <a:ea typeface="Oracle Sans Tab Light"/>
                <a:cs typeface="Oracle Sans Tab Light"/>
              </a:defRPr>
            </a:lvl1pPr>
          </a:lstStyle>
          <a:p xmlns:a="http://schemas.openxmlformats.org/drawingml/2006/main">
            <a:r>
              <a:t>Click to add photo or illustration</a:t>
            </a:r>
          </a:p>
          <a:p xmlns:a="http://schemas.openxmlformats.org/drawingml/2006/main"/>
        </p:txBody>
      </p:sp>
      <p:pic>
        <p:nvPicPr>
          <p:cNvPr id="33" name="OTag"/>
          <p:cNvPicPr>
            <a:picLocks xmlns:a="http://schemas.openxmlformats.org/drawingml/2006/main" noChangeAspect="1"/>
          </p:cNvPicPr>
          <p:nvPr/>
        </p:nvPicPr>
        <p:blipFill>
          <a:blip xmlns:r="http://schemas.openxmlformats.org/officeDocument/2006/relationships" xmlns:a="http://schemas.openxmlformats.org/drawingml/2006/main" r:embed="Rba03e6bf0e744049"/>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 name="Slide Number Placeholder 7">
            <a:extLst xmlns:a="http://schemas.openxmlformats.org/drawingml/2006/main">
              <a:ext uri="{FF2B5EF4-FFF2-40B4-BE49-F238E27FC236}">
                <a16:creationId xmlns:a16="http://schemas.microsoft.com/office/drawing/2014/main" id="{8AC454DE-00F0-4427-48D5-1DC459110090}"/>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28FED12C-599D-4CB3-E602-5CD82B6F039D}"/>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61F25286-7A1D-EBA0-D474-81129CEE733D}"/>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81.xml><?xml version="1.0" encoding="utf-8"?>
<p:sldLayout xmlns:p="http://schemas.openxmlformats.org/presentationml/2006/main" preserve="1" userDrawn="1">
  <p:cSld name="Light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9FC0DC-6C36-4AC7-90FE-9BE28E17F1B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Picture Placeholder 2">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905836"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Text Placeholder 21">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1" name="Text Placeholder 21">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5" name="Straight Connector 4">
            <a:extLst xmlns:a="http://schemas.openxmlformats.org/drawingml/2006/main">
              <a:ext uri="{FF2B5EF4-FFF2-40B4-BE49-F238E27FC236}">
                <a16:creationId xmlns:a16="http://schemas.microsoft.com/office/drawing/2014/main" id="{3535E53D-F9FA-4C80-8EC4-3B6A0F1EB5B3}"/>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2" name="Picture Placeholder 2">
            <a:extLst xmlns:a="http://schemas.openxmlformats.org/drawingml/2006/main">
              <a:ext uri="{FF2B5EF4-FFF2-40B4-BE49-F238E27FC236}">
                <a16:creationId xmlns:a16="http://schemas.microsoft.com/office/drawing/2014/main" id="{00545EAB-02F2-4D35-839F-11095FE3779B}"/>
              </a:ext>
            </a:extLst>
          </p:cNvPr>
          <p:cNvSpPr>
            <a:spLocks xmlns:a="http://schemas.openxmlformats.org/drawingml/2006/main" noGrp="1"/>
          </p:cNvSpPr>
          <p:nvPr>
            <p:ph type="pic" idx="33" hasCustomPrompt="1"/>
          </p:nvPr>
        </p:nvSpPr>
        <p:spPr>
          <a:xfrm xmlns:a="http://schemas.openxmlformats.org/drawingml/2006/main">
            <a:off x="4797315"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3" name="Text Placeholder 21">
            <a:extLst xmlns:a="http://schemas.openxmlformats.org/drawingml/2006/main">
              <a:ext uri="{FF2B5EF4-FFF2-40B4-BE49-F238E27FC236}">
                <a16:creationId xmlns:a16="http://schemas.microsoft.com/office/drawing/2014/main" id="{C85CBC82-72D6-46B3-9B52-627E5BC2BC55}"/>
              </a:ext>
            </a:extLst>
          </p:cNvPr>
          <p:cNvSpPr>
            <a:spLocks xmlns:a="http://schemas.openxmlformats.org/drawingml/2006/main" noGrp="1"/>
          </p:cNvSpPr>
          <p:nvPr>
            <p:ph type="body" idx="34"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9" name="Text Placeholder 21">
            <a:extLst xmlns:a="http://schemas.openxmlformats.org/drawingml/2006/main">
              <a:ext uri="{FF2B5EF4-FFF2-40B4-BE49-F238E27FC236}">
                <a16:creationId xmlns:a16="http://schemas.microsoft.com/office/drawing/2014/main" id="{0FA9D0FA-EA15-4919-BEB9-4C5EE9D8CDFF}"/>
              </a:ext>
            </a:extLst>
          </p:cNvPr>
          <p:cNvSpPr>
            <a:spLocks xmlns:a="http://schemas.openxmlformats.org/drawingml/2006/main" noGrp="1"/>
          </p:cNvSpPr>
          <p:nvPr>
            <p:ph type="body" idx="35"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28" name="Straight Connector 27">
            <a:extLst xmlns:a="http://schemas.openxmlformats.org/drawingml/2006/main">
              <a:ext uri="{FF2B5EF4-FFF2-40B4-BE49-F238E27FC236}">
                <a16:creationId xmlns:a16="http://schemas.microsoft.com/office/drawing/2014/main" id="{19FCE992-7445-45A9-B5C8-A931B3B6EBB4}"/>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0" name="Picture Placeholder 2">
            <a:extLst xmlns:a="http://schemas.openxmlformats.org/drawingml/2006/main">
              <a:ext uri="{FF2B5EF4-FFF2-40B4-BE49-F238E27FC236}">
                <a16:creationId xmlns:a16="http://schemas.microsoft.com/office/drawing/2014/main" id="{7E0E7E15-3D7B-4123-8321-B073C59133A1}"/>
              </a:ext>
            </a:extLst>
          </p:cNvPr>
          <p:cNvSpPr>
            <a:spLocks xmlns:a="http://schemas.openxmlformats.org/drawingml/2006/main" noGrp="1"/>
          </p:cNvSpPr>
          <p:nvPr>
            <p:ph type="pic" idx="36" hasCustomPrompt="1"/>
          </p:nvPr>
        </p:nvSpPr>
        <p:spPr>
          <a:xfrm xmlns:a="http://schemas.openxmlformats.org/drawingml/2006/main">
            <a:off x="8645868"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1" name="Text Placeholder 21">
            <a:extLst xmlns:a="http://schemas.openxmlformats.org/drawingml/2006/main">
              <a:ext uri="{FF2B5EF4-FFF2-40B4-BE49-F238E27FC236}">
                <a16:creationId xmlns:a16="http://schemas.microsoft.com/office/drawing/2014/main" id="{8C820BCB-F093-47C5-A402-60E80288139D}"/>
              </a:ext>
            </a:extLst>
          </p:cNvPr>
          <p:cNvSpPr>
            <a:spLocks xmlns:a="http://schemas.openxmlformats.org/drawingml/2006/main" noGrp="1"/>
          </p:cNvSpPr>
          <p:nvPr>
            <p:ph type="body" idx="37"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2" name="Text Placeholder 21">
            <a:extLst xmlns:a="http://schemas.openxmlformats.org/drawingml/2006/main">
              <a:ext uri="{FF2B5EF4-FFF2-40B4-BE49-F238E27FC236}">
                <a16:creationId xmlns:a16="http://schemas.microsoft.com/office/drawing/2014/main" id="{F1AF7868-3C5C-49BB-8190-B4107C4DC70C}"/>
              </a:ext>
            </a:extLst>
          </p:cNvPr>
          <p:cNvSpPr>
            <a:spLocks xmlns:a="http://schemas.openxmlformats.org/drawingml/2006/main" noGrp="1"/>
          </p:cNvSpPr>
          <p:nvPr>
            <p:ph type="body" idx="38"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9" name="Footer Placeholder 8">
            <a:extLst xmlns:a="http://schemas.openxmlformats.org/drawingml/2006/main">
              <a:ext uri="{FF2B5EF4-FFF2-40B4-BE49-F238E27FC236}">
                <a16:creationId xmlns:a16="http://schemas.microsoft.com/office/drawing/2014/main" id="{F59CF6BC-7A2F-38D3-C1EA-BEA6C37D79F5}"/>
              </a:ext>
            </a:extLst>
          </p:cNvPr>
          <p:cNvSpPr>
            <a:spLocks xmlns:a="http://schemas.openxmlformats.org/drawingml/2006/main" noGrp="1"/>
          </p:cNvSpPr>
          <p:nvPr>
            <p:ph type="ftr" idx="4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2E05EDD9-0672-4EB4-1B16-92CEDEB1EFE7}"/>
              </a:ext>
            </a:extLst>
          </p:cNvPr>
          <p:cNvSpPr>
            <a:spLocks xmlns:a="http://schemas.openxmlformats.org/drawingml/2006/main" noGrp="1"/>
          </p:cNvSpPr>
          <p:nvPr>
            <p:ph type="sldNum" idx="4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Date Placeholder 7">
            <a:extLst xmlns:a="http://schemas.openxmlformats.org/drawingml/2006/main">
              <a:ext uri="{FF2B5EF4-FFF2-40B4-BE49-F238E27FC236}">
                <a16:creationId xmlns:a16="http://schemas.microsoft.com/office/drawing/2014/main" id="{7B180CC4-74E6-A0D5-4CC7-34ABAEAABDF5}"/>
              </a:ext>
            </a:extLst>
          </p:cNvPr>
          <p:cNvSpPr>
            <a:spLocks xmlns:a="http://schemas.openxmlformats.org/drawingml/2006/main" noGrp="1"/>
          </p:cNvSpPr>
          <p:nvPr>
            <p:ph type="dt" idx="3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82.xml><?xml version="1.0" encoding="utf-8"?>
<p:sldLayout xmlns:p="http://schemas.openxmlformats.org/presentationml/2006/main" preserve="1" userDrawn="1">
  <p:cSld name="Dark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8" name="Title 7">
            <a:extLst xmlns:a="http://schemas.openxmlformats.org/drawingml/2006/main">
              <a:ext uri="{FF2B5EF4-FFF2-40B4-BE49-F238E27FC236}">
                <a16:creationId xmlns:a16="http://schemas.microsoft.com/office/drawing/2014/main" id="{358B48DD-4D54-4AC7-8AB9-59BEB3B7003A}"/>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8" name="Picture Placeholder 2">
            <a:extLst xmlns:a="http://schemas.openxmlformats.org/drawingml/2006/main">
              <a:ext uri="{FF2B5EF4-FFF2-40B4-BE49-F238E27FC236}">
                <a16:creationId xmlns:a16="http://schemas.microsoft.com/office/drawing/2014/main" id="{6A71FCB8-1058-4D1C-AED7-FAA7D744D71E}"/>
              </a:ext>
            </a:extLst>
          </p:cNvPr>
          <p:cNvSpPr>
            <a:spLocks xmlns:a="http://schemas.openxmlformats.org/drawingml/2006/main" noGrp="1"/>
          </p:cNvSpPr>
          <p:nvPr>
            <p:ph type="pic" idx="26" hasCustomPrompt="1"/>
          </p:nvPr>
        </p:nvSpPr>
        <p:spPr>
          <a:xfrm xmlns:a="http://schemas.openxmlformats.org/drawingml/2006/main">
            <a:off x="897834" y="1903921"/>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Text Placeholder 21">
            <a:extLst xmlns:a="http://schemas.openxmlformats.org/drawingml/2006/main">
              <a:ext uri="{FF2B5EF4-FFF2-40B4-BE49-F238E27FC236}">
                <a16:creationId xmlns:a16="http://schemas.microsoft.com/office/drawing/2014/main" id="{86408202-D3B4-402D-BC69-53C3509E8A7B}"/>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1" name="Text Placeholder 21">
            <a:extLst xmlns:a="http://schemas.openxmlformats.org/drawingml/2006/main">
              <a:ext uri="{FF2B5EF4-FFF2-40B4-BE49-F238E27FC236}">
                <a16:creationId xmlns:a16="http://schemas.microsoft.com/office/drawing/2014/main" id="{5CF397F4-2EE2-483E-8C39-8DB6BD107811}"/>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22" name="Straight Connector 21">
            <a:extLst xmlns:a="http://schemas.openxmlformats.org/drawingml/2006/main">
              <a:ext uri="{FF2B5EF4-FFF2-40B4-BE49-F238E27FC236}">
                <a16:creationId xmlns:a16="http://schemas.microsoft.com/office/drawing/2014/main" id="{377B4212-76C8-4156-BAF4-1EE890730079}"/>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Picture Placeholder 2">
            <a:extLst xmlns:a="http://schemas.openxmlformats.org/drawingml/2006/main">
              <a:ext uri="{FF2B5EF4-FFF2-40B4-BE49-F238E27FC236}">
                <a16:creationId xmlns:a16="http://schemas.microsoft.com/office/drawing/2014/main" id="{84092946-3931-41BA-A9C4-E37BA2482561}"/>
              </a:ext>
            </a:extLst>
          </p:cNvPr>
          <p:cNvSpPr>
            <a:spLocks xmlns:a="http://schemas.openxmlformats.org/drawingml/2006/main" noGrp="1"/>
          </p:cNvSpPr>
          <p:nvPr>
            <p:ph type="pic" idx="36" hasCustomPrompt="1"/>
          </p:nvPr>
        </p:nvSpPr>
        <p:spPr>
          <a:xfrm xmlns:a="http://schemas.openxmlformats.org/drawingml/2006/main">
            <a:off x="4757260"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9" name="Text Placeholder 21">
            <a:extLst xmlns:a="http://schemas.openxmlformats.org/drawingml/2006/main">
              <a:ext uri="{FF2B5EF4-FFF2-40B4-BE49-F238E27FC236}">
                <a16:creationId xmlns:a16="http://schemas.microsoft.com/office/drawing/2014/main" id="{7A2A35E2-8BA7-45B3-B02C-B531B503587A}"/>
              </a:ext>
            </a:extLst>
          </p:cNvPr>
          <p:cNvSpPr>
            <a:spLocks xmlns:a="http://schemas.openxmlformats.org/drawingml/2006/main" noGrp="1"/>
          </p:cNvSpPr>
          <p:nvPr>
            <p:ph type="body" idx="37"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0" name="Text Placeholder 21">
            <a:extLst xmlns:a="http://schemas.openxmlformats.org/drawingml/2006/main">
              <a:ext uri="{FF2B5EF4-FFF2-40B4-BE49-F238E27FC236}">
                <a16:creationId xmlns:a16="http://schemas.microsoft.com/office/drawing/2014/main" id="{B0D928C5-7B1B-4A74-A1EB-B0C408189CAC}"/>
              </a:ext>
            </a:extLst>
          </p:cNvPr>
          <p:cNvSpPr>
            <a:spLocks xmlns:a="http://schemas.openxmlformats.org/drawingml/2006/main" noGrp="1"/>
          </p:cNvSpPr>
          <p:nvPr>
            <p:ph type="body" idx="38"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31" name="Straight Connector 30">
            <a:extLst xmlns:a="http://schemas.openxmlformats.org/drawingml/2006/main">
              <a:ext uri="{FF2B5EF4-FFF2-40B4-BE49-F238E27FC236}">
                <a16:creationId xmlns:a16="http://schemas.microsoft.com/office/drawing/2014/main" id="{6A2D2032-F890-4A25-ADEB-7C0FCD5F5D3E}"/>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Picture Placeholder 2">
            <a:extLst xmlns:a="http://schemas.openxmlformats.org/drawingml/2006/main">
              <a:ext uri="{FF2B5EF4-FFF2-40B4-BE49-F238E27FC236}">
                <a16:creationId xmlns:a16="http://schemas.microsoft.com/office/drawing/2014/main" id="{E9839675-3836-4943-9E7E-492470598773}"/>
              </a:ext>
            </a:extLst>
          </p:cNvPr>
          <p:cNvSpPr>
            <a:spLocks xmlns:a="http://schemas.openxmlformats.org/drawingml/2006/main" noGrp="1"/>
          </p:cNvSpPr>
          <p:nvPr>
            <p:ph type="pic" idx="39" hasCustomPrompt="1"/>
          </p:nvPr>
        </p:nvSpPr>
        <p:spPr>
          <a:xfrm xmlns:a="http://schemas.openxmlformats.org/drawingml/2006/main">
            <a:off x="8616787" y="192880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3" name="Text Placeholder 21">
            <a:extLst xmlns:a="http://schemas.openxmlformats.org/drawingml/2006/main">
              <a:ext uri="{FF2B5EF4-FFF2-40B4-BE49-F238E27FC236}">
                <a16:creationId xmlns:a16="http://schemas.microsoft.com/office/drawing/2014/main" id="{987833E9-276C-4353-BF31-4FC33134EEAE}"/>
              </a:ext>
            </a:extLst>
          </p:cNvPr>
          <p:cNvSpPr>
            <a:spLocks xmlns:a="http://schemas.openxmlformats.org/drawingml/2006/main" noGrp="1"/>
          </p:cNvSpPr>
          <p:nvPr>
            <p:ph type="body" idx="40"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4" name="Text Placeholder 21">
            <a:extLst xmlns:a="http://schemas.openxmlformats.org/drawingml/2006/main">
              <a:ext uri="{FF2B5EF4-FFF2-40B4-BE49-F238E27FC236}">
                <a16:creationId xmlns:a16="http://schemas.microsoft.com/office/drawing/2014/main" id="{4565DAAC-922E-4C75-A762-C6B54070F7DC}"/>
              </a:ext>
            </a:extLst>
          </p:cNvPr>
          <p:cNvSpPr>
            <a:spLocks xmlns:a="http://schemas.openxmlformats.org/drawingml/2006/main" noGrp="1"/>
          </p:cNvSpPr>
          <p:nvPr>
            <p:ph type="body" idx="41"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in.</a:t>
            </a:r>
          </a:p>
        </p:txBody>
      </p:sp>
      <p:sp>
        <p:nvSpPr>
          <p:cNvPr id="11" name="Slide Number Placeholder 10">
            <a:extLst xmlns:a="http://schemas.openxmlformats.org/drawingml/2006/main">
              <a:ext uri="{FF2B5EF4-FFF2-40B4-BE49-F238E27FC236}">
                <a16:creationId xmlns:a16="http://schemas.microsoft.com/office/drawing/2014/main" id="{B35F74D1-A7D7-71F7-1C83-85B91CC54A17}"/>
              </a:ext>
            </a:extLst>
          </p:cNvPr>
          <p:cNvSpPr>
            <a:spLocks xmlns:a="http://schemas.openxmlformats.org/drawingml/2006/main" noGrp="1"/>
          </p:cNvSpPr>
          <p:nvPr>
            <p:ph type="sldNum"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0" name="Footer Placeholder 9">
            <a:extLst xmlns:a="http://schemas.openxmlformats.org/drawingml/2006/main">
              <a:ext uri="{FF2B5EF4-FFF2-40B4-BE49-F238E27FC236}">
                <a16:creationId xmlns:a16="http://schemas.microsoft.com/office/drawing/2014/main" id="{AB744A76-3388-A794-015D-56031177D79D}"/>
              </a:ext>
            </a:extLst>
          </p:cNvPr>
          <p:cNvSpPr>
            <a:spLocks xmlns:a="http://schemas.openxmlformats.org/drawingml/2006/main" noGrp="1"/>
          </p:cNvSpPr>
          <p:nvPr>
            <p:ph type="ftr"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8">
            <a:extLst xmlns:a="http://schemas.openxmlformats.org/drawingml/2006/main">
              <a:ext uri="{FF2B5EF4-FFF2-40B4-BE49-F238E27FC236}">
                <a16:creationId xmlns:a16="http://schemas.microsoft.com/office/drawing/2014/main" id="{064EFACD-32BB-A724-F5A6-DF8C6A5C3279}"/>
              </a:ext>
            </a:extLst>
          </p:cNvPr>
          <p:cNvSpPr>
            <a:spLocks xmlns:a="http://schemas.openxmlformats.org/drawingml/2006/main" noGrp="1"/>
          </p:cNvSpPr>
          <p:nvPr>
            <p:ph type="dt" idx="4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83.xml><?xml version="1.0" encoding="utf-8"?>
<p:sldLayout xmlns:p="http://schemas.openxmlformats.org/presentationml/2006/main" preserve="1" userDrawn="1">
  <p:cSld name="Light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4" name="Title 7">
            <a:extLst xmlns:a="http://schemas.openxmlformats.org/drawingml/2006/main">
              <a:ext uri="{FF2B5EF4-FFF2-40B4-BE49-F238E27FC236}">
                <a16:creationId xmlns:a16="http://schemas.microsoft.com/office/drawing/2014/main" id="{78F3D588-E944-9CCD-F934-4D109B5905DB}"/>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Icon 1">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Column 1 Header">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1" name="Column 1 body">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5" name="Divider 1">
            <a:extLst xmlns:a="http://schemas.openxmlformats.org/drawingml/2006/main">
              <a:ext uri="{FF2B5EF4-FFF2-40B4-BE49-F238E27FC236}">
                <a16:creationId xmlns:a16="http://schemas.microsoft.com/office/drawing/2014/main" id="{D4134D53-2F0E-41C2-B7BA-774814E54541}"/>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Icon 2">
            <a:extLst xmlns:a="http://schemas.openxmlformats.org/drawingml/2006/main">
              <a:ext uri="{FF2B5EF4-FFF2-40B4-BE49-F238E27FC236}">
                <a16:creationId xmlns:a16="http://schemas.microsoft.com/office/drawing/2014/main" id="{452D8958-2BA3-E8C4-A349-9B8D38EFEEBE}"/>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8" name="Column 2 header">
            <a:extLst xmlns:a="http://schemas.openxmlformats.org/drawingml/2006/main">
              <a:ext uri="{FF2B5EF4-FFF2-40B4-BE49-F238E27FC236}">
                <a16:creationId xmlns:a16="http://schemas.microsoft.com/office/drawing/2014/main" id="{F38723C6-3426-0DED-BB4F-97CEC3A55F6D}"/>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9" name="Column 2 body">
            <a:extLst xmlns:a="http://schemas.openxmlformats.org/drawingml/2006/main">
              <a:ext uri="{FF2B5EF4-FFF2-40B4-BE49-F238E27FC236}">
                <a16:creationId xmlns:a16="http://schemas.microsoft.com/office/drawing/2014/main" id="{C5BD3347-4E6D-B757-FB79-D3160FB48D0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8" name="Divider 2">
            <a:extLst xmlns:a="http://schemas.openxmlformats.org/drawingml/2006/main">
              <a:ext uri="{FF2B5EF4-FFF2-40B4-BE49-F238E27FC236}">
                <a16:creationId xmlns:a16="http://schemas.microsoft.com/office/drawing/2014/main" id="{6716E685-E06C-4755-B392-2F3F5DFCB267}"/>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0" name="Icon 3">
            <a:extLst xmlns:a="http://schemas.openxmlformats.org/drawingml/2006/main">
              <a:ext uri="{FF2B5EF4-FFF2-40B4-BE49-F238E27FC236}">
                <a16:creationId xmlns:a16="http://schemas.microsoft.com/office/drawing/2014/main" id="{0B8706A7-4339-AEA7-3538-6B11C9DE888F}"/>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1" name="Column 3 header">
            <a:extLst xmlns:a="http://schemas.openxmlformats.org/drawingml/2006/main">
              <a:ext uri="{FF2B5EF4-FFF2-40B4-BE49-F238E27FC236}">
                <a16:creationId xmlns:a16="http://schemas.microsoft.com/office/drawing/2014/main" id="{7FFC3A72-CD29-1771-F4D6-1FE24E237316}"/>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42" name="Column 3 body">
            <a:extLst xmlns:a="http://schemas.openxmlformats.org/drawingml/2006/main">
              <a:ext uri="{FF2B5EF4-FFF2-40B4-BE49-F238E27FC236}">
                <a16:creationId xmlns:a16="http://schemas.microsoft.com/office/drawing/2014/main" id="{3BE75DAD-03B8-A35F-313E-9021E9625E97}"/>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6" name="Divider 3">
            <a:extLst xmlns:a="http://schemas.openxmlformats.org/drawingml/2006/main">
              <a:ext uri="{FF2B5EF4-FFF2-40B4-BE49-F238E27FC236}">
                <a16:creationId xmlns:a16="http://schemas.microsoft.com/office/drawing/2014/main" id="{11C1CAA4-646C-4DE4-9F91-DBB31774A2F9}"/>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3" name="Icon 4">
            <a:extLst xmlns:a="http://schemas.openxmlformats.org/drawingml/2006/main">
              <a:ext uri="{FF2B5EF4-FFF2-40B4-BE49-F238E27FC236}">
                <a16:creationId xmlns:a16="http://schemas.microsoft.com/office/drawing/2014/main" id="{A564445D-3622-F94F-5F5B-64E25C182894}"/>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4" name="Column 4 header">
            <a:extLst xmlns:a="http://schemas.openxmlformats.org/drawingml/2006/main">
              <a:ext uri="{FF2B5EF4-FFF2-40B4-BE49-F238E27FC236}">
                <a16:creationId xmlns:a16="http://schemas.microsoft.com/office/drawing/2014/main" id="{D73D98F3-F032-F349-D6FF-9956A80B2C0C}"/>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45" name="Column 4 body">
            <a:extLst xmlns:a="http://schemas.openxmlformats.org/drawingml/2006/main">
              <a:ext uri="{FF2B5EF4-FFF2-40B4-BE49-F238E27FC236}">
                <a16:creationId xmlns:a16="http://schemas.microsoft.com/office/drawing/2014/main" id="{E7F065D2-DFCA-69F0-EFCE-5436B4BBA960}"/>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10" name="Slide Number Placeholder 9">
            <a:extLst xmlns:a="http://schemas.openxmlformats.org/drawingml/2006/main">
              <a:ext uri="{FF2B5EF4-FFF2-40B4-BE49-F238E27FC236}">
                <a16:creationId xmlns:a16="http://schemas.microsoft.com/office/drawing/2014/main" id="{3A79F2A5-B307-E6C2-A0A7-C9D34E2F7467}"/>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Date Placeholder 7">
            <a:extLst xmlns:a="http://schemas.openxmlformats.org/drawingml/2006/main">
              <a:ext uri="{FF2B5EF4-FFF2-40B4-BE49-F238E27FC236}">
                <a16:creationId xmlns:a16="http://schemas.microsoft.com/office/drawing/2014/main" id="{670E38B5-BB46-6801-B170-496504D1B9E3}"/>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C810DC55-90E5-32A0-7237-3A10A7B16970}"/>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Tree>
  </p:cSld>
</p:sldLayout>
</file>

<file path=ppt/slideLayouts/slideLayout84.xml><?xml version="1.0" encoding="utf-8"?>
<p:sldLayout xmlns:p="http://schemas.openxmlformats.org/presentationml/2006/main" preserve="1" userDrawn="1">
  <p:cSld name="Dark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3" name="Title 7">
            <a:extLst xmlns:a="http://schemas.openxmlformats.org/drawingml/2006/main">
              <a:ext uri="{FF2B5EF4-FFF2-40B4-BE49-F238E27FC236}">
                <a16:creationId xmlns:a16="http://schemas.microsoft.com/office/drawing/2014/main" id="{D02FABB3-C5FA-6642-90DB-5692722BDC16}"/>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8" name="Icon 1">
            <a:extLst xmlns:a="http://schemas.openxmlformats.org/drawingml/2006/main">
              <a:ext uri="{FF2B5EF4-FFF2-40B4-BE49-F238E27FC236}">
                <a16:creationId xmlns:a16="http://schemas.microsoft.com/office/drawing/2014/main" id="{D7B5CD21-4DD7-F936-8109-65AA2FAAABD3}"/>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Column 1 Header">
            <a:extLst xmlns:a="http://schemas.openxmlformats.org/drawingml/2006/main">
              <a:ext uri="{FF2B5EF4-FFF2-40B4-BE49-F238E27FC236}">
                <a16:creationId xmlns:a16="http://schemas.microsoft.com/office/drawing/2014/main" id="{10EEDB7A-9A85-DC86-94E9-0E2F22B43885}"/>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1" name="Column 1 body">
            <a:extLst xmlns:a="http://schemas.openxmlformats.org/drawingml/2006/main">
              <a:ext uri="{FF2B5EF4-FFF2-40B4-BE49-F238E27FC236}">
                <a16:creationId xmlns:a16="http://schemas.microsoft.com/office/drawing/2014/main" id="{02016CD8-41CD-C86E-0617-6004BF4F7960}"/>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2" name="Divider 1">
            <a:extLst xmlns:a="http://schemas.openxmlformats.org/drawingml/2006/main">
              <a:ext uri="{FF2B5EF4-FFF2-40B4-BE49-F238E27FC236}">
                <a16:creationId xmlns:a16="http://schemas.microsoft.com/office/drawing/2014/main" id="{4BD049BD-765C-4A2A-893C-1BF126FF5E1A}"/>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Icon 2">
            <a:extLst xmlns:a="http://schemas.openxmlformats.org/drawingml/2006/main">
              <a:ext uri="{FF2B5EF4-FFF2-40B4-BE49-F238E27FC236}">
                <a16:creationId xmlns:a16="http://schemas.microsoft.com/office/drawing/2014/main" id="{7A362649-C49E-B2E0-1EBB-6B4205DADC7B}"/>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6" name="Column 2 header">
            <a:extLst xmlns:a="http://schemas.openxmlformats.org/drawingml/2006/main">
              <a:ext uri="{FF2B5EF4-FFF2-40B4-BE49-F238E27FC236}">
                <a16:creationId xmlns:a16="http://schemas.microsoft.com/office/drawing/2014/main" id="{11DD71F6-9080-E444-6D28-1CA7EAA2CCF5}"/>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7" name="Column 2 body">
            <a:extLst xmlns:a="http://schemas.openxmlformats.org/drawingml/2006/main">
              <a:ext uri="{FF2B5EF4-FFF2-40B4-BE49-F238E27FC236}">
                <a16:creationId xmlns:a16="http://schemas.microsoft.com/office/drawing/2014/main" id="{8C5083C1-91B0-590A-D3D4-4F47F054BC4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8" name="Divider 2">
            <a:extLst xmlns:a="http://schemas.openxmlformats.org/drawingml/2006/main">
              <a:ext uri="{FF2B5EF4-FFF2-40B4-BE49-F238E27FC236}">
                <a16:creationId xmlns:a16="http://schemas.microsoft.com/office/drawing/2014/main" id="{F653C27C-8EB5-41D1-9BD3-31D063452C28}"/>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9" name="Icon 3">
            <a:extLst xmlns:a="http://schemas.openxmlformats.org/drawingml/2006/main">
              <a:ext uri="{FF2B5EF4-FFF2-40B4-BE49-F238E27FC236}">
                <a16:creationId xmlns:a16="http://schemas.microsoft.com/office/drawing/2014/main" id="{7EE9209C-55AF-784B-DB4D-42B6F5641729}"/>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0" name="Column 3 header">
            <a:extLst xmlns:a="http://schemas.openxmlformats.org/drawingml/2006/main">
              <a:ext uri="{FF2B5EF4-FFF2-40B4-BE49-F238E27FC236}">
                <a16:creationId xmlns:a16="http://schemas.microsoft.com/office/drawing/2014/main" id="{CC2AE930-51E3-48D8-9C76-AD88C016BFFF}"/>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1" name="Column 3 body">
            <a:extLst xmlns:a="http://schemas.openxmlformats.org/drawingml/2006/main">
              <a:ext uri="{FF2B5EF4-FFF2-40B4-BE49-F238E27FC236}">
                <a16:creationId xmlns:a16="http://schemas.microsoft.com/office/drawing/2014/main" id="{625601CC-C6AD-511C-CE3E-73A412076FBC}"/>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32" name="Divider 3">
            <a:extLst xmlns:a="http://schemas.openxmlformats.org/drawingml/2006/main">
              <a:ext uri="{FF2B5EF4-FFF2-40B4-BE49-F238E27FC236}">
                <a16:creationId xmlns:a16="http://schemas.microsoft.com/office/drawing/2014/main" id="{F8CF07D0-9933-47C1-A568-FF6DB93D4B9D}"/>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Icon 4">
            <a:extLst xmlns:a="http://schemas.openxmlformats.org/drawingml/2006/main">
              <a:ext uri="{FF2B5EF4-FFF2-40B4-BE49-F238E27FC236}">
                <a16:creationId xmlns:a16="http://schemas.microsoft.com/office/drawing/2014/main" id="{1D5109BD-DD12-1F75-C31F-D6C059B1A8E2}"/>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4" name="Column 4 header">
            <a:extLst xmlns:a="http://schemas.openxmlformats.org/drawingml/2006/main">
              <a:ext uri="{FF2B5EF4-FFF2-40B4-BE49-F238E27FC236}">
                <a16:creationId xmlns:a16="http://schemas.microsoft.com/office/drawing/2014/main" id="{E473564E-FA78-F033-3F28-5FD25256A1FE}"/>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5" name="Column 4 body">
            <a:extLst xmlns:a="http://schemas.openxmlformats.org/drawingml/2006/main">
              <a:ext uri="{FF2B5EF4-FFF2-40B4-BE49-F238E27FC236}">
                <a16:creationId xmlns:a16="http://schemas.microsoft.com/office/drawing/2014/main" id="{BDE27B49-6B98-F470-0364-79D3D53A8652}"/>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 name="Date Placeholder 1">
            <a:extLst xmlns:a="http://schemas.openxmlformats.org/drawingml/2006/main">
              <a:ext uri="{FF2B5EF4-FFF2-40B4-BE49-F238E27FC236}">
                <a16:creationId xmlns:a16="http://schemas.microsoft.com/office/drawing/2014/main" id="{F47FE990-B651-C3E7-8034-84F4271BB4CF}"/>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CC0667AA-D964-7DEA-B216-0851D801CFAB}"/>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Slide Number Placeholder 5">
            <a:extLst xmlns:a="http://schemas.openxmlformats.org/drawingml/2006/main">
              <a:ext uri="{FF2B5EF4-FFF2-40B4-BE49-F238E27FC236}">
                <a16:creationId xmlns:a16="http://schemas.microsoft.com/office/drawing/2014/main" id="{EDF8007B-6F90-BFD8-9495-D7278DE9E432}"/>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85.xml><?xml version="1.0" encoding="utf-8"?>
<p:sldLayout xmlns:p="http://schemas.openxmlformats.org/presentationml/2006/main" preserve="1" userDrawn="1">
  <p:cSld name="Dark - Blank">
    <p:bg>
      <p:bgRef idx="1001">
        <a:schemeClr xmlns:a="http://schemas.openxmlformats.org/drawingml/2006/main" val="bg2"/>
      </p:bgRef>
    </p:bg>
    <p:spTree>
      <p:nvGrpSpPr>
        <p:cNvPr id="1" name=""/>
        <p:cNvGrpSpPr/>
        <p:nvPr/>
      </p:nvGrpSpPr>
      <p:grpSpPr>
        <a:xfrm xmlns:a="http://schemas.openxmlformats.org/drawingml/2006/main"/>
      </p:grpSpPr>
      <p:sp>
        <p:nvSpPr>
          <p:cNvPr id="3" name="Slide Number Placeholder 7">
            <a:extLst xmlns:a="http://schemas.openxmlformats.org/drawingml/2006/main">
              <a:ext uri="{FF2B5EF4-FFF2-40B4-BE49-F238E27FC236}">
                <a16:creationId xmlns:a16="http://schemas.microsoft.com/office/drawing/2014/main" id="{B9BE1098-CB0B-6118-9F18-F82F79BCD072}"/>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8EF60680-0B89-E284-0AFC-7DCC64BF7750}"/>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033EE420-175F-A11D-96CB-D1ABB088F9CF}"/>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86.xml><?xml version="1.0" encoding="utf-8"?>
<p:sldLayout xmlns:p="http://schemas.openxmlformats.org/presentationml/2006/main" preserve="1" userDrawn="1">
  <p:cSld name="Light - Blank">
    <p:bg>
      <p:bgRef idx="1001">
        <a:schemeClr xmlns:a="http://schemas.openxmlformats.org/drawingml/2006/main" val="bg2"/>
      </p:bgRef>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986FB920-929F-CD50-52DB-2267C19E529C}"/>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8B934CA2-9189-BBDA-2D47-6B62E59B566E}"/>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5" name="Date Placeholder 3">
            <a:extLst xmlns:a="http://schemas.openxmlformats.org/drawingml/2006/main">
              <a:ext uri="{FF2B5EF4-FFF2-40B4-BE49-F238E27FC236}">
                <a16:creationId xmlns:a16="http://schemas.microsoft.com/office/drawing/2014/main" id="{1EB26826-CB7B-F2D0-E18C-8AA5414C58D7}"/>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87.xml><?xml version="1.0" encoding="utf-8"?>
<p:sldLayout xmlns:p="http://schemas.openxmlformats.org/presentationml/2006/main" preserve="1" userDrawn="1">
  <p:cSld name="Dark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3" name="Title 12">
            <a:extLst xmlns:a="http://schemas.openxmlformats.org/drawingml/2006/main">
              <a:ext uri="{FF2B5EF4-FFF2-40B4-BE49-F238E27FC236}">
                <a16:creationId xmlns:a16="http://schemas.microsoft.com/office/drawing/2014/main" id="{6B0DF820-DA27-4A53-F431-314E40C10345}"/>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5" name="Subtitle">
            <a:extLst xmlns:a="http://schemas.openxmlformats.org/drawingml/2006/main">
              <a:ext uri="{FF2B5EF4-FFF2-40B4-BE49-F238E27FC236}">
                <a16:creationId xmlns:a16="http://schemas.microsoft.com/office/drawing/2014/main" id="{72D292EF-93B3-0F2E-7BED-9B5FDD1F1B94}"/>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lvl="0">
              <a:buNone/>
            </a:pPr>
            <a:r>
              <a:t>Subtitle</a:t>
            </a:r>
          </a:p>
        </p:txBody>
      </p:sp>
      <p:sp>
        <p:nvSpPr>
          <p:cNvPr id="2" name="Slide Number Placeholder 7">
            <a:extLst xmlns:a="http://schemas.openxmlformats.org/drawingml/2006/main">
              <a:ext uri="{FF2B5EF4-FFF2-40B4-BE49-F238E27FC236}">
                <a16:creationId xmlns:a16="http://schemas.microsoft.com/office/drawing/2014/main" id="{E1B5D46F-65FA-89E8-E05A-6E937CA1C2E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Footer Placeholder 6">
            <a:extLst xmlns:a="http://schemas.openxmlformats.org/drawingml/2006/main">
              <a:ext uri="{FF2B5EF4-FFF2-40B4-BE49-F238E27FC236}">
                <a16:creationId xmlns:a16="http://schemas.microsoft.com/office/drawing/2014/main" id="{4D9122D4-F69F-A7AA-EEA8-7C5565E7647C}"/>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CA222E66-0FD4-1E10-21D6-748A24D406C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Straight Connector 8">
            <a:extLst xmlns:a="http://schemas.openxmlformats.org/drawingml/2006/main">
              <a:ext uri="{FF2B5EF4-FFF2-40B4-BE49-F238E27FC236}">
                <a16:creationId xmlns:a16="http://schemas.microsoft.com/office/drawing/2014/main" id="{F089CFBE-6828-449C-9F3A-59110550522D}"/>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270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88.xml><?xml version="1.0" encoding="utf-8"?>
<p:sldLayout xmlns:p="http://schemas.openxmlformats.org/presentationml/2006/main" preserve="1" userDrawn="1">
  <p:cSld name="Light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9" name="Title 12">
            <a:extLst xmlns:a="http://schemas.openxmlformats.org/drawingml/2006/main">
              <a:ext uri="{FF2B5EF4-FFF2-40B4-BE49-F238E27FC236}">
                <a16:creationId xmlns:a16="http://schemas.microsoft.com/office/drawing/2014/main" id="{C2D0AE67-1167-2B52-146F-5E0AA0D86441}"/>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8" name="Subtitle">
            <a:extLst xmlns:a="http://schemas.openxmlformats.org/drawingml/2006/main">
              <a:ext uri="{FF2B5EF4-FFF2-40B4-BE49-F238E27FC236}">
                <a16:creationId xmlns:a16="http://schemas.microsoft.com/office/drawing/2014/main" id="{C8ADFC4F-C961-366D-5252-9B4CC4102CB3}"/>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lvl="0">
              <a:buNone/>
            </a:pPr>
            <a:r>
              <a:t>Subtitle</a:t>
            </a:r>
          </a:p>
        </p:txBody>
      </p:sp>
      <p:sp>
        <p:nvSpPr>
          <p:cNvPr id="4" name="Straight Connector 3">
            <a:extLst xmlns:a="http://schemas.openxmlformats.org/drawingml/2006/main">
              <a:ext uri="{FF2B5EF4-FFF2-40B4-BE49-F238E27FC236}">
                <a16:creationId xmlns:a16="http://schemas.microsoft.com/office/drawing/2014/main" id="{FEA860D4-2E23-486C-83A6-8472EE3A4872}"/>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905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Slide Number Placeholder 5">
            <a:extLst xmlns:a="http://schemas.openxmlformats.org/drawingml/2006/main">
              <a:ext uri="{FF2B5EF4-FFF2-40B4-BE49-F238E27FC236}">
                <a16:creationId xmlns:a16="http://schemas.microsoft.com/office/drawing/2014/main" id="{FDA8E918-B2CE-9B3B-6306-4B5A17E9A43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3C072B30-0FE5-8289-77F0-1D24085A4EF2}"/>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B54B9E9C-E71A-D85E-B49A-0603C0A1552B}"/>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89.xml><?xml version="1.0" encoding="utf-8"?>
<p:sldLayout xmlns:p="http://schemas.openxmlformats.org/presentationml/2006/main" preserve="1" userDrawn="1">
  <p:cSld name="Photo Collage + Content Dark">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2" name="Slide Number Placeholder 5">
            <a:extLst xmlns:a="http://schemas.openxmlformats.org/drawingml/2006/main">
              <a:ext uri="{FF2B5EF4-FFF2-40B4-BE49-F238E27FC236}">
                <a16:creationId xmlns:a16="http://schemas.microsoft.com/office/drawing/2014/main" id="{FBD94B30-BCEE-59B6-7AE0-7786317741C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D39C8B0E-97D7-991C-2025-14272B07B525}"/>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2" name="Date Placeholder 3">
            <a:extLst xmlns:a="http://schemas.openxmlformats.org/drawingml/2006/main">
              <a:ext uri="{FF2B5EF4-FFF2-40B4-BE49-F238E27FC236}">
                <a16:creationId xmlns:a16="http://schemas.microsoft.com/office/drawing/2014/main" id="{CB7D4F94-59C8-86AE-466F-98696039DFD2}"/>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90.xml><?xml version="1.0" encoding="utf-8"?>
<p:sldLayout xmlns:p="http://schemas.openxmlformats.org/presentationml/2006/main" preserve="1" userDrawn="1">
  <p:cSld name="Photo Collage + Content Light">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2" name="Slide Number Placeholder 5">
            <a:extLst xmlns:a="http://schemas.openxmlformats.org/drawingml/2006/main">
              <a:ext uri="{FF2B5EF4-FFF2-40B4-BE49-F238E27FC236}">
                <a16:creationId xmlns:a16="http://schemas.microsoft.com/office/drawing/2014/main" id="{FBD94B30-BCEE-59B6-7AE0-7786317741C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D39C8B0E-97D7-991C-2025-14272B07B525}"/>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2" name="Date Placeholder 3">
            <a:extLst xmlns:a="http://schemas.openxmlformats.org/drawingml/2006/main">
              <a:ext uri="{FF2B5EF4-FFF2-40B4-BE49-F238E27FC236}">
                <a16:creationId xmlns:a16="http://schemas.microsoft.com/office/drawing/2014/main" id="{CB7D4F94-59C8-86AE-466F-98696039DFD2}"/>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1.xml><?xml version="1.0" encoding="utf-8"?>
<p:sldLayout xmlns:p="http://schemas.openxmlformats.org/presentationml/2006/main" preserve="1" userDrawn="1">
  <p:cSld name="PHOTO_Full Slide">
    <p:bg>
      <p:bgRef idx="1001">
        <a:schemeClr xmlns:a="http://schemas.openxmlformats.org/drawingml/2006/main" val="bg2"/>
      </p:bgRef>
    </p:bg>
    <p:spTree>
      <p:nvGrpSpPr>
        <p:cNvPr id="1" name=""/>
        <p:cNvGrpSpPr/>
        <p:nvPr/>
      </p:nvGrpSpPr>
      <p:grpSpPr>
        <a:xfrm xmlns:a="http://schemas.openxmlformats.org/drawingml/2006/main"/>
      </p:grpSpPr>
      <p:sp>
        <p:nvSpPr>
          <p:cNvPr id="5" name="Slide Number Placeholder 7" hidden="1">
            <a:extLst xmlns:a="http://schemas.openxmlformats.org/drawingml/2006/main">
              <a:ext uri="{FF2B5EF4-FFF2-40B4-BE49-F238E27FC236}">
                <a16:creationId xmlns:a16="http://schemas.microsoft.com/office/drawing/2014/main" id="{B0BD77A1-77CB-B876-21BC-3E357707FB00}"/>
              </a:ext>
            </a:extLst>
          </p:cNvPr>
          <p:cNvSpPr>
            <a:spLocks xmlns:a="http://schemas.openxmlformats.org/drawingml/2006/main" noGrp="1"/>
          </p:cNvSpPr>
          <p:nvPr>
            <p:ph type="sldNum" idx="17"/>
          </p:nvPr>
        </p:nvSpPr>
        <p:spPr>
          <a:xfrm xmlns:a="http://schemas.openxmlformats.org/drawingml/2006/main">
            <a:off x="762000" y="6428637"/>
            <a:ext cx="365760" cy="36576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345D60D9-5372-5F40-9443-0F9AE5BDC3C8}" type="slidenum">
              <a:t>‹#›</a:t>
            </a:fld>
          </a:p>
        </p:txBody>
      </p:sp>
      <p:sp>
        <p:nvSpPr>
          <p:cNvPr id="7" name="Footer Placeholder 6" hidden="1">
            <a:extLst xmlns:a="http://schemas.openxmlformats.org/drawingml/2006/main">
              <a:ext uri="{FF2B5EF4-FFF2-40B4-BE49-F238E27FC236}">
                <a16:creationId xmlns:a16="http://schemas.microsoft.com/office/drawing/2014/main" id="{361D4689-E747-22B9-8A23-5E8372B62E14}"/>
              </a:ext>
            </a:extLst>
          </p:cNvPr>
          <p:cNvSpPr>
            <a:spLocks xmlns:a="http://schemas.openxmlformats.org/drawingml/2006/main" noGrp="1"/>
          </p:cNvSpPr>
          <p:nvPr>
            <p:ph type="ftr" idx="16"/>
          </p:nvPr>
        </p:nvSpPr>
        <p:spPr>
          <a:xfrm xmlns:a="http://schemas.openxmlformats.org/drawingml/2006/main">
            <a:off x="1127760" y="6428955"/>
            <a:ext cx="5233748"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2" name="Picture Placeholder 1">
            <a:extLst xmlns:a="http://schemas.openxmlformats.org/drawingml/2006/main">
              <a:ext uri="{FF2B5EF4-FFF2-40B4-BE49-F238E27FC236}">
                <a16:creationId xmlns:a16="http://schemas.microsoft.com/office/drawing/2014/main" id="{5170667F-B06C-96EB-B8A5-00675DC62804}"/>
              </a:ext>
            </a:extLst>
          </p:cNvPr>
          <p:cNvSpPr>
            <a:spLocks xmlns:a="http://schemas.openxmlformats.org/drawingml/2006/main" noGrp="1"/>
          </p:cNvSpPr>
          <p:nvPr>
            <p:ph type="pic" idx="13" hasCustomPrompt="1"/>
          </p:nvPr>
        </p:nvSpPr>
        <p:spPr>
          <a:xfrm xmlns:a="http://schemas.openxmlformats.org/drawingml/2006/main">
            <a:off x="0" y="0"/>
            <a:ext cx="12192000" cy="6858000"/>
          </a:xfrm>
        </p:spPr>
        <p:txBody>
          <a:bodyPr xmlns:a="http://schemas.openxmlformats.org/drawingml/2006/main" anchor="ctr"/>
          <a:lstStyle xmlns:a="http://schemas.openxmlformats.org/drawingml/2006/main">
            <a:lvl1pPr algn="ctr">
              <a:buNone/>
              <a:defRPr/>
            </a:lvl1pPr>
          </a:lstStyle>
          <a:p xmlns:a="http://schemas.openxmlformats.org/drawingml/2006/main">
            <a:pPr marL="0" marR="0" lvl="0" indent="0" algn="ctr" defTabSz="914400">
              <a:lnSpc>
                <a:spcPct val="95000"/>
              </a:lnSpc>
              <a:spcBef>
                <a:spcPts val="600"/>
              </a:spcBef>
              <a:spcAft>
                <a:spcPts val="0"/>
              </a:spcAft>
              <a:buClrTx/>
              <a:buSzTx/>
              <a:buFont typeface="System Font Regular"/>
              <a:buNone/>
            </a:pPr>
            <a:r>
              <a:t>Click to add photo or illustration</a:t>
            </a:r>
          </a:p>
          <a:p xmlns:a="http://schemas.openxmlformats.org/drawingml/2006/main"/>
          <a:p xmlns:a="http://schemas.openxmlformats.org/drawingml/2006/main"/>
        </p:txBody>
      </p:sp>
    </p:spTree>
  </p:cSld>
</p:sldLayout>
</file>

<file path=ppt/slideLayouts/slideLayout92.xml><?xml version="1.0" encoding="utf-8"?>
<p:sldLayout xmlns:p="http://schemas.openxmlformats.org/presentationml/2006/main" preserve="1" userDrawn="1">
  <p:cSld name="Dark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A536DA1B-D096-01B8-6B79-C6DBB456A7CA}"/>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6" name="Picture Placeholder 12">
            <a:extLst xmlns:a="http://schemas.openxmlformats.org/drawingml/2006/main">
              <a:ext uri="{FF2B5EF4-FFF2-40B4-BE49-F238E27FC236}">
                <a16:creationId xmlns:a16="http://schemas.microsoft.com/office/drawing/2014/main" id="{5C4A9BEF-054B-38A2-DDC6-DD7D3B185912}"/>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lvl="0" algn="ctr">
              <a:buNone/>
            </a:pPr>
            <a:r>
              <a:t>Click to add photo or illustration</a:t>
            </a:r>
          </a:p>
          <a:p xmlns:a="http://schemas.openxmlformats.org/drawingml/2006/main">
            <a:pPr lvl="0" algn="ctr">
              <a:buNone/>
            </a:pPr>
          </a:p>
          <a:p xmlns:a="http://schemas.openxmlformats.org/drawingml/2006/main">
            <a:pPr lvl="0" algn="ctr">
              <a:buNone/>
            </a:pPr>
          </a:p>
        </p:txBody>
      </p:sp>
      <p:sp>
        <p:nvSpPr>
          <p:cNvPr id="4" name="Text Placeholder 5">
            <a:extLst xmlns:a="http://schemas.openxmlformats.org/drawingml/2006/main">
              <a:ext uri="{FF2B5EF4-FFF2-40B4-BE49-F238E27FC236}">
                <a16:creationId xmlns:a16="http://schemas.microsoft.com/office/drawing/2014/main" id="{5359DD48-7CB8-3699-CA89-9D72DAA6B0BF}"/>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9" name="Picture Placeholder 12">
            <a:extLst xmlns:a="http://schemas.openxmlformats.org/drawingml/2006/main">
              <a:ext uri="{FF2B5EF4-FFF2-40B4-BE49-F238E27FC236}">
                <a16:creationId xmlns:a16="http://schemas.microsoft.com/office/drawing/2014/main" id="{32FA574C-02E7-4456-3CFF-3AD988229D69}"/>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lvl="0" algn="ctr">
              <a:buNone/>
            </a:pPr>
            <a:r>
              <a:t>Click to add photo or illustration</a:t>
            </a:r>
          </a:p>
          <a:p xmlns:a="http://schemas.openxmlformats.org/drawingml/2006/main">
            <a:pPr lvl="0" algn="ctr">
              <a:buNone/>
            </a:pPr>
          </a:p>
          <a:p xmlns:a="http://schemas.openxmlformats.org/drawingml/2006/main">
            <a:pPr lvl="0" algn="ctr">
              <a:buNone/>
            </a:pPr>
          </a:p>
          <a:p xmlns:a="http://schemas.openxmlformats.org/drawingml/2006/main">
            <a:pPr lvl="0" algn="ctr">
              <a:buNone/>
            </a:pPr>
          </a:p>
        </p:txBody>
      </p:sp>
      <p:sp>
        <p:nvSpPr>
          <p:cNvPr id="5" name="Text Placeholder 7">
            <a:extLst xmlns:a="http://schemas.openxmlformats.org/drawingml/2006/main">
              <a:ext uri="{FF2B5EF4-FFF2-40B4-BE49-F238E27FC236}">
                <a16:creationId xmlns:a16="http://schemas.microsoft.com/office/drawing/2014/main" id="{346E39F9-D43F-04FC-3023-F53553A4056D}"/>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8" name="Slide Number Placeholder 7">
            <a:extLst xmlns:a="http://schemas.openxmlformats.org/drawingml/2006/main">
              <a:ext uri="{FF2B5EF4-FFF2-40B4-BE49-F238E27FC236}">
                <a16:creationId xmlns:a16="http://schemas.microsoft.com/office/drawing/2014/main" id="{3C49485D-F762-1381-7479-D37FDB46F38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0" name="Footer Placeholder 6">
            <a:extLst xmlns:a="http://schemas.openxmlformats.org/drawingml/2006/main">
              <a:ext uri="{FF2B5EF4-FFF2-40B4-BE49-F238E27FC236}">
                <a16:creationId xmlns:a16="http://schemas.microsoft.com/office/drawing/2014/main" id="{844C26A1-8F6A-0142-2190-64BD165AA6D8}"/>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Date Placeholder 4">
            <a:extLst xmlns:a="http://schemas.openxmlformats.org/drawingml/2006/main">
              <a:ext uri="{FF2B5EF4-FFF2-40B4-BE49-F238E27FC236}">
                <a16:creationId xmlns:a16="http://schemas.microsoft.com/office/drawing/2014/main" id="{2699964F-7EAE-A02B-DAAA-5083B3377FE4}"/>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93.xml><?xml version="1.0" encoding="utf-8"?>
<p:sldLayout xmlns:p="http://schemas.openxmlformats.org/presentationml/2006/main" preserve="1" userDrawn="1">
  <p:cSld name="Light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CFD4E609-9037-8285-A36E-039E71F8B03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Picture Placeholder 12">
            <a:extLst xmlns:a="http://schemas.openxmlformats.org/drawingml/2006/main">
              <a:ext uri="{FF2B5EF4-FFF2-40B4-BE49-F238E27FC236}">
                <a16:creationId xmlns:a16="http://schemas.microsoft.com/office/drawing/2014/main" id="{90ACCFB3-5B0B-D6E2-D2BA-F70E9C22E3F7}"/>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8" name="Text Placeholder 5">
            <a:extLst xmlns:a="http://schemas.openxmlformats.org/drawingml/2006/main">
              <a:ext uri="{FF2B5EF4-FFF2-40B4-BE49-F238E27FC236}">
                <a16:creationId xmlns:a16="http://schemas.microsoft.com/office/drawing/2014/main" id="{AE8171D6-A364-A377-FFE9-3F53F16263EA}"/>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13" name="Picture Placeholder 12">
            <a:extLst xmlns:a="http://schemas.openxmlformats.org/drawingml/2006/main">
              <a:ext uri="{FF2B5EF4-FFF2-40B4-BE49-F238E27FC236}">
                <a16:creationId xmlns:a16="http://schemas.microsoft.com/office/drawing/2014/main" id="{AE9BE660-418D-B00B-4919-F18A26E7CECF}"/>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1" name="Text Placeholder 7">
            <a:extLst xmlns:a="http://schemas.openxmlformats.org/drawingml/2006/main">
              <a:ext uri="{FF2B5EF4-FFF2-40B4-BE49-F238E27FC236}">
                <a16:creationId xmlns:a16="http://schemas.microsoft.com/office/drawing/2014/main" id="{79E2D9AD-B603-1F6B-F5F3-92A71334B474}"/>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4" name="Slide Number Placeholder 5">
            <a:extLst xmlns:a="http://schemas.openxmlformats.org/drawingml/2006/main">
              <a:ext uri="{FF2B5EF4-FFF2-40B4-BE49-F238E27FC236}">
                <a16:creationId xmlns:a16="http://schemas.microsoft.com/office/drawing/2014/main" id="{7567E54F-7B19-8851-B67D-202FB9AC1D6A}"/>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A1778B27-DEA8-9A30-4AED-960974FB3EBC}"/>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333856E5-8C5E-2CF5-6E7E-97C9C55734DC}"/>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4.xml><?xml version="1.0" encoding="utf-8"?>
<p:sldLayout xmlns:p="http://schemas.openxmlformats.org/presentationml/2006/main" preserve="1" userDrawn="1">
  <p:cSld name="Dark - Bold Statement with Photo half">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0" name="Date Placeholder 9">
            <a:extLst xmlns:a="http://schemas.openxmlformats.org/drawingml/2006/main">
              <a:ext uri="{FF2B5EF4-FFF2-40B4-BE49-F238E27FC236}">
                <a16:creationId xmlns:a16="http://schemas.microsoft.com/office/drawing/2014/main" id="{CFB698A3-54A9-FB17-B2D4-7F20F0A79C40}"/>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1" name="Footer Placeholder 10">
            <a:extLst xmlns:a="http://schemas.openxmlformats.org/drawingml/2006/main">
              <a:ext uri="{FF2B5EF4-FFF2-40B4-BE49-F238E27FC236}">
                <a16:creationId xmlns:a16="http://schemas.microsoft.com/office/drawing/2014/main" id="{E8BE4CB4-E754-6D7A-B9E5-FD0C6A6204BF}"/>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2" name="Slide Number Placeholder 11">
            <a:extLst xmlns:a="http://schemas.openxmlformats.org/drawingml/2006/main">
              <a:ext uri="{FF2B5EF4-FFF2-40B4-BE49-F238E27FC236}">
                <a16:creationId xmlns:a16="http://schemas.microsoft.com/office/drawing/2014/main" id="{17986784-5975-D9F1-203A-0BD838E5E21F}"/>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95.xml><?xml version="1.0" encoding="utf-8"?>
<p:sldLayout xmlns:p="http://schemas.openxmlformats.org/presentationml/2006/main" preserve="1" userDrawn="1">
  <p:cSld name="Light - Bold Statement with Photo half">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6.xml><?xml version="1.0" encoding="utf-8"?>
<p:sldLayout xmlns:p="http://schemas.openxmlformats.org/presentationml/2006/main" preserve="1" userDrawn="1">
  <p:cSld name="Dark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p>
        </p:txBody>
      </p:sp>
      <p:sp>
        <p:nvSpPr>
          <p:cNvPr id="6" name="Slide Number Placeholder 5">
            <a:extLst xmlns:a="http://schemas.openxmlformats.org/drawingml/2006/main">
              <a:ext uri="{FF2B5EF4-FFF2-40B4-BE49-F238E27FC236}">
                <a16:creationId xmlns:a16="http://schemas.microsoft.com/office/drawing/2014/main" id="{957B489F-6C53-0670-3CA3-C344A6796DB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4" name="Footer Placeholder 4">
            <a:extLst xmlns:a="http://schemas.openxmlformats.org/drawingml/2006/main">
              <a:ext uri="{FF2B5EF4-FFF2-40B4-BE49-F238E27FC236}">
                <a16:creationId xmlns:a16="http://schemas.microsoft.com/office/drawing/2014/main" id="{73C65335-0F11-C316-1B11-B923DAF34CA7}"/>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Date Placeholder 3">
            <a:extLst xmlns:a="http://schemas.openxmlformats.org/drawingml/2006/main">
              <a:ext uri="{FF2B5EF4-FFF2-40B4-BE49-F238E27FC236}">
                <a16:creationId xmlns:a16="http://schemas.microsoft.com/office/drawing/2014/main" id="{249F2E88-1C3B-E905-DE13-29B4AD6670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22" name="Picture 4"/>
          <p:cNvPicPr>
            <a:picLocks xmlns:a="http://schemas.openxmlformats.org/drawingml/2006/main" noChangeAspect="1"/>
          </p:cNvPicPr>
          <p:nvPr/>
        </p:nvPicPr>
        <p:blipFill>
          <a:blip xmlns:r="http://schemas.openxmlformats.org/officeDocument/2006/relationships" xmlns:a="http://schemas.openxmlformats.org/drawingml/2006/main" r:embed="R9b1d5a434d644d55"/>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7" name="Picture Placeholder 21">
            <a:extLst xmlns:a="http://schemas.openxmlformats.org/drawingml/2006/main">
              <a:ext uri="{FF2B5EF4-FFF2-40B4-BE49-F238E27FC236}">
                <a16:creationId xmlns:a16="http://schemas.microsoft.com/office/drawing/2014/main" id="{4A787595-7363-9A8E-E513-2117DE88759B}"/>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p xmlns:a="http://schemas.openxmlformats.org/drawingml/2006/main"/>
        </p:txBody>
      </p:sp>
    </p:spTree>
  </p:cSld>
</p:sldLayout>
</file>

<file path=ppt/slideLayouts/slideLayout97.xml><?xml version="1.0" encoding="utf-8"?>
<p:sldLayout xmlns:p="http://schemas.openxmlformats.org/presentationml/2006/main" preserve="1" userDrawn="1">
  <p:cSld name="Light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p>
        </p:txBody>
      </p:sp>
      <p:pic>
        <p:nvPicPr>
          <p:cNvPr id="17" name="Picture 10"/>
          <p:cNvPicPr>
            <a:picLocks xmlns:a="http://schemas.openxmlformats.org/drawingml/2006/main" noChangeAspect="1"/>
          </p:cNvPicPr>
          <p:nvPr/>
        </p:nvPicPr>
        <p:blipFill>
          <a:blip xmlns:r="http://schemas.openxmlformats.org/officeDocument/2006/relationships" xmlns:a="http://schemas.openxmlformats.org/drawingml/2006/main" r:embed="Rd88530c1aa774bc1"/>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13" name="Picture Placeholder 21">
            <a:extLst xmlns:a="http://schemas.openxmlformats.org/drawingml/2006/main">
              <a:ext uri="{FF2B5EF4-FFF2-40B4-BE49-F238E27FC236}">
                <a16:creationId xmlns:a16="http://schemas.microsoft.com/office/drawing/2014/main" id="{A6B73051-9D1F-22B3-EB86-F2801CD8E323}"/>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8.xml><?xml version="1.0" encoding="utf-8"?>
<p:sldLayout xmlns:p="http://schemas.openxmlformats.org/presentationml/2006/main" userDrawn="1">
  <p:cSld name="Light - Story with quote, and image">
    <p:bg>
      <p:bgRef idx="1001">
        <a:schemeClr xmlns:a="http://schemas.openxmlformats.org/drawingml/2006/main" val="bg2"/>
      </p:bgRef>
    </p:bg>
    <p:spTree>
      <p:nvGrpSpPr>
        <p:cNvPr id="1" name=""/>
        <p:cNvGrpSpPr/>
        <p:nvPr/>
      </p:nvGrpSpPr>
      <p:grpSpPr>
        <a:xfrm xmlns:a="http://schemas.openxmlformats.org/drawingml/2006/main"/>
      </p:grpSpPr>
      <p:sp>
        <p:nvSpPr>
          <p:cNvPr id="43" name="Title 1">
            <a:extLst xmlns:a="http://schemas.openxmlformats.org/drawingml/2006/main">
              <a:ext uri="{FF2B5EF4-FFF2-40B4-BE49-F238E27FC236}">
                <a16:creationId xmlns:a16="http://schemas.microsoft.com/office/drawing/2014/main" id="{74151B34-23FE-44F5-A716-0730CC7BA85D}"/>
              </a:ext>
            </a:extLst>
          </p:cNvPr>
          <p:cNvSpPr>
            <a:spLocks xmlns:a="http://schemas.openxmlformats.org/drawingml/2006/main" noGrp="1"/>
          </p:cNvSpPr>
          <p:nvPr>
            <p:ph type="title" idx="0" hasCustomPrompt="1"/>
          </p:nvPr>
        </p:nvSpPr>
        <p:spPr>
          <a:xfrm xmlns:a="http://schemas.openxmlformats.org/drawingml/2006/main">
            <a:off x="762000" y="1274060"/>
            <a:ext cx="4744029" cy="822960"/>
          </a:xfrm>
        </p:spPr>
        <p:txBody>
          <a:bodyPr xmlns:a="http://schemas.openxmlformats.org/drawingml/2006/main"/>
          <a:lstStyle xmlns:a="http://schemas.openxmlformats.org/drawingml/2006/main">
            <a:lvl1pPr>
              <a:buNone/>
              <a:defRPr>
                <a:solidFill>
                  <a:schemeClr val="tx1"/>
                </a:solidFill>
                <a:latin typeface="+mn-lt"/>
                <a:ea typeface="+mn-lt"/>
                <a:cs typeface="+mn-lt"/>
              </a:defRPr>
            </a:lvl1pPr>
          </a:lstStyle>
          <a:p xmlns:a="http://schemas.openxmlformats.org/drawingml/2006/main">
            <a:r>
              <a:t>Click to edit title text styles</a:t>
            </a:r>
          </a:p>
        </p:txBody>
      </p:sp>
      <p:sp>
        <p:nvSpPr>
          <p:cNvPr id="2" name="Rectangle 1">
            <a:extLst xmlns:a="http://schemas.openxmlformats.org/drawingml/2006/main">
              <a:ext uri="{FF2B5EF4-FFF2-40B4-BE49-F238E27FC236}">
                <a16:creationId xmlns:a16="http://schemas.microsoft.com/office/drawing/2014/main" id="{848688E9-F02D-F34B-A466-BC7C5A6028DB}"/>
              </a:ext>
            </a:extLst>
          </p:cNvPr>
          <p:cNvSpPr>
            <a:spLocks xmlns:a="http://schemas.openxmlformats.org/drawingml/2006/main" noGrp="1"/>
          </p:cNvSpPr>
          <p:nvPr/>
        </p:nvSpPr>
        <p:spPr>
          <a:xfrm xmlns:a="http://schemas.openxmlformats.org/drawingml/2006/main">
            <a:off x="6096000" y="3429000"/>
            <a:ext cx="6096000" cy="3429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Content Placeholder 7">
            <a:extLst xmlns:a="http://schemas.openxmlformats.org/drawingml/2006/main">
              <a:ext uri="{FF2B5EF4-FFF2-40B4-BE49-F238E27FC236}">
                <a16:creationId xmlns:a16="http://schemas.microsoft.com/office/drawing/2014/main" id="{167FC9A2-EA1C-47AA-8CD1-519F2B2BA1D5}"/>
              </a:ext>
            </a:extLst>
          </p:cNvPr>
          <p:cNvSpPr>
            <a:spLocks xmlns:a="http://schemas.openxmlformats.org/drawingml/2006/main" noGrp="1"/>
          </p:cNvSpPr>
          <p:nvPr>
            <p:ph idx="28" hasCustomPrompt="1"/>
          </p:nvPr>
        </p:nvSpPr>
        <p:spPr>
          <a:xfrm xmlns:a="http://schemas.openxmlformats.org/drawingml/2006/main">
            <a:off x="761999" y="178676"/>
            <a:ext cx="2504420" cy="819258"/>
          </a:xfrm>
        </p:spPr>
        <p:txBody>
          <a:bodyPr xmlns:a="http://schemas.openxmlformats.org/drawingml/2006/main"/>
          <a:lstStyle xmlns:a="http://schemas.openxmlformats.org/drawingml/2006/main">
            <a:lvl1pPr>
              <a:buNone/>
              <a:defRPr sz="800">
                <a:latin typeface="Oracle Sans Light"/>
                <a:ea typeface="Oracle Sans Light"/>
                <a:cs typeface="Oracle Sans Light"/>
              </a:defRPr>
            </a:lvl1pPr>
          </a:lstStyle>
          <a:p xmlns:a="http://schemas.openxmlformats.org/drawingml/2006/main">
            <a:pPr lvl="0">
              <a:buNone/>
            </a:pPr>
            <a:r>
              <a:t>Click to insert partner logo</a:t>
            </a:r>
          </a:p>
        </p:txBody>
      </p:sp>
      <p:sp>
        <p:nvSpPr>
          <p:cNvPr id="23" name="Text Placeholder 3">
            <a:extLst xmlns:a="http://schemas.openxmlformats.org/drawingml/2006/main">
              <a:ext uri="{FF2B5EF4-FFF2-40B4-BE49-F238E27FC236}">
                <a16:creationId xmlns:a16="http://schemas.microsoft.com/office/drawing/2014/main" id="{B544B384-379B-D246-825E-82D80E47CA83}"/>
              </a:ext>
            </a:extLst>
          </p:cNvPr>
          <p:cNvSpPr>
            <a:spLocks xmlns:a="http://schemas.openxmlformats.org/drawingml/2006/main" noGrp="1"/>
          </p:cNvSpPr>
          <p:nvPr>
            <p:ph type="body" idx="20" hasCustomPrompt="1"/>
          </p:nvPr>
        </p:nvSpPr>
        <p:spPr>
          <a:xfrm xmlns:a="http://schemas.openxmlformats.org/drawingml/2006/main">
            <a:off x="6781820" y="3870511"/>
            <a:ext cx="4838705" cy="1358116"/>
          </a:xfrm>
        </p:spPr>
        <p:txBody>
          <a:bodyPr xmlns:a="http://schemas.openxmlformats.org/drawingml/2006/main"/>
          <a:lstStyle xmlns:a="http://schemas.openxmlformats.org/drawingml/2006/main">
            <a:lvl1pPr>
              <a:buNone/>
              <a:defRPr sz="1800">
                <a:solidFill>
                  <a:schemeClr val="tx1"/>
                </a:solidFill>
                <a:latin typeface="Georgia"/>
                <a:ea typeface="Georgia"/>
                <a:cs typeface="Georgia"/>
              </a:defRPr>
            </a:lvl1pPr>
          </a:lstStyle>
          <a:p xmlns:a="http://schemas.openxmlformats.org/drawingml/2006/main">
            <a:pPr lvl="0">
              <a:buNone/>
            </a:pPr>
            <a:r>
              <a:t>“Quote goes up here.</a:t>
            </a:r>
            <a:r>
              <a:t> 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Ut </a:t>
            </a:r>
            <a:r>
              <a:t>enim</a:t>
            </a:r>
            <a:r>
              <a:t> ad minim </a:t>
            </a:r>
            <a:r>
              <a:t>veniam</a:t>
            </a:r>
            <a:r>
              <a:t>, </a:t>
            </a:r>
            <a:r>
              <a:t>quis</a:t>
            </a:r>
            <a:r>
              <a:t> </a:t>
            </a:r>
            <a:r>
              <a:t>nostrud</a:t>
            </a:r>
            <a:r>
              <a:t> exercitation </a:t>
            </a:r>
            <a:r>
              <a:t>ullamco</a:t>
            </a:r>
            <a:r>
              <a:t>.”</a:t>
            </a:r>
          </a:p>
        </p:txBody>
      </p:sp>
      <p:sp>
        <p:nvSpPr>
          <p:cNvPr id="18" name="Text Placeholder 3">
            <a:extLst xmlns:a="http://schemas.openxmlformats.org/drawingml/2006/main">
              <a:ext uri="{FF2B5EF4-FFF2-40B4-BE49-F238E27FC236}">
                <a16:creationId xmlns:a16="http://schemas.microsoft.com/office/drawing/2014/main" id="{124E7EE1-1F21-A94B-BD4C-80D5579EA0D8}"/>
              </a:ext>
            </a:extLst>
          </p:cNvPr>
          <p:cNvSpPr>
            <a:spLocks xmlns:a="http://schemas.openxmlformats.org/drawingml/2006/main" noGrp="1"/>
          </p:cNvSpPr>
          <p:nvPr>
            <p:ph type="body" idx="21" hasCustomPrompt="1"/>
          </p:nvPr>
        </p:nvSpPr>
        <p:spPr>
          <a:xfrm xmlns:a="http://schemas.openxmlformats.org/drawingml/2006/main">
            <a:off x="6781820" y="5608955"/>
            <a:ext cx="4838705" cy="269769"/>
          </a:xfrm>
        </p:spPr>
        <p:txBody>
          <a:bodyPr xmlns:a="http://schemas.openxmlformats.org/drawingml/2006/main" anchor="ctr"/>
          <a:lstStyle xmlns:a="http://schemas.openxmlformats.org/drawingml/2006/main">
            <a:lvl1pPr>
              <a:buNone/>
              <a:defRPr sz="1200" b="1" i="0">
                <a:solidFill>
                  <a:schemeClr val="tx1"/>
                </a:solidFill>
                <a:latin typeface="Oracle Sans"/>
                <a:ea typeface="Oracle Sans"/>
                <a:cs typeface="Oracle Sans"/>
              </a:defRPr>
            </a:lvl1pPr>
          </a:lstStyle>
          <a:p xmlns:a="http://schemas.openxmlformats.org/drawingml/2006/main">
            <a:pPr lvl="0">
              <a:buNone/>
            </a:pPr>
            <a:r>
              <a:t>Person name</a:t>
            </a:r>
          </a:p>
        </p:txBody>
      </p:sp>
      <p:sp>
        <p:nvSpPr>
          <p:cNvPr id="19" name="Text Placeholder 3">
            <a:extLst xmlns:a="http://schemas.openxmlformats.org/drawingml/2006/main">
              <a:ext uri="{FF2B5EF4-FFF2-40B4-BE49-F238E27FC236}">
                <a16:creationId xmlns:a16="http://schemas.microsoft.com/office/drawing/2014/main" id="{EECEA0F4-62BE-D045-9B17-E8A1B43697E5}"/>
              </a:ext>
            </a:extLst>
          </p:cNvPr>
          <p:cNvSpPr>
            <a:spLocks xmlns:a="http://schemas.openxmlformats.org/drawingml/2006/main" noGrp="1"/>
          </p:cNvSpPr>
          <p:nvPr>
            <p:ph type="body" idx="22" hasCustomPrompt="1"/>
          </p:nvPr>
        </p:nvSpPr>
        <p:spPr>
          <a:xfrm xmlns:a="http://schemas.openxmlformats.org/drawingml/2006/main">
            <a:off x="6781819" y="5938133"/>
            <a:ext cx="4838705" cy="269769"/>
          </a:xfrm>
        </p:spPr>
        <p:txBody>
          <a:bodyPr xmlns:a="http://schemas.openxmlformats.org/drawingml/2006/main" anchor="ctr"/>
          <a:lstStyle xmlns:a="http://schemas.openxmlformats.org/drawingml/2006/main">
            <a:lvl1pPr>
              <a:buNone/>
              <a:defRPr sz="1200" b="0" i="0">
                <a:solidFill>
                  <a:schemeClr val="tx1"/>
                </a:solidFill>
                <a:latin typeface="Oracle Sans"/>
                <a:ea typeface="Oracle Sans"/>
                <a:cs typeface="Oracle Sans"/>
              </a:defRPr>
            </a:lvl1pPr>
          </a:lstStyle>
          <a:p xmlns:a="http://schemas.openxmlformats.org/drawingml/2006/main">
            <a:pPr lvl="0">
              <a:buNone/>
            </a:pPr>
            <a:r>
              <a:t>Company name</a:t>
            </a:r>
          </a:p>
        </p:txBody>
      </p:sp>
      <p:sp>
        <p:nvSpPr>
          <p:cNvPr id="33" name="Slide Number Placeholder 7">
            <a:extLst xmlns:a="http://schemas.openxmlformats.org/drawingml/2006/main">
              <a:ext uri="{FF2B5EF4-FFF2-40B4-BE49-F238E27FC236}">
                <a16:creationId xmlns:a16="http://schemas.microsoft.com/office/drawing/2014/main" id="{4C0ED2E8-6351-ED49-B6CF-FA1F67B26896}"/>
              </a:ext>
            </a:extLst>
          </p:cNvPr>
          <p:cNvSpPr>
            <a:spLocks xmlns:a="http://schemas.openxmlformats.org/drawingml/2006/main" noGrp="1"/>
          </p:cNvSpPr>
          <p:nvPr>
            <p:ph type="sldNum" idx="39"/>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31" name="Footer Placeholder 4">
            <a:extLst xmlns:a="http://schemas.openxmlformats.org/drawingml/2006/main">
              <a:ext uri="{FF2B5EF4-FFF2-40B4-BE49-F238E27FC236}">
                <a16:creationId xmlns:a16="http://schemas.microsoft.com/office/drawing/2014/main" id="{970AF836-EBD7-FC48-8131-6B5102906FFD}"/>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0" name="Date Placeholder 2">
            <a:extLst xmlns:a="http://schemas.openxmlformats.org/drawingml/2006/main">
              <a:ext uri="{FF2B5EF4-FFF2-40B4-BE49-F238E27FC236}">
                <a16:creationId xmlns:a16="http://schemas.microsoft.com/office/drawing/2014/main" id="{67BD4534-5E82-594D-B1AB-A133054CA183}"/>
              </a:ext>
            </a:extLst>
          </p:cNvPr>
          <p:cNvSpPr>
            <a:spLocks xmlns:a="http://schemas.openxmlformats.org/drawingml/2006/main" noGrp="1"/>
          </p:cNvSpPr>
          <p:nvPr>
            <p:ph type="dt" idx="10"/>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20" name="Text Placeholder 21">
            <a:extLst xmlns:a="http://schemas.openxmlformats.org/drawingml/2006/main">
              <a:ext uri="{FF2B5EF4-FFF2-40B4-BE49-F238E27FC236}">
                <a16:creationId xmlns:a16="http://schemas.microsoft.com/office/drawing/2014/main" id="{4C14E915-6287-F5A1-E319-1E5C8629A05F}"/>
              </a:ext>
            </a:extLst>
          </p:cNvPr>
          <p:cNvSpPr>
            <a:spLocks xmlns:a="http://schemas.openxmlformats.org/drawingml/2006/main" noGrp="1"/>
          </p:cNvSpPr>
          <p:nvPr>
            <p:ph type="body" idx="32" hasCustomPrompt="1"/>
          </p:nvPr>
        </p:nvSpPr>
        <p:spPr>
          <a:xfrm xmlns:a="http://schemas.openxmlformats.org/drawingml/2006/main">
            <a:off x="770368" y="2436573"/>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Business challenges</a:t>
            </a:r>
          </a:p>
        </p:txBody>
      </p:sp>
      <p:sp>
        <p:nvSpPr>
          <p:cNvPr id="21" name="Text Placeholder 19">
            <a:extLst xmlns:a="http://schemas.openxmlformats.org/drawingml/2006/main">
              <a:ext uri="{FF2B5EF4-FFF2-40B4-BE49-F238E27FC236}">
                <a16:creationId xmlns:a16="http://schemas.microsoft.com/office/drawing/2014/main" id="{F78AAD0E-863E-A8EC-378E-CA7D3BEDF692}"/>
              </a:ext>
            </a:extLst>
          </p:cNvPr>
          <p:cNvSpPr>
            <a:spLocks xmlns:a="http://schemas.openxmlformats.org/drawingml/2006/main" noGrp="1"/>
          </p:cNvSpPr>
          <p:nvPr>
            <p:ph type="body" idx="44"/>
          </p:nvPr>
        </p:nvSpPr>
        <p:spPr>
          <a:xfrm xmlns:a="http://schemas.openxmlformats.org/drawingml/2006/main">
            <a:off x="768875" y="2780015"/>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4" name="Text Placeholder 21">
            <a:extLst xmlns:a="http://schemas.openxmlformats.org/drawingml/2006/main">
              <a:ext uri="{FF2B5EF4-FFF2-40B4-BE49-F238E27FC236}">
                <a16:creationId xmlns:a16="http://schemas.microsoft.com/office/drawing/2014/main" id="{C0BA352F-F67A-5E33-FBD8-084FF44A0F3F}"/>
              </a:ext>
            </a:extLst>
          </p:cNvPr>
          <p:cNvSpPr>
            <a:spLocks xmlns:a="http://schemas.openxmlformats.org/drawingml/2006/main" noGrp="1"/>
          </p:cNvSpPr>
          <p:nvPr>
            <p:ph type="body" idx="38" hasCustomPrompt="1"/>
          </p:nvPr>
        </p:nvSpPr>
        <p:spPr>
          <a:xfrm xmlns:a="http://schemas.openxmlformats.org/drawingml/2006/main">
            <a:off x="770368" y="3533895"/>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Why Oracle</a:t>
            </a:r>
          </a:p>
        </p:txBody>
      </p:sp>
      <p:sp>
        <p:nvSpPr>
          <p:cNvPr id="25" name="Text Placeholder 19">
            <a:extLst xmlns:a="http://schemas.openxmlformats.org/drawingml/2006/main">
              <a:ext uri="{FF2B5EF4-FFF2-40B4-BE49-F238E27FC236}">
                <a16:creationId xmlns:a16="http://schemas.microsoft.com/office/drawing/2014/main" id="{97385F7D-6D1D-86CA-110E-A65805CE4790}"/>
              </a:ext>
            </a:extLst>
          </p:cNvPr>
          <p:cNvSpPr>
            <a:spLocks xmlns:a="http://schemas.openxmlformats.org/drawingml/2006/main" noGrp="1"/>
          </p:cNvSpPr>
          <p:nvPr>
            <p:ph type="body" idx="45"/>
          </p:nvPr>
        </p:nvSpPr>
        <p:spPr>
          <a:xfrm xmlns:a="http://schemas.openxmlformats.org/drawingml/2006/main">
            <a:off x="768875" y="3878228"/>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6" name="Text Placeholder 21">
            <a:extLst xmlns:a="http://schemas.openxmlformats.org/drawingml/2006/main">
              <a:ext uri="{FF2B5EF4-FFF2-40B4-BE49-F238E27FC236}">
                <a16:creationId xmlns:a16="http://schemas.microsoft.com/office/drawing/2014/main" id="{FCE282E2-5D44-8D75-1898-6AEA0F8C1C09}"/>
              </a:ext>
            </a:extLst>
          </p:cNvPr>
          <p:cNvSpPr>
            <a:spLocks xmlns:a="http://schemas.openxmlformats.org/drawingml/2006/main" noGrp="1"/>
          </p:cNvSpPr>
          <p:nvPr>
            <p:ph type="body" idx="46" hasCustomPrompt="1"/>
          </p:nvPr>
        </p:nvSpPr>
        <p:spPr>
          <a:xfrm xmlns:a="http://schemas.openxmlformats.org/drawingml/2006/main">
            <a:off x="770367" y="463591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Result</a:t>
            </a:r>
          </a:p>
        </p:txBody>
      </p:sp>
      <p:sp>
        <p:nvSpPr>
          <p:cNvPr id="32" name="Text Placeholder 19">
            <a:extLst xmlns:a="http://schemas.openxmlformats.org/drawingml/2006/main">
              <a:ext uri="{FF2B5EF4-FFF2-40B4-BE49-F238E27FC236}">
                <a16:creationId xmlns:a16="http://schemas.microsoft.com/office/drawing/2014/main" id="{78684B9E-4AF4-B988-B9FA-63EF07B490FD}"/>
              </a:ext>
            </a:extLst>
          </p:cNvPr>
          <p:cNvSpPr>
            <a:spLocks xmlns:a="http://schemas.openxmlformats.org/drawingml/2006/main" noGrp="1"/>
          </p:cNvSpPr>
          <p:nvPr>
            <p:ph type="body" idx="47" hasCustomPrompt="1"/>
          </p:nvPr>
        </p:nvSpPr>
        <p:spPr>
          <a:xfrm xmlns:a="http://schemas.openxmlformats.org/drawingml/2006/main">
            <a:off x="768875" y="5010631"/>
            <a:ext cx="2258104" cy="304127"/>
          </a:xfrm>
        </p:spPr>
        <p:txBody>
          <a:bodyPr xmlns:a="http://schemas.openxmlformats.org/drawingml/2006/main" anchor="b"/>
          <a:lstStyle xmlns:a="http://schemas.openxmlformats.org/drawingml/2006/main">
            <a:lvl1pPr>
              <a:lnSpc>
                <a:spcPct val="100000"/>
              </a:lnSpc>
              <a:buNone/>
              <a:defRPr sz="1200" b="1"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Result 1</a:t>
            </a:r>
          </a:p>
        </p:txBody>
      </p:sp>
      <p:sp>
        <p:nvSpPr>
          <p:cNvPr id="36" name="Text Placeholder 19">
            <a:extLst xmlns:a="http://schemas.openxmlformats.org/drawingml/2006/main">
              <a:ext uri="{FF2B5EF4-FFF2-40B4-BE49-F238E27FC236}">
                <a16:creationId xmlns:a16="http://schemas.microsoft.com/office/drawing/2014/main" id="{8E8CD5E9-9DB1-7D4C-37D6-37209F082819}"/>
              </a:ext>
            </a:extLst>
          </p:cNvPr>
          <p:cNvSpPr>
            <a:spLocks xmlns:a="http://schemas.openxmlformats.org/drawingml/2006/main" noGrp="1"/>
          </p:cNvSpPr>
          <p:nvPr>
            <p:ph type="body" idx="50"/>
          </p:nvPr>
        </p:nvSpPr>
        <p:spPr>
          <a:xfrm xmlns:a="http://schemas.openxmlformats.org/drawingml/2006/main">
            <a:off x="768875" y="5354986"/>
            <a:ext cx="2258104" cy="618248"/>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41" name="Text Placeholder 19">
            <a:extLst xmlns:a="http://schemas.openxmlformats.org/drawingml/2006/main">
              <a:ext uri="{FF2B5EF4-FFF2-40B4-BE49-F238E27FC236}">
                <a16:creationId xmlns:a16="http://schemas.microsoft.com/office/drawing/2014/main" id="{EBB6E9E6-28D8-BBCA-0BB7-15E4DEB80D17}"/>
              </a:ext>
            </a:extLst>
          </p:cNvPr>
          <p:cNvSpPr>
            <a:spLocks xmlns:a="http://schemas.openxmlformats.org/drawingml/2006/main" noGrp="1"/>
          </p:cNvSpPr>
          <p:nvPr>
            <p:ph type="body" idx="51" hasCustomPrompt="1"/>
          </p:nvPr>
        </p:nvSpPr>
        <p:spPr>
          <a:xfrm xmlns:a="http://schemas.openxmlformats.org/drawingml/2006/main">
            <a:off x="3274795" y="5015715"/>
            <a:ext cx="2258104" cy="304127"/>
          </a:xfrm>
        </p:spPr>
        <p:txBody>
          <a:bodyPr xmlns:a="http://schemas.openxmlformats.org/drawingml/2006/main" anchor="b"/>
          <a:lstStyle xmlns:a="http://schemas.openxmlformats.org/drawingml/2006/main">
            <a:lvl1pPr>
              <a:lnSpc>
                <a:spcPct val="100000"/>
              </a:lnSpc>
              <a:buNone/>
              <a:defRPr sz="1200" b="1"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Result 2</a:t>
            </a:r>
          </a:p>
        </p:txBody>
      </p:sp>
      <p:sp>
        <p:nvSpPr>
          <p:cNvPr id="42" name="Text Placeholder 19">
            <a:extLst xmlns:a="http://schemas.openxmlformats.org/drawingml/2006/main">
              <a:ext uri="{FF2B5EF4-FFF2-40B4-BE49-F238E27FC236}">
                <a16:creationId xmlns:a16="http://schemas.microsoft.com/office/drawing/2014/main" id="{4DD9F86A-700A-8EBA-A4A6-BC6B400BACE3}"/>
              </a:ext>
            </a:extLst>
          </p:cNvPr>
          <p:cNvSpPr>
            <a:spLocks xmlns:a="http://schemas.openxmlformats.org/drawingml/2006/main" noGrp="1"/>
          </p:cNvSpPr>
          <p:nvPr>
            <p:ph type="body" idx="52"/>
          </p:nvPr>
        </p:nvSpPr>
        <p:spPr>
          <a:xfrm xmlns:a="http://schemas.openxmlformats.org/drawingml/2006/main">
            <a:off x="3274795" y="5342942"/>
            <a:ext cx="2258104" cy="618248"/>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3" name="Picture Placeholder 17">
            <a:extLst xmlns:a="http://schemas.openxmlformats.org/drawingml/2006/main">
              <a:ext uri="{FF2B5EF4-FFF2-40B4-BE49-F238E27FC236}">
                <a16:creationId xmlns:a16="http://schemas.microsoft.com/office/drawing/2014/main" id="{EE7EF218-A785-F9A6-5ED4-ABEAAE6312D3}"/>
              </a:ext>
            </a:extLst>
          </p:cNvPr>
          <p:cNvSpPr>
            <a:spLocks xmlns:a="http://schemas.openxmlformats.org/drawingml/2006/main" noGrp="1"/>
          </p:cNvSpPr>
          <p:nvPr>
            <p:ph type="pic" idx="53" hasCustomPrompt="1"/>
          </p:nvPr>
        </p:nvSpPr>
        <p:spPr>
          <a:xfrm xmlns:a="http://schemas.openxmlformats.org/drawingml/2006/main">
            <a:off x="6096000" y="0"/>
            <a:ext cx="6096000" cy="3428682"/>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pic>
        <p:nvPicPr>
          <p:cNvPr id="65" name="OTag"/>
          <p:cNvPicPr>
            <a:picLocks xmlns:a="http://schemas.openxmlformats.org/drawingml/2006/main" noChangeAspect="1"/>
          </p:cNvPicPr>
          <p:nvPr/>
        </p:nvPicPr>
        <p:blipFill>
          <a:blip xmlns:r="http://schemas.openxmlformats.org/officeDocument/2006/relationships" xmlns:a="http://schemas.openxmlformats.org/drawingml/2006/main" r:embed="Ra5e773b1a9904929"/>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pic>
        <p:nvPicPr>
          <p:cNvPr id="66" name="Graphic 4"/>
          <p:cNvPicPr>
            <a:picLocks xmlns:a="http://schemas.openxmlformats.org/drawingml/2006/main" noChangeAspect="1"/>
          </p:cNvPicPr>
          <p:nvPr/>
        </p:nvPicPr>
        <p:blipFill>
          <a:blip xmlns:r="http://schemas.openxmlformats.org/officeDocument/2006/relationships" xmlns:a="http://schemas.openxmlformats.org/drawingml/2006/main" r:embed="R9dcd5fb3af0144e4">
            <a:extLst>
              <a:ext uri="{96DAC541-7B7A-43D3-8B79-37D633B846F1}">
                <asvg:svgBlip xmlns:asvg="http://schemas.microsoft.com/office/drawing/2016/SVG/main" r:embed="R0aa5376611fd45fb"/>
              </a:ext>
            </a:extLst>
          </a:blip>
          <a:srcRect xmlns:a="http://schemas.openxmlformats.org/drawingml/2006/main" l="-9503" t="21585" r="0" b="15557"/>
          <a:stretch xmlns:a="http://schemas.openxmlformats.org/drawingml/2006/main"/>
        </p:blipFill>
        <p:spPr>
          <a:xfrm xmlns:a="http://schemas.openxmlformats.org/drawingml/2006/main">
            <a:off x="8834980" y="3428681"/>
            <a:ext cx="3357020" cy="1284671"/>
          </a:xfrm>
          <a:prstGeom xmlns:a="http://schemas.openxmlformats.org/drawingml/2006/main" prst="rect">
            <a:avLst/>
          </a:prstGeom>
        </p:spPr>
      </p:pic>
      <p:sp>
        <p:nvSpPr>
          <p:cNvPr id="6" name="Text Placeholder 21">
            <a:extLst xmlns:a="http://schemas.openxmlformats.org/drawingml/2006/main">
              <a:ext uri="{FF2B5EF4-FFF2-40B4-BE49-F238E27FC236}">
                <a16:creationId xmlns:a16="http://schemas.microsoft.com/office/drawing/2014/main" id="{57B65472-0A7B-E1E2-E938-97D6EFD8291F}"/>
              </a:ext>
            </a:extLst>
          </p:cNvPr>
          <p:cNvSpPr>
            <a:spLocks xmlns:a="http://schemas.openxmlformats.org/drawingml/2006/main" noGrp="1"/>
          </p:cNvSpPr>
          <p:nvPr>
            <p:ph type="body" idx="54" hasCustomPrompt="1"/>
          </p:nvPr>
        </p:nvSpPr>
        <p:spPr>
          <a:xfrm xmlns:a="http://schemas.openxmlformats.org/drawingml/2006/main">
            <a:off x="768875" y="6104842"/>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200" b="1" i="0">
                <a:solidFill>
                  <a:schemeClr val="tx1"/>
                </a:solidFill>
                <a:latin typeface="Oracle Sans Tab"/>
                <a:ea typeface="Oracle Sans Tab"/>
                <a:cs typeface="Oracle Sans Tab"/>
              </a:defRPr>
            </a:lvl1pPr>
          </a:lstStyle>
          <a:p xmlns:a="http://schemas.openxmlformats.org/drawingml/2006/main">
            <a:pPr lvl="0">
              <a:buNone/>
            </a:pPr>
            <a:r>
              <a:t>Call to action</a:t>
            </a:r>
          </a:p>
        </p:txBody>
      </p:sp>
    </p:spTree>
  </p:cSld>
</p:sldLayout>
</file>

<file path=ppt/slideLayouts/slideLayout99.xml><?xml version="1.0" encoding="utf-8"?>
<p:sldLayout xmlns:p="http://schemas.openxmlformats.org/presentationml/2006/main" preserve="1" userDrawn="1">
  <p:cSld name="Light - Story with photo and stats">
    <p:bg>
      <p:bgRef idx="1001">
        <a:schemeClr xmlns:a="http://schemas.openxmlformats.org/drawingml/2006/main" val="bg2"/>
      </p:bgRef>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48688E9-F02D-F34B-A466-BC7C5A6028DB}"/>
              </a:ext>
            </a:extLst>
          </p:cNvPr>
          <p:cNvSpPr>
            <a:spLocks xmlns:a="http://schemas.openxmlformats.org/drawingml/2006/main" noGrp="1"/>
          </p:cNvSpPr>
          <p:nvPr/>
        </p:nvSpPr>
        <p:spPr>
          <a:xfrm xmlns:a="http://schemas.openxmlformats.org/drawingml/2006/main">
            <a:off x="6096000" y="3429000"/>
            <a:ext cx="6096000" cy="3429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Content Placeholder 7">
            <a:extLst xmlns:a="http://schemas.openxmlformats.org/drawingml/2006/main">
              <a:ext uri="{FF2B5EF4-FFF2-40B4-BE49-F238E27FC236}">
                <a16:creationId xmlns:a16="http://schemas.microsoft.com/office/drawing/2014/main" id="{167FC9A2-EA1C-47AA-8CD1-519F2B2BA1D5}"/>
              </a:ext>
            </a:extLst>
          </p:cNvPr>
          <p:cNvSpPr>
            <a:spLocks xmlns:a="http://schemas.openxmlformats.org/drawingml/2006/main" noGrp="1"/>
          </p:cNvSpPr>
          <p:nvPr>
            <p:ph idx="28" hasCustomPrompt="1"/>
          </p:nvPr>
        </p:nvSpPr>
        <p:spPr>
          <a:xfrm xmlns:a="http://schemas.openxmlformats.org/drawingml/2006/main">
            <a:off x="761999" y="178676"/>
            <a:ext cx="2504420" cy="819258"/>
          </a:xfrm>
        </p:spPr>
        <p:txBody>
          <a:bodyPr xmlns:a="http://schemas.openxmlformats.org/drawingml/2006/main"/>
          <a:lstStyle xmlns:a="http://schemas.openxmlformats.org/drawingml/2006/main">
            <a:lvl1pPr>
              <a:buNone/>
              <a:defRPr sz="800">
                <a:latin typeface="Oracle Sans Light"/>
                <a:ea typeface="Oracle Sans Light"/>
                <a:cs typeface="Oracle Sans Light"/>
              </a:defRPr>
            </a:lvl1pPr>
          </a:lstStyle>
          <a:p xmlns:a="http://schemas.openxmlformats.org/drawingml/2006/main">
            <a:pPr lvl="0">
              <a:buNone/>
            </a:pPr>
            <a:r>
              <a:t>Click to insert partner logo</a:t>
            </a:r>
          </a:p>
        </p:txBody>
      </p:sp>
      <p:sp>
        <p:nvSpPr>
          <p:cNvPr id="43" name="Title 1">
            <a:extLst xmlns:a="http://schemas.openxmlformats.org/drawingml/2006/main">
              <a:ext uri="{FF2B5EF4-FFF2-40B4-BE49-F238E27FC236}">
                <a16:creationId xmlns:a16="http://schemas.microsoft.com/office/drawing/2014/main" id="{74151B34-23FE-44F5-A716-0730CC7BA85D}"/>
              </a:ext>
            </a:extLst>
          </p:cNvPr>
          <p:cNvSpPr>
            <a:spLocks xmlns:a="http://schemas.openxmlformats.org/drawingml/2006/main" noGrp="1"/>
          </p:cNvSpPr>
          <p:nvPr>
            <p:ph type="title" idx="0" hasCustomPrompt="1"/>
          </p:nvPr>
        </p:nvSpPr>
        <p:spPr>
          <a:xfrm xmlns:a="http://schemas.openxmlformats.org/drawingml/2006/main">
            <a:off x="762000" y="1274060"/>
            <a:ext cx="4744029" cy="822960"/>
          </a:xfrm>
        </p:spPr>
        <p:txBody>
          <a:bodyPr xmlns:a="http://schemas.openxmlformats.org/drawingml/2006/main"/>
          <a:lstStyle xmlns:a="http://schemas.openxmlformats.org/drawingml/2006/main">
            <a:lvl1pPr>
              <a:buNone/>
              <a:defRPr>
                <a:solidFill>
                  <a:schemeClr val="tx1"/>
                </a:solidFill>
                <a:latin typeface="+mn-lt"/>
                <a:ea typeface="+mn-lt"/>
                <a:cs typeface="+mn-lt"/>
              </a:defRPr>
            </a:lvl1pPr>
          </a:lstStyle>
          <a:p xmlns:a="http://schemas.openxmlformats.org/drawingml/2006/main">
            <a:r>
              <a:t>Click to edit title text styles</a:t>
            </a:r>
          </a:p>
        </p:txBody>
      </p:sp>
      <p:sp>
        <p:nvSpPr>
          <p:cNvPr id="33" name="Slide Number Placeholder 7">
            <a:extLst xmlns:a="http://schemas.openxmlformats.org/drawingml/2006/main">
              <a:ext uri="{FF2B5EF4-FFF2-40B4-BE49-F238E27FC236}">
                <a16:creationId xmlns:a16="http://schemas.microsoft.com/office/drawing/2014/main" id="{4C0ED2E8-6351-ED49-B6CF-FA1F67B26896}"/>
              </a:ext>
            </a:extLst>
          </p:cNvPr>
          <p:cNvSpPr>
            <a:spLocks xmlns:a="http://schemas.openxmlformats.org/drawingml/2006/main" noGrp="1"/>
          </p:cNvSpPr>
          <p:nvPr>
            <p:ph type="sldNum" idx="39"/>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31" name="Footer Placeholder 4">
            <a:extLst xmlns:a="http://schemas.openxmlformats.org/drawingml/2006/main">
              <a:ext uri="{FF2B5EF4-FFF2-40B4-BE49-F238E27FC236}">
                <a16:creationId xmlns:a16="http://schemas.microsoft.com/office/drawing/2014/main" id="{970AF836-EBD7-FC48-8131-6B5102906FFD}"/>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0" name="Date Placeholder 2">
            <a:extLst xmlns:a="http://schemas.openxmlformats.org/drawingml/2006/main">
              <a:ext uri="{FF2B5EF4-FFF2-40B4-BE49-F238E27FC236}">
                <a16:creationId xmlns:a16="http://schemas.microsoft.com/office/drawing/2014/main" id="{67BD4534-5E82-594D-B1AB-A133054CA183}"/>
              </a:ext>
            </a:extLst>
          </p:cNvPr>
          <p:cNvSpPr>
            <a:spLocks xmlns:a="http://schemas.openxmlformats.org/drawingml/2006/main" noGrp="1"/>
          </p:cNvSpPr>
          <p:nvPr>
            <p:ph type="dt" idx="10"/>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20" name="Text Placeholder 21">
            <a:extLst xmlns:a="http://schemas.openxmlformats.org/drawingml/2006/main">
              <a:ext uri="{FF2B5EF4-FFF2-40B4-BE49-F238E27FC236}">
                <a16:creationId xmlns:a16="http://schemas.microsoft.com/office/drawing/2014/main" id="{4C14E915-6287-F5A1-E319-1E5C8629A05F}"/>
              </a:ext>
            </a:extLst>
          </p:cNvPr>
          <p:cNvSpPr>
            <a:spLocks xmlns:a="http://schemas.openxmlformats.org/drawingml/2006/main" noGrp="1"/>
          </p:cNvSpPr>
          <p:nvPr>
            <p:ph type="body" idx="32" hasCustomPrompt="1"/>
          </p:nvPr>
        </p:nvSpPr>
        <p:spPr>
          <a:xfrm xmlns:a="http://schemas.openxmlformats.org/drawingml/2006/main">
            <a:off x="770368" y="2436573"/>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Business challenges</a:t>
            </a:r>
          </a:p>
        </p:txBody>
      </p:sp>
      <p:sp>
        <p:nvSpPr>
          <p:cNvPr id="21" name="Text Placeholder 19">
            <a:extLst xmlns:a="http://schemas.openxmlformats.org/drawingml/2006/main">
              <a:ext uri="{FF2B5EF4-FFF2-40B4-BE49-F238E27FC236}">
                <a16:creationId xmlns:a16="http://schemas.microsoft.com/office/drawing/2014/main" id="{F78AAD0E-863E-A8EC-378E-CA7D3BEDF692}"/>
              </a:ext>
            </a:extLst>
          </p:cNvPr>
          <p:cNvSpPr>
            <a:spLocks xmlns:a="http://schemas.openxmlformats.org/drawingml/2006/main" noGrp="1"/>
          </p:cNvSpPr>
          <p:nvPr>
            <p:ph type="body" idx="44"/>
          </p:nvPr>
        </p:nvSpPr>
        <p:spPr>
          <a:xfrm xmlns:a="http://schemas.openxmlformats.org/drawingml/2006/main">
            <a:off x="768875" y="2780015"/>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4" name="Text Placeholder 21">
            <a:extLst xmlns:a="http://schemas.openxmlformats.org/drawingml/2006/main">
              <a:ext uri="{FF2B5EF4-FFF2-40B4-BE49-F238E27FC236}">
                <a16:creationId xmlns:a16="http://schemas.microsoft.com/office/drawing/2014/main" id="{C0BA352F-F67A-5E33-FBD8-084FF44A0F3F}"/>
              </a:ext>
            </a:extLst>
          </p:cNvPr>
          <p:cNvSpPr>
            <a:spLocks xmlns:a="http://schemas.openxmlformats.org/drawingml/2006/main" noGrp="1"/>
          </p:cNvSpPr>
          <p:nvPr>
            <p:ph type="body" idx="38" hasCustomPrompt="1"/>
          </p:nvPr>
        </p:nvSpPr>
        <p:spPr>
          <a:xfrm xmlns:a="http://schemas.openxmlformats.org/drawingml/2006/main">
            <a:off x="770368" y="3703827"/>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Why Oracle</a:t>
            </a:r>
          </a:p>
        </p:txBody>
      </p:sp>
      <p:sp>
        <p:nvSpPr>
          <p:cNvPr id="25" name="Text Placeholder 19">
            <a:extLst xmlns:a="http://schemas.openxmlformats.org/drawingml/2006/main">
              <a:ext uri="{FF2B5EF4-FFF2-40B4-BE49-F238E27FC236}">
                <a16:creationId xmlns:a16="http://schemas.microsoft.com/office/drawing/2014/main" id="{97385F7D-6D1D-86CA-110E-A65805CE4790}"/>
              </a:ext>
            </a:extLst>
          </p:cNvPr>
          <p:cNvSpPr>
            <a:spLocks xmlns:a="http://schemas.openxmlformats.org/drawingml/2006/main" noGrp="1"/>
          </p:cNvSpPr>
          <p:nvPr>
            <p:ph type="body" idx="45"/>
          </p:nvPr>
        </p:nvSpPr>
        <p:spPr>
          <a:xfrm xmlns:a="http://schemas.openxmlformats.org/drawingml/2006/main">
            <a:off x="768875" y="4048160"/>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6" name="Text Placeholder 21">
            <a:extLst xmlns:a="http://schemas.openxmlformats.org/drawingml/2006/main">
              <a:ext uri="{FF2B5EF4-FFF2-40B4-BE49-F238E27FC236}">
                <a16:creationId xmlns:a16="http://schemas.microsoft.com/office/drawing/2014/main" id="{FCE282E2-5D44-8D75-1898-6AEA0F8C1C09}"/>
              </a:ext>
            </a:extLst>
          </p:cNvPr>
          <p:cNvSpPr>
            <a:spLocks xmlns:a="http://schemas.openxmlformats.org/drawingml/2006/main" noGrp="1"/>
          </p:cNvSpPr>
          <p:nvPr>
            <p:ph type="body" idx="46" hasCustomPrompt="1"/>
          </p:nvPr>
        </p:nvSpPr>
        <p:spPr>
          <a:xfrm xmlns:a="http://schemas.openxmlformats.org/drawingml/2006/main">
            <a:off x="770367" y="4870581"/>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Result</a:t>
            </a:r>
          </a:p>
        </p:txBody>
      </p:sp>
      <p:sp>
        <p:nvSpPr>
          <p:cNvPr id="3" name="Text Placeholder 19">
            <a:extLst xmlns:a="http://schemas.openxmlformats.org/drawingml/2006/main">
              <a:ext uri="{FF2B5EF4-FFF2-40B4-BE49-F238E27FC236}">
                <a16:creationId xmlns:a16="http://schemas.microsoft.com/office/drawing/2014/main" id="{C9B029B0-1EAB-FE8A-291E-9E218344064A}"/>
              </a:ext>
            </a:extLst>
          </p:cNvPr>
          <p:cNvSpPr>
            <a:spLocks xmlns:a="http://schemas.openxmlformats.org/drawingml/2006/main" noGrp="1"/>
          </p:cNvSpPr>
          <p:nvPr>
            <p:ph type="body" idx="47"/>
          </p:nvPr>
        </p:nvSpPr>
        <p:spPr>
          <a:xfrm xmlns:a="http://schemas.openxmlformats.org/drawingml/2006/main">
            <a:off x="761999" y="5225528"/>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4" name="Text Placeholder 21">
            <a:extLst xmlns:a="http://schemas.openxmlformats.org/drawingml/2006/main">
              <a:ext uri="{FF2B5EF4-FFF2-40B4-BE49-F238E27FC236}">
                <a16:creationId xmlns:a16="http://schemas.microsoft.com/office/drawing/2014/main" id="{36B97647-97D2-408B-413C-E65D6A6051E5}"/>
              </a:ext>
            </a:extLst>
          </p:cNvPr>
          <p:cNvSpPr>
            <a:spLocks xmlns:a="http://schemas.openxmlformats.org/drawingml/2006/main" noGrp="1"/>
          </p:cNvSpPr>
          <p:nvPr>
            <p:ph type="body" idx="14" hasCustomPrompt="1"/>
          </p:nvPr>
        </p:nvSpPr>
        <p:spPr>
          <a:xfrm xmlns:a="http://schemas.openxmlformats.org/drawingml/2006/main">
            <a:off x="6739049" y="3922382"/>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p>
        </p:txBody>
      </p:sp>
      <p:sp>
        <p:nvSpPr>
          <p:cNvPr id="5" name="Text Placeholder 21">
            <a:extLst xmlns:a="http://schemas.openxmlformats.org/drawingml/2006/main">
              <a:ext uri="{FF2B5EF4-FFF2-40B4-BE49-F238E27FC236}">
                <a16:creationId xmlns:a16="http://schemas.microsoft.com/office/drawing/2014/main" id="{3A3580F8-D690-3030-C6AC-4866E9825F61}"/>
              </a:ext>
            </a:extLst>
          </p:cNvPr>
          <p:cNvSpPr>
            <a:spLocks xmlns:a="http://schemas.openxmlformats.org/drawingml/2006/main" noGrp="1"/>
          </p:cNvSpPr>
          <p:nvPr>
            <p:ph type="body" idx="30" hasCustomPrompt="1"/>
          </p:nvPr>
        </p:nvSpPr>
        <p:spPr>
          <a:xfrm xmlns:a="http://schemas.openxmlformats.org/drawingml/2006/main">
            <a:off x="8448458" y="3933540"/>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p>
        </p:txBody>
      </p:sp>
      <p:sp>
        <p:nvSpPr>
          <p:cNvPr id="7" name="Text Placeholder 21">
            <a:extLst xmlns:a="http://schemas.openxmlformats.org/drawingml/2006/main">
              <a:ext uri="{FF2B5EF4-FFF2-40B4-BE49-F238E27FC236}">
                <a16:creationId xmlns:a16="http://schemas.microsoft.com/office/drawing/2014/main" id="{44C5C283-5935-B42C-7120-D243BA9A2913}"/>
              </a:ext>
            </a:extLst>
          </p:cNvPr>
          <p:cNvSpPr>
            <a:spLocks xmlns:a="http://schemas.openxmlformats.org/drawingml/2006/main" noGrp="1"/>
          </p:cNvSpPr>
          <p:nvPr>
            <p:ph type="body" idx="31" hasCustomPrompt="1"/>
          </p:nvPr>
        </p:nvSpPr>
        <p:spPr>
          <a:xfrm xmlns:a="http://schemas.openxmlformats.org/drawingml/2006/main">
            <a:off x="6739049" y="4734009"/>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p>
        </p:txBody>
      </p:sp>
      <p:sp>
        <p:nvSpPr>
          <p:cNvPr id="8" name="Text Placeholder 21">
            <a:extLst xmlns:a="http://schemas.openxmlformats.org/drawingml/2006/main">
              <a:ext uri="{FF2B5EF4-FFF2-40B4-BE49-F238E27FC236}">
                <a16:creationId xmlns:a16="http://schemas.microsoft.com/office/drawing/2014/main" id="{099F2B36-E543-7114-2E12-7E05E41FD12F}"/>
              </a:ext>
            </a:extLst>
          </p:cNvPr>
          <p:cNvSpPr>
            <a:spLocks xmlns:a="http://schemas.openxmlformats.org/drawingml/2006/main" noGrp="1"/>
          </p:cNvSpPr>
          <p:nvPr>
            <p:ph type="body" idx="48" hasCustomPrompt="1"/>
          </p:nvPr>
        </p:nvSpPr>
        <p:spPr>
          <a:xfrm xmlns:a="http://schemas.openxmlformats.org/drawingml/2006/main">
            <a:off x="8448458" y="4745167"/>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p>
        </p:txBody>
      </p:sp>
      <p:sp>
        <p:nvSpPr>
          <p:cNvPr id="9" name="Text Placeholder 21">
            <a:extLst xmlns:a="http://schemas.openxmlformats.org/drawingml/2006/main">
              <a:ext uri="{FF2B5EF4-FFF2-40B4-BE49-F238E27FC236}">
                <a16:creationId xmlns:a16="http://schemas.microsoft.com/office/drawing/2014/main" id="{480E7235-27FC-1059-8FEC-3A55CCC728FE}"/>
              </a:ext>
            </a:extLst>
          </p:cNvPr>
          <p:cNvSpPr>
            <a:spLocks xmlns:a="http://schemas.openxmlformats.org/drawingml/2006/main" noGrp="1"/>
          </p:cNvSpPr>
          <p:nvPr>
            <p:ph type="body" idx="33" hasCustomPrompt="1"/>
          </p:nvPr>
        </p:nvSpPr>
        <p:spPr>
          <a:xfrm xmlns:a="http://schemas.openxmlformats.org/drawingml/2006/main">
            <a:off x="6739049" y="5546718"/>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p>
        </p:txBody>
      </p:sp>
      <p:sp>
        <p:nvSpPr>
          <p:cNvPr id="11" name="Text Placeholder 21">
            <a:extLst xmlns:a="http://schemas.openxmlformats.org/drawingml/2006/main">
              <a:ext uri="{FF2B5EF4-FFF2-40B4-BE49-F238E27FC236}">
                <a16:creationId xmlns:a16="http://schemas.microsoft.com/office/drawing/2014/main" id="{360C9156-A92C-0F42-A924-D97D8BD8785F}"/>
              </a:ext>
            </a:extLst>
          </p:cNvPr>
          <p:cNvSpPr>
            <a:spLocks xmlns:a="http://schemas.openxmlformats.org/drawingml/2006/main" noGrp="1"/>
          </p:cNvSpPr>
          <p:nvPr>
            <p:ph type="body" idx="34" hasCustomPrompt="1"/>
          </p:nvPr>
        </p:nvSpPr>
        <p:spPr>
          <a:xfrm xmlns:a="http://schemas.openxmlformats.org/drawingml/2006/main">
            <a:off x="8448458" y="5557876"/>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p>
        </p:txBody>
      </p:sp>
      <p:sp>
        <p:nvSpPr>
          <p:cNvPr id="12" name="Picture Placeholder 17">
            <a:extLst xmlns:a="http://schemas.openxmlformats.org/drawingml/2006/main">
              <a:ext uri="{FF2B5EF4-FFF2-40B4-BE49-F238E27FC236}">
                <a16:creationId xmlns:a16="http://schemas.microsoft.com/office/drawing/2014/main" id="{37E1F626-6013-A11C-1493-E8B91C591978}"/>
              </a:ext>
            </a:extLst>
          </p:cNvPr>
          <p:cNvSpPr>
            <a:spLocks xmlns:a="http://schemas.openxmlformats.org/drawingml/2006/main" noGrp="1"/>
          </p:cNvSpPr>
          <p:nvPr>
            <p:ph type="pic" idx="53" hasCustomPrompt="1"/>
          </p:nvPr>
        </p:nvSpPr>
        <p:spPr>
          <a:xfrm xmlns:a="http://schemas.openxmlformats.org/drawingml/2006/main">
            <a:off x="6096000" y="0"/>
            <a:ext cx="6096000" cy="3428682"/>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pic>
        <p:nvPicPr>
          <p:cNvPr id="65" name="OTag"/>
          <p:cNvPicPr>
            <a:picLocks xmlns:a="http://schemas.openxmlformats.org/drawingml/2006/main" noChangeAspect="1"/>
          </p:cNvPicPr>
          <p:nvPr/>
        </p:nvPicPr>
        <p:blipFill>
          <a:blip xmlns:r="http://schemas.openxmlformats.org/officeDocument/2006/relationships" xmlns:a="http://schemas.openxmlformats.org/drawingml/2006/main" r:embed="R92fd48ac8fe943f4"/>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pic>
        <p:nvPicPr>
          <p:cNvPr id="66" name="Graphic 12"/>
          <p:cNvPicPr>
            <a:picLocks xmlns:a="http://schemas.openxmlformats.org/drawingml/2006/main" noChangeAspect="1"/>
          </p:cNvPicPr>
          <p:nvPr/>
        </p:nvPicPr>
        <p:blipFill>
          <a:blip xmlns:r="http://schemas.openxmlformats.org/officeDocument/2006/relationships" xmlns:a="http://schemas.openxmlformats.org/drawingml/2006/main" r:embed="R1fed5839bcb04b33">
            <a:extLst>
              <a:ext uri="{96DAC541-7B7A-43D3-8B79-37D633B846F1}">
                <asvg:svgBlip xmlns:asvg="http://schemas.microsoft.com/office/drawing/2016/SVG/main" r:embed="Re4e05d5bfc924ff4"/>
              </a:ext>
            </a:extLst>
          </a:blip>
          <a:srcRect xmlns:a="http://schemas.openxmlformats.org/drawingml/2006/main" l="-9503" t="21585" r="0" b="15557"/>
          <a:stretch xmlns:a="http://schemas.openxmlformats.org/drawingml/2006/main"/>
        </p:blipFill>
        <p:spPr>
          <a:xfrm xmlns:a="http://schemas.openxmlformats.org/drawingml/2006/main">
            <a:off x="8834980" y="3428681"/>
            <a:ext cx="3357020" cy="1284671"/>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714C8117-8874-4C52-FD47-896710854EA6}"/>
              </a:ext>
            </a:extLst>
          </p:cNvPr>
          <p:cNvSpPr>
            <a:spLocks xmlns:a="http://schemas.openxmlformats.org/drawingml/2006/main" noGrp="1"/>
          </p:cNvSpPr>
          <p:nvPr>
            <p:ph type="body" idx="54" hasCustomPrompt="1"/>
          </p:nvPr>
        </p:nvSpPr>
        <p:spPr>
          <a:xfrm xmlns:a="http://schemas.openxmlformats.org/drawingml/2006/main">
            <a:off x="768875" y="6104842"/>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200" b="1" i="0">
                <a:solidFill>
                  <a:schemeClr val="tx1"/>
                </a:solidFill>
                <a:latin typeface="Oracle Sans Tab"/>
                <a:ea typeface="Oracle Sans Tab"/>
                <a:cs typeface="Oracle Sans Tab"/>
              </a:defRPr>
            </a:lvl1pPr>
          </a:lstStyle>
          <a:p xmlns:a="http://schemas.openxmlformats.org/drawingml/2006/main">
            <a:pPr lvl="0">
              <a:buNone/>
            </a:pPr>
            <a:r>
              <a:t>Call to action</a:t>
            </a:r>
          </a:p>
        </p:txBody>
      </p:sp>
    </p:spTree>
  </p:cSld>
</p:sldLayout>
</file>

<file path=ppt/slideLayouts/slideLayout100.xml><?xml version="1.0" encoding="utf-8"?>
<p:sldLayout xmlns:p="http://schemas.openxmlformats.org/presentationml/2006/main" preserve="1" userDrawn="1">
  <p:cSld name="Light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1.xml><?xml version="1.0" encoding="utf-8"?>
<p:sldLayout xmlns:p="http://schemas.openxmlformats.org/presentationml/2006/main" preserve="1" userDrawn="1">
  <p:cSld name="Dark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rgbClr val="1C202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2.xml><?xml version="1.0" encoding="utf-8"?>
<p:sldLayout xmlns:p="http://schemas.openxmlformats.org/presentationml/2006/main" preserve="1" userDrawn="1">
  <p:cSld name="Light - Left middle title and sub ">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1998" y="2471026"/>
            <a:ext cx="4846320" cy="822960"/>
          </a:xfrm>
        </p:spPr>
        <p:txBody>
          <a:bodyPr xmlns:a="http://schemas.openxmlformats.org/drawingml/2006/main"/>
          <a:lstStyle xmlns:a="http://schemas.openxmlformats.org/drawingml/2006/main">
            <a:lvl1pPr algn="l">
              <a:buNone/>
              <a:defRPr sz="3200" b="1" i="0">
                <a:latin typeface="Oracle Sans Tab"/>
                <a:ea typeface="Oracle Sans Tab"/>
                <a:cs typeface="Oracle Sans Tab"/>
              </a:defRPr>
            </a:lvl1pPr>
          </a:lstStyle>
          <a:p xmlns:a="http://schemas.openxmlformats.org/drawingml/2006/main">
            <a:r>
              <a:t>Left aligned middle title. </a:t>
            </a:r>
            <a:br/>
            <a:r>
              <a:t>Add graphic to the right.</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4846320"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2000" b="0" i="0">
                <a:solidFill>
                  <a:schemeClr val="tx1"/>
                </a:solidFill>
                <a:latin typeface="Oracle Sans"/>
                <a:ea typeface="Oracle Sans"/>
                <a:cs typeface="Oracle Sans"/>
              </a:defRPr>
            </a:lvl1pPr>
          </a:lstStyle>
          <a:p xmlns:a="http://schemas.openxmlformats.org/drawingml/2006/main">
            <a:pPr lvl="0">
              <a:buNone/>
            </a:pPr>
            <a:r>
              <a:t>Left aligned middle subhead. </a:t>
            </a:r>
            <a:br/>
            <a:r>
              <a:t>Body copy goes here. To the right, add in custom graphics, technical diagrams or custom artwork. </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3.xml><?xml version="1.0" encoding="utf-8"?>
<p:sldLayout xmlns:p="http://schemas.openxmlformats.org/presentationml/2006/main" preserve="1" userDrawn="1">
  <p:cSld name="Dark - Left middle title and sub ">
    <p:bg>
      <p:bgRef idx="1001">
        <a:schemeClr xmlns:a="http://schemas.openxmlformats.org/drawingml/2006/main" val="bg1"/>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471026"/>
            <a:ext cx="4846320" cy="822960"/>
          </a:xfrm>
        </p:spPr>
        <p:txBody>
          <a:bodyPr xmlns:a="http://schemas.openxmlformats.org/drawingml/2006/main"/>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 </a:t>
            </a:r>
            <a:br/>
            <a:r>
              <a:t>Add graphic to the right</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4846320"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2000" b="0" i="0">
                <a:solidFill>
                  <a:schemeClr val="tx1"/>
                </a:solidFill>
                <a:latin typeface="Oracle Sans"/>
                <a:ea typeface="Oracle Sans"/>
                <a:cs typeface="Oracle Sans"/>
              </a:defRPr>
            </a:lvl1pPr>
          </a:lstStyle>
          <a:p xmlns:a="http://schemas.openxmlformats.org/drawingml/2006/main">
            <a:pPr lvl="0">
              <a:buNone/>
            </a:pPr>
            <a:r>
              <a:t>Left aligned middle subhead. </a:t>
            </a:r>
            <a:br/>
            <a:r>
              <a:t>Body copy goes here. To the right, add in custom graphics, technical diagrams or custom artwork. </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4.xml><?xml version="1.0" encoding="utf-8"?>
<p:sldLayout xmlns:p="http://schemas.openxmlformats.org/presentationml/2006/main" preserve="1" userDrawn="1">
  <p:cSld name="Light - Left middle title">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298982"/>
            <a:ext cx="4846320" cy="2260036"/>
          </a:xfrm>
        </p:spPr>
        <p:txBody>
          <a:bodyPr xmlns:a="http://schemas.openxmlformats.org/drawingml/2006/main" anchor="ctr"/>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a:t>
            </a:r>
            <a:br/>
            <a:r>
              <a:t>Add custom graphics to the right.</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5.xml><?xml version="1.0" encoding="utf-8"?>
<p:sldLayout xmlns:p="http://schemas.openxmlformats.org/presentationml/2006/main" preserve="1" userDrawn="1">
  <p:cSld name="Dark - Left middle title">
    <p:bg>
      <p:bgRef idx="1001">
        <a:schemeClr xmlns:a="http://schemas.openxmlformats.org/drawingml/2006/main" val="bg1"/>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298982"/>
            <a:ext cx="4846320" cy="2260036"/>
          </a:xfrm>
        </p:spPr>
        <p:txBody>
          <a:bodyPr xmlns:a="http://schemas.openxmlformats.org/drawingml/2006/main" anchor="ctr"/>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 Add custom graphics to the right.</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6.xml><?xml version="1.0" encoding="utf-8"?>
<p:sldLayout xmlns:p="http://schemas.openxmlformats.org/presentationml/2006/main" preserve="1" userDrawn="1">
  <p:cSld name="Dark-AbstractBG-1">
    <p:bg>
      <p:bgPr>
        <a:blipFill xmlns:a="http://schemas.openxmlformats.org/drawingml/2006/main" rotWithShape="1">
          <a:blip xmlns:r="http://schemas.openxmlformats.org/officeDocument/2006/relationships" r:embed="R5cefa041f47b4c99">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7.xml><?xml version="1.0" encoding="utf-8"?>
<p:sldLayout xmlns:p="http://schemas.openxmlformats.org/presentationml/2006/main" preserve="1" userDrawn="1">
  <p:cSld name="Dark-AbstractBG-2">
    <p:bg>
      <p:bgPr>
        <a:blipFill xmlns:a="http://schemas.openxmlformats.org/drawingml/2006/main" rotWithShape="1">
          <a:blip xmlns:r="http://schemas.openxmlformats.org/officeDocument/2006/relationships" r:embed="R542393052f0e410c">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8.xml><?xml version="1.0" encoding="utf-8"?>
<p:sldLayout xmlns:p="http://schemas.openxmlformats.org/presentationml/2006/main" preserve="1" userDrawn="1">
  <p:cSld name="Light-AbstractBG-1">
    <p:bg>
      <p:bgPr>
        <a:blipFill xmlns:a="http://schemas.openxmlformats.org/drawingml/2006/main" rotWithShape="1">
          <a:blip xmlns:r="http://schemas.openxmlformats.org/officeDocument/2006/relationships" r:embed="R6234a2f986904e0d">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9.xml><?xml version="1.0" encoding="utf-8"?>
<p:sldLayout xmlns:p="http://schemas.openxmlformats.org/presentationml/2006/main" preserve="1" userDrawn="1">
  <p:cSld name="Light-AbstractBG-2">
    <p:bg>
      <p:bgPr>
        <a:blipFill xmlns:a="http://schemas.openxmlformats.org/drawingml/2006/main" rotWithShape="1">
          <a:blip xmlns:r="http://schemas.openxmlformats.org/officeDocument/2006/relationships" r:embed="R43f9930bd9594c07">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10.xml><?xml version="1.0" encoding="utf-8"?>
<p:sldLayout xmlns:p="http://schemas.openxmlformats.org/presentationml/2006/main" preserve="1">
  <p:cSld name="Light - Closing Slide">
    <p:bg>
      <p:bgRef idx="1001">
        <a:schemeClr xmlns:a="http://schemas.openxmlformats.org/drawingml/2006/main" val="bg2"/>
      </p:bgRef>
    </p:bg>
    <p:spTree>
      <p:nvGrpSpPr>
        <p:cNvPr id="1" name=""/>
        <p:cNvGrpSpPr/>
        <p:nvPr/>
      </p:nvGrpSpPr>
      <p:grpSpPr>
        <a:xfrm xmlns:a="http://schemas.openxmlformats.org/drawingml/2006/main"/>
      </p:grpSpPr>
      <p:pic>
        <p:nvPicPr>
          <p:cNvPr id="2" name="Oracle Logo"/>
          <p:cNvPicPr>
            <a:picLocks xmlns:a="http://schemas.openxmlformats.org/drawingml/2006/main" noChangeAspect="1"/>
          </p:cNvPicPr>
          <p:nvPr/>
        </p:nvPicPr>
        <p:blipFill>
          <a:blip xmlns:r="http://schemas.openxmlformats.org/officeDocument/2006/relationships" xmlns:a="http://schemas.openxmlformats.org/drawingml/2006/main" r:embed="R31d0649dd79d4873">
            <a:extLst>
              <a:ext uri="{96DAC541-7B7A-43D3-8B79-37D633B846F1}">
                <asvg:svgBlip xmlns:asvg="http://schemas.microsoft.com/office/drawing/2016/SVG/main" r:embed="Rfce29490fb8741f7"/>
              </a:ext>
            </a:extLst>
          </a:blip>
          <a:srcRect xmlns:a="http://schemas.openxmlformats.org/drawingml/2006/main" l="0" t="0" r="0" b="0"/>
          <a:stretch xmlns:a="http://schemas.openxmlformats.org/drawingml/2006/main"/>
        </p:blipFill>
        <p:spPr>
          <a:xfrm xmlns:a="http://schemas.openxmlformats.org/drawingml/2006/main">
            <a:off x="4043835" y="2998299"/>
            <a:ext cx="4104330" cy="861403"/>
          </a:xfrm>
          <a:prstGeom xmlns:a="http://schemas.openxmlformats.org/drawingml/2006/main" prst="rect">
            <a:avLst/>
          </a:prstGeom>
        </p:spPr>
      </p:pic>
    </p:spTree>
  </p:cSld>
</p:sldLayout>
</file>

<file path=ppt/slideLayouts/slideLayout111.xml><?xml version="1.0" encoding="utf-8"?>
<p:sldLayout xmlns:p="http://schemas.openxmlformats.org/presentationml/2006/main" preserve="1">
  <p:cSld name="Dark - Closing Slide">
    <p:bg>
      <p:bgRef idx="1001">
        <a:schemeClr xmlns:a="http://schemas.openxmlformats.org/drawingml/2006/main" val="bg2"/>
      </p:bgRef>
    </p:bg>
    <p:spTree>
      <p:nvGrpSpPr>
        <p:cNvPr id="1" name=""/>
        <p:cNvGrpSpPr/>
        <p:nvPr/>
      </p:nvGrpSpPr>
      <p:grpSpPr>
        <a:xfrm xmlns:a="http://schemas.openxmlformats.org/drawingml/2006/main"/>
      </p:grpSpPr>
      <p:pic>
        <p:nvPicPr>
          <p:cNvPr id="2" name="Oracle Logo"/>
          <p:cNvPicPr>
            <a:picLocks xmlns:a="http://schemas.openxmlformats.org/drawingml/2006/main" noChangeAspect="1"/>
          </p:cNvPicPr>
          <p:nvPr/>
        </p:nvPicPr>
        <p:blipFill>
          <a:blip xmlns:r="http://schemas.openxmlformats.org/officeDocument/2006/relationships" xmlns:a="http://schemas.openxmlformats.org/drawingml/2006/main" r:embed="R3e8deafef4724ad4">
            <a:extLst>
              <a:ext uri="{96DAC541-7B7A-43D3-8B79-37D633B846F1}">
                <asvg:svgBlip xmlns:asvg="http://schemas.microsoft.com/office/drawing/2016/SVG/main" r:embed="Rf98d7406bcd5488c"/>
              </a:ext>
            </a:extLst>
          </a:blip>
          <a:srcRect xmlns:a="http://schemas.openxmlformats.org/drawingml/2006/main" l="0" t="0" r="0" b="0"/>
          <a:stretch xmlns:a="http://schemas.openxmlformats.org/drawingml/2006/main"/>
        </p:blipFill>
        <p:spPr>
          <a:xfrm xmlns:a="http://schemas.openxmlformats.org/drawingml/2006/main">
            <a:off x="4043835" y="2998299"/>
            <a:ext cx="4104330" cy="861403"/>
          </a:xfrm>
          <a:prstGeom xmlns:a="http://schemas.openxmlformats.org/drawingml/2006/main" prst="rect">
            <a:avLst/>
          </a:prstGeom>
        </p:spPr>
      </p:pic>
    </p:spTree>
  </p:cSld>
</p:sldLayout>
</file>

<file path=ppt/slideLayouts/slideLayout112.xml><?xml version="1.0" encoding="utf-8"?>
<p:sldLayout xmlns:p="http://schemas.openxmlformats.org/presentationml/2006/main" showMasterSp="0" preserve="1">
  <p:cSld name="STOP">
    <p:bg>
      <p:bgPr>
        <a:solidFill xmlns:a="http://schemas.openxmlformats.org/drawingml/2006/main">
          <a:srgbClr val="C74634"/>
        </a:solidFill>
      </p:bgPr>
    </p:bg>
    <p:spTree>
      <p:nvGrpSpPr>
        <p:cNvPr id="1" name=""/>
        <p:cNvGrpSpPr/>
        <p:nvPr/>
      </p:nvGrpSpPr>
      <p:grpSpPr>
        <a:xfrm xmlns:a="http://schemas.openxmlformats.org/drawingml/2006/main"/>
      </p:grpSpPr>
      <p:sp>
        <p:nvSpPr>
          <p:cNvPr id="7" name="Freeform 5">
            <a:extLst xmlns:a="http://schemas.openxmlformats.org/drawingml/2006/main">
              <a:ext uri="{FF2B5EF4-FFF2-40B4-BE49-F238E27FC236}">
                <a16:creationId xmlns:a16="http://schemas.microsoft.com/office/drawing/2014/main" id="{8D479378-DEC7-2ADF-53B1-0BD27B66492B}"/>
              </a:ext>
            </a:extLst>
          </p:cNvPr>
          <p:cNvSpPr>
            <a:spLocks xmlns:a="http://schemas.openxmlformats.org/drawingml/2006/main" noGrp="1"/>
          </p:cNvSpPr>
          <p:nvPr/>
        </p:nvSpPr>
        <p:spPr>
          <a:xfrm xmlns:a="http://schemas.openxmlformats.org/drawingml/2006/main" rot="0" flipH="0" flipV="0">
            <a:off x="1697927" y="3324744"/>
            <a:ext cx="644484" cy="525669"/>
          </a:xfrm>
          <a:custGeom xmlns:a="http://schemas.openxmlformats.org/drawingml/2006/main">
            <a:gdLst>
              <a:gd name="T0" fmla="*/ 88 w 1583"/>
              <a:gd name="T1" fmla="*/ 402 h 1292"/>
              <a:gd name="T2" fmla="*/ 167 w 1583"/>
              <a:gd name="T3" fmla="*/ 464 h 1292"/>
              <a:gd name="T4" fmla="*/ 215 w 1583"/>
              <a:gd name="T5" fmla="*/ 521 h 1292"/>
              <a:gd name="T6" fmla="*/ 412 w 1583"/>
              <a:gd name="T7" fmla="*/ 856 h 1292"/>
              <a:gd name="T8" fmla="*/ 1174 w 1583"/>
              <a:gd name="T9" fmla="*/ 1291 h 1292"/>
              <a:gd name="T10" fmla="*/ 1511 w 1583"/>
              <a:gd name="T11" fmla="*/ 1291 h 1292"/>
              <a:gd name="T12" fmla="*/ 1582 w 1583"/>
              <a:gd name="T13" fmla="*/ 1220 h 1292"/>
              <a:gd name="T14" fmla="*/ 1511 w 1583"/>
              <a:gd name="T15" fmla="*/ 1150 h 1292"/>
              <a:gd name="T16" fmla="*/ 1174 w 1583"/>
              <a:gd name="T17" fmla="*/ 1150 h 1292"/>
              <a:gd name="T18" fmla="*/ 534 w 1583"/>
              <a:gd name="T19" fmla="*/ 783 h 1292"/>
              <a:gd name="T20" fmla="*/ 336 w 1583"/>
              <a:gd name="T21" fmla="*/ 447 h 1292"/>
              <a:gd name="T22" fmla="*/ 252 w 1583"/>
              <a:gd name="T23" fmla="*/ 351 h 1292"/>
              <a:gd name="T24" fmla="*/ 173 w 1583"/>
              <a:gd name="T25" fmla="*/ 290 h 1292"/>
              <a:gd name="T26" fmla="*/ 167 w 1583"/>
              <a:gd name="T27" fmla="*/ 234 h 1292"/>
              <a:gd name="T28" fmla="*/ 167 w 1583"/>
              <a:gd name="T29" fmla="*/ 231 h 1292"/>
              <a:gd name="T30" fmla="*/ 421 w 1583"/>
              <a:gd name="T31" fmla="*/ 214 h 1292"/>
              <a:gd name="T32" fmla="*/ 426 w 1583"/>
              <a:gd name="T33" fmla="*/ 220 h 1292"/>
              <a:gd name="T34" fmla="*/ 785 w 1583"/>
              <a:gd name="T35" fmla="*/ 614 h 1292"/>
              <a:gd name="T36" fmla="*/ 883 w 1583"/>
              <a:gd name="T37" fmla="*/ 614 h 1292"/>
              <a:gd name="T38" fmla="*/ 889 w 1583"/>
              <a:gd name="T39" fmla="*/ 518 h 1292"/>
              <a:gd name="T40" fmla="*/ 528 w 1583"/>
              <a:gd name="T41" fmla="*/ 124 h 1292"/>
              <a:gd name="T42" fmla="*/ 525 w 1583"/>
              <a:gd name="T43" fmla="*/ 121 h 1292"/>
              <a:gd name="T44" fmla="*/ 74 w 1583"/>
              <a:gd name="T45" fmla="*/ 132 h 1292"/>
              <a:gd name="T46" fmla="*/ 65 w 1583"/>
              <a:gd name="T47" fmla="*/ 141 h 1292"/>
              <a:gd name="T48" fmla="*/ 85 w 1583"/>
              <a:gd name="T49" fmla="*/ 397 h 1292"/>
              <a:gd name="T50" fmla="*/ 88 w 1583"/>
              <a:gd name="T51" fmla="*/ 402 h 1292"/>
            </a:gdLst>
            <a:rect l="0" t="0" r="r" b="b"/>
            <a:pathLst>
              <a:path w="1583" h="1292">
                <a:moveTo>
                  <a:pt x="88" y="402"/>
                </a:moveTo>
                <a:lnTo>
                  <a:pt x="167" y="464"/>
                </a:lnTo>
                <a:cubicBezTo>
                  <a:pt x="187" y="481"/>
                  <a:pt x="204" y="498"/>
                  <a:pt x="215" y="521"/>
                </a:cubicBezTo>
                <a:lnTo>
                  <a:pt x="412" y="856"/>
                </a:lnTo>
                <a:cubicBezTo>
                  <a:pt x="570" y="1127"/>
                  <a:pt x="861" y="1291"/>
                  <a:pt x="1174" y="1291"/>
                </a:cubicBezTo>
                <a:lnTo>
                  <a:pt x="1511" y="1291"/>
                </a:lnTo>
                <a:cubicBezTo>
                  <a:pt x="1551" y="1291"/>
                  <a:pt x="1582" y="1260"/>
                  <a:pt x="1582" y="1220"/>
                </a:cubicBezTo>
                <a:cubicBezTo>
                  <a:pt x="1582" y="1181"/>
                  <a:pt x="1551" y="1150"/>
                  <a:pt x="1511" y="1150"/>
                </a:cubicBezTo>
                <a:lnTo>
                  <a:pt x="1174" y="1150"/>
                </a:lnTo>
                <a:cubicBezTo>
                  <a:pt x="912" y="1150"/>
                  <a:pt x="666" y="1009"/>
                  <a:pt x="534" y="783"/>
                </a:cubicBezTo>
                <a:lnTo>
                  <a:pt x="336" y="447"/>
                </a:lnTo>
                <a:cubicBezTo>
                  <a:pt x="314" y="411"/>
                  <a:pt x="285" y="380"/>
                  <a:pt x="252" y="351"/>
                </a:cubicBezTo>
                <a:lnTo>
                  <a:pt x="173" y="290"/>
                </a:lnTo>
                <a:cubicBezTo>
                  <a:pt x="156" y="276"/>
                  <a:pt x="153" y="251"/>
                  <a:pt x="167" y="234"/>
                </a:cubicBezTo>
                <a:cubicBezTo>
                  <a:pt x="167" y="234"/>
                  <a:pt x="167" y="234"/>
                  <a:pt x="167" y="231"/>
                </a:cubicBezTo>
                <a:cubicBezTo>
                  <a:pt x="232" y="158"/>
                  <a:pt x="345" y="149"/>
                  <a:pt x="421" y="214"/>
                </a:cubicBezTo>
                <a:cubicBezTo>
                  <a:pt x="424" y="217"/>
                  <a:pt x="424" y="217"/>
                  <a:pt x="426" y="220"/>
                </a:cubicBezTo>
                <a:lnTo>
                  <a:pt x="785" y="614"/>
                </a:lnTo>
                <a:cubicBezTo>
                  <a:pt x="813" y="642"/>
                  <a:pt x="855" y="642"/>
                  <a:pt x="883" y="614"/>
                </a:cubicBezTo>
                <a:cubicBezTo>
                  <a:pt x="909" y="588"/>
                  <a:pt x="912" y="546"/>
                  <a:pt x="889" y="518"/>
                </a:cubicBezTo>
                <a:lnTo>
                  <a:pt x="528" y="124"/>
                </a:lnTo>
                <a:lnTo>
                  <a:pt x="525" y="121"/>
                </a:lnTo>
                <a:cubicBezTo>
                  <a:pt x="398" y="0"/>
                  <a:pt x="195" y="3"/>
                  <a:pt x="74" y="132"/>
                </a:cubicBezTo>
                <a:cubicBezTo>
                  <a:pt x="71" y="135"/>
                  <a:pt x="68" y="138"/>
                  <a:pt x="65" y="141"/>
                </a:cubicBezTo>
                <a:cubicBezTo>
                  <a:pt x="0" y="217"/>
                  <a:pt x="9" y="332"/>
                  <a:pt x="85" y="397"/>
                </a:cubicBezTo>
                <a:cubicBezTo>
                  <a:pt x="82" y="397"/>
                  <a:pt x="85" y="399"/>
                  <a:pt x="88" y="402"/>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8" name="Freeform 6">
            <a:extLst xmlns:a="http://schemas.openxmlformats.org/drawingml/2006/main">
              <a:ext uri="{FF2B5EF4-FFF2-40B4-BE49-F238E27FC236}">
                <a16:creationId xmlns:a16="http://schemas.microsoft.com/office/drawing/2014/main" id="{21479569-80A4-2098-1ABC-98C920F1FCDA}"/>
              </a:ext>
            </a:extLst>
          </p:cNvPr>
          <p:cNvSpPr>
            <a:spLocks xmlns:a="http://schemas.openxmlformats.org/drawingml/2006/main" noGrp="1"/>
          </p:cNvSpPr>
          <p:nvPr/>
        </p:nvSpPr>
        <p:spPr>
          <a:xfrm xmlns:a="http://schemas.openxmlformats.org/drawingml/2006/main" rot="0" flipH="0" flipV="0">
            <a:off x="1987765" y="2757669"/>
            <a:ext cx="624681" cy="649885"/>
          </a:xfrm>
          <a:custGeom xmlns:a="http://schemas.openxmlformats.org/drawingml/2006/main">
            <a:gdLst>
              <a:gd name="T0" fmla="*/ 958 w 1534"/>
              <a:gd name="T1" fmla="*/ 222 h 1595"/>
              <a:gd name="T2" fmla="*/ 853 w 1534"/>
              <a:gd name="T3" fmla="*/ 245 h 1595"/>
              <a:gd name="T4" fmla="*/ 598 w 1534"/>
              <a:gd name="T5" fmla="*/ 5 h 1595"/>
              <a:gd name="T6" fmla="*/ 358 w 1534"/>
              <a:gd name="T7" fmla="*/ 231 h 1595"/>
              <a:gd name="T8" fmla="*/ 25 w 1534"/>
              <a:gd name="T9" fmla="*/ 341 h 1595"/>
              <a:gd name="T10" fmla="*/ 0 w 1534"/>
              <a:gd name="T11" fmla="*/ 454 h 1595"/>
              <a:gd name="T12" fmla="*/ 0 w 1534"/>
              <a:gd name="T13" fmla="*/ 1523 h 1595"/>
              <a:gd name="T14" fmla="*/ 70 w 1534"/>
              <a:gd name="T15" fmla="*/ 1594 h 1595"/>
              <a:gd name="T16" fmla="*/ 141 w 1534"/>
              <a:gd name="T17" fmla="*/ 1523 h 1595"/>
              <a:gd name="T18" fmla="*/ 141 w 1534"/>
              <a:gd name="T19" fmla="*/ 457 h 1595"/>
              <a:gd name="T20" fmla="*/ 248 w 1534"/>
              <a:gd name="T21" fmla="*/ 349 h 1595"/>
              <a:gd name="T22" fmla="*/ 355 w 1534"/>
              <a:gd name="T23" fmla="*/ 457 h 1595"/>
              <a:gd name="T24" fmla="*/ 355 w 1534"/>
              <a:gd name="T25" fmla="*/ 457 h 1595"/>
              <a:gd name="T26" fmla="*/ 355 w 1534"/>
              <a:gd name="T27" fmla="*/ 1227 h 1595"/>
              <a:gd name="T28" fmla="*/ 425 w 1534"/>
              <a:gd name="T29" fmla="*/ 1297 h 1595"/>
              <a:gd name="T30" fmla="*/ 496 w 1534"/>
              <a:gd name="T31" fmla="*/ 1227 h 1595"/>
              <a:gd name="T32" fmla="*/ 496 w 1534"/>
              <a:gd name="T33" fmla="*/ 259 h 1595"/>
              <a:gd name="T34" fmla="*/ 603 w 1534"/>
              <a:gd name="T35" fmla="*/ 152 h 1595"/>
              <a:gd name="T36" fmla="*/ 709 w 1534"/>
              <a:gd name="T37" fmla="*/ 259 h 1595"/>
              <a:gd name="T38" fmla="*/ 709 w 1534"/>
              <a:gd name="T39" fmla="*/ 259 h 1595"/>
              <a:gd name="T40" fmla="*/ 709 w 1534"/>
              <a:gd name="T41" fmla="*/ 1224 h 1595"/>
              <a:gd name="T42" fmla="*/ 780 w 1534"/>
              <a:gd name="T43" fmla="*/ 1295 h 1595"/>
              <a:gd name="T44" fmla="*/ 850 w 1534"/>
              <a:gd name="T45" fmla="*/ 1224 h 1595"/>
              <a:gd name="T46" fmla="*/ 850 w 1534"/>
              <a:gd name="T47" fmla="*/ 468 h 1595"/>
              <a:gd name="T48" fmla="*/ 955 w 1534"/>
              <a:gd name="T49" fmla="*/ 364 h 1595"/>
              <a:gd name="T50" fmla="*/ 1059 w 1534"/>
              <a:gd name="T51" fmla="*/ 468 h 1595"/>
              <a:gd name="T52" fmla="*/ 1059 w 1534"/>
              <a:gd name="T53" fmla="*/ 1241 h 1595"/>
              <a:gd name="T54" fmla="*/ 1130 w 1534"/>
              <a:gd name="T55" fmla="*/ 1312 h 1595"/>
              <a:gd name="T56" fmla="*/ 1200 w 1534"/>
              <a:gd name="T57" fmla="*/ 1241 h 1595"/>
              <a:gd name="T58" fmla="*/ 1200 w 1534"/>
              <a:gd name="T59" fmla="*/ 694 h 1595"/>
              <a:gd name="T60" fmla="*/ 1296 w 1534"/>
              <a:gd name="T61" fmla="*/ 598 h 1595"/>
              <a:gd name="T62" fmla="*/ 1392 w 1534"/>
              <a:gd name="T63" fmla="*/ 694 h 1595"/>
              <a:gd name="T64" fmla="*/ 1392 w 1534"/>
              <a:gd name="T65" fmla="*/ 1328 h 1595"/>
              <a:gd name="T66" fmla="*/ 1463 w 1534"/>
              <a:gd name="T67" fmla="*/ 1399 h 1595"/>
              <a:gd name="T68" fmla="*/ 1533 w 1534"/>
              <a:gd name="T69" fmla="*/ 1328 h 1595"/>
              <a:gd name="T70" fmla="*/ 1533 w 1534"/>
              <a:gd name="T71" fmla="*/ 694 h 1595"/>
              <a:gd name="T72" fmla="*/ 1296 w 1534"/>
              <a:gd name="T73" fmla="*/ 459 h 1595"/>
              <a:gd name="T74" fmla="*/ 1203 w 1534"/>
              <a:gd name="T75" fmla="*/ 479 h 1595"/>
              <a:gd name="T76" fmla="*/ 1203 w 1534"/>
              <a:gd name="T77" fmla="*/ 468 h 1595"/>
              <a:gd name="T78" fmla="*/ 958 w 1534"/>
              <a:gd name="T79" fmla="*/ 222 h 1595"/>
            </a:gdLst>
            <a:rect l="0" t="0" r="r" b="b"/>
            <a:pathLst>
              <a:path w="1534" h="1595">
                <a:moveTo>
                  <a:pt x="958" y="222"/>
                </a:moveTo>
                <a:cubicBezTo>
                  <a:pt x="921" y="222"/>
                  <a:pt x="887" y="231"/>
                  <a:pt x="853" y="245"/>
                </a:cubicBezTo>
                <a:cubicBezTo>
                  <a:pt x="848" y="107"/>
                  <a:pt x="735" y="0"/>
                  <a:pt x="598" y="5"/>
                </a:cubicBezTo>
                <a:cubicBezTo>
                  <a:pt x="473" y="11"/>
                  <a:pt x="369" y="107"/>
                  <a:pt x="358" y="231"/>
                </a:cubicBezTo>
                <a:cubicBezTo>
                  <a:pt x="236" y="169"/>
                  <a:pt x="87" y="220"/>
                  <a:pt x="25" y="341"/>
                </a:cubicBezTo>
                <a:cubicBezTo>
                  <a:pt x="8" y="375"/>
                  <a:pt x="0" y="414"/>
                  <a:pt x="0" y="454"/>
                </a:cubicBezTo>
                <a:lnTo>
                  <a:pt x="0" y="1523"/>
                </a:lnTo>
                <a:cubicBezTo>
                  <a:pt x="0" y="1563"/>
                  <a:pt x="30" y="1594"/>
                  <a:pt x="70" y="1594"/>
                </a:cubicBezTo>
                <a:cubicBezTo>
                  <a:pt x="109" y="1594"/>
                  <a:pt x="141" y="1563"/>
                  <a:pt x="141" y="1523"/>
                </a:cubicBezTo>
                <a:lnTo>
                  <a:pt x="141" y="457"/>
                </a:lnTo>
                <a:cubicBezTo>
                  <a:pt x="141" y="397"/>
                  <a:pt x="189" y="349"/>
                  <a:pt x="248" y="349"/>
                </a:cubicBezTo>
                <a:cubicBezTo>
                  <a:pt x="307" y="349"/>
                  <a:pt x="355" y="397"/>
                  <a:pt x="355" y="457"/>
                </a:cubicBezTo>
                <a:lnTo>
                  <a:pt x="355" y="457"/>
                </a:lnTo>
                <a:lnTo>
                  <a:pt x="355" y="1227"/>
                </a:lnTo>
                <a:cubicBezTo>
                  <a:pt x="355" y="1266"/>
                  <a:pt x="385" y="1297"/>
                  <a:pt x="425" y="1297"/>
                </a:cubicBezTo>
                <a:cubicBezTo>
                  <a:pt x="464" y="1297"/>
                  <a:pt x="496" y="1266"/>
                  <a:pt x="496" y="1227"/>
                </a:cubicBezTo>
                <a:lnTo>
                  <a:pt x="496" y="259"/>
                </a:lnTo>
                <a:cubicBezTo>
                  <a:pt x="496" y="200"/>
                  <a:pt x="544" y="152"/>
                  <a:pt x="603" y="152"/>
                </a:cubicBezTo>
                <a:cubicBezTo>
                  <a:pt x="662" y="152"/>
                  <a:pt x="709" y="200"/>
                  <a:pt x="709" y="259"/>
                </a:cubicBezTo>
                <a:lnTo>
                  <a:pt x="709" y="259"/>
                </a:lnTo>
                <a:lnTo>
                  <a:pt x="709" y="1224"/>
                </a:lnTo>
                <a:cubicBezTo>
                  <a:pt x="709" y="1264"/>
                  <a:pt x="741" y="1295"/>
                  <a:pt x="780" y="1295"/>
                </a:cubicBezTo>
                <a:cubicBezTo>
                  <a:pt x="820" y="1295"/>
                  <a:pt x="850" y="1264"/>
                  <a:pt x="850" y="1224"/>
                </a:cubicBezTo>
                <a:lnTo>
                  <a:pt x="850" y="468"/>
                </a:lnTo>
                <a:cubicBezTo>
                  <a:pt x="850" y="411"/>
                  <a:pt x="896" y="364"/>
                  <a:pt x="955" y="364"/>
                </a:cubicBezTo>
                <a:cubicBezTo>
                  <a:pt x="1011" y="364"/>
                  <a:pt x="1059" y="409"/>
                  <a:pt x="1059" y="468"/>
                </a:cubicBezTo>
                <a:lnTo>
                  <a:pt x="1059" y="1241"/>
                </a:lnTo>
                <a:cubicBezTo>
                  <a:pt x="1059" y="1280"/>
                  <a:pt x="1091" y="1312"/>
                  <a:pt x="1130" y="1312"/>
                </a:cubicBezTo>
                <a:cubicBezTo>
                  <a:pt x="1170" y="1312"/>
                  <a:pt x="1200" y="1280"/>
                  <a:pt x="1200" y="1241"/>
                </a:cubicBezTo>
                <a:lnTo>
                  <a:pt x="1200" y="694"/>
                </a:lnTo>
                <a:cubicBezTo>
                  <a:pt x="1200" y="640"/>
                  <a:pt x="1242" y="598"/>
                  <a:pt x="1296" y="598"/>
                </a:cubicBezTo>
                <a:cubicBezTo>
                  <a:pt x="1350" y="598"/>
                  <a:pt x="1392" y="640"/>
                  <a:pt x="1392" y="694"/>
                </a:cubicBezTo>
                <a:lnTo>
                  <a:pt x="1392" y="1328"/>
                </a:lnTo>
                <a:cubicBezTo>
                  <a:pt x="1392" y="1368"/>
                  <a:pt x="1424" y="1399"/>
                  <a:pt x="1463" y="1399"/>
                </a:cubicBezTo>
                <a:cubicBezTo>
                  <a:pt x="1503" y="1399"/>
                  <a:pt x="1533" y="1368"/>
                  <a:pt x="1533" y="1328"/>
                </a:cubicBezTo>
                <a:lnTo>
                  <a:pt x="1533" y="694"/>
                </a:lnTo>
                <a:cubicBezTo>
                  <a:pt x="1533" y="564"/>
                  <a:pt x="1426" y="457"/>
                  <a:pt x="1296" y="459"/>
                </a:cubicBezTo>
                <a:cubicBezTo>
                  <a:pt x="1265" y="459"/>
                  <a:pt x="1231" y="465"/>
                  <a:pt x="1203" y="479"/>
                </a:cubicBezTo>
                <a:lnTo>
                  <a:pt x="1203" y="468"/>
                </a:lnTo>
                <a:cubicBezTo>
                  <a:pt x="1200" y="332"/>
                  <a:pt x="1093" y="225"/>
                  <a:pt x="958" y="222"/>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9" name="Freeform 7">
            <a:extLst xmlns:a="http://schemas.openxmlformats.org/drawingml/2006/main">
              <a:ext uri="{FF2B5EF4-FFF2-40B4-BE49-F238E27FC236}">
                <a16:creationId xmlns:a16="http://schemas.microsoft.com/office/drawing/2014/main" id="{FA1BF811-5A06-549B-D001-A8EB9DAFD738}"/>
              </a:ext>
            </a:extLst>
          </p:cNvPr>
          <p:cNvSpPr>
            <a:spLocks xmlns:a="http://schemas.openxmlformats.org/drawingml/2006/main" noGrp="1"/>
          </p:cNvSpPr>
          <p:nvPr/>
        </p:nvSpPr>
        <p:spPr>
          <a:xfrm xmlns:a="http://schemas.openxmlformats.org/drawingml/2006/main" rot="0" flipH="0" flipV="0">
            <a:off x="2074176" y="3418356"/>
            <a:ext cx="234030" cy="185424"/>
          </a:xfrm>
          <a:custGeom xmlns:a="http://schemas.openxmlformats.org/drawingml/2006/main">
            <a:gdLst>
              <a:gd name="T0" fmla="*/ 138 w 578"/>
              <a:gd name="T1" fmla="*/ 0 h 460"/>
              <a:gd name="T2" fmla="*/ 135 w 578"/>
              <a:gd name="T3" fmla="*/ 0 h 460"/>
              <a:gd name="T4" fmla="*/ 71 w 578"/>
              <a:gd name="T5" fmla="*/ 0 h 460"/>
              <a:gd name="T6" fmla="*/ 0 w 578"/>
              <a:gd name="T7" fmla="*/ 71 h 460"/>
              <a:gd name="T8" fmla="*/ 71 w 578"/>
              <a:gd name="T9" fmla="*/ 140 h 460"/>
              <a:gd name="T10" fmla="*/ 135 w 578"/>
              <a:gd name="T11" fmla="*/ 140 h 460"/>
              <a:gd name="T12" fmla="*/ 138 w 578"/>
              <a:gd name="T13" fmla="*/ 140 h 460"/>
              <a:gd name="T14" fmla="*/ 434 w 578"/>
              <a:gd name="T15" fmla="*/ 394 h 460"/>
              <a:gd name="T16" fmla="*/ 512 w 578"/>
              <a:gd name="T17" fmla="*/ 456 h 460"/>
              <a:gd name="T18" fmla="*/ 575 w 578"/>
              <a:gd name="T19" fmla="*/ 377 h 460"/>
              <a:gd name="T20" fmla="*/ 575 w 578"/>
              <a:gd name="T21" fmla="*/ 374 h 460"/>
              <a:gd name="T22" fmla="*/ 138 w 578"/>
              <a:gd name="T23" fmla="*/ 0 h 460"/>
            </a:gdLst>
            <a:rect l="0" t="0" r="r" b="b"/>
            <a:pathLst>
              <a:path w="578" h="460">
                <a:moveTo>
                  <a:pt x="138" y="0"/>
                </a:moveTo>
                <a:lnTo>
                  <a:pt x="135" y="0"/>
                </a:lnTo>
                <a:lnTo>
                  <a:pt x="71" y="0"/>
                </a:lnTo>
                <a:cubicBezTo>
                  <a:pt x="31" y="0"/>
                  <a:pt x="0" y="31"/>
                  <a:pt x="0" y="71"/>
                </a:cubicBezTo>
                <a:cubicBezTo>
                  <a:pt x="0" y="110"/>
                  <a:pt x="31" y="140"/>
                  <a:pt x="71" y="140"/>
                </a:cubicBezTo>
                <a:lnTo>
                  <a:pt x="135" y="140"/>
                </a:lnTo>
                <a:lnTo>
                  <a:pt x="138" y="140"/>
                </a:lnTo>
                <a:cubicBezTo>
                  <a:pt x="285" y="140"/>
                  <a:pt x="412" y="248"/>
                  <a:pt x="434" y="394"/>
                </a:cubicBezTo>
                <a:cubicBezTo>
                  <a:pt x="440" y="434"/>
                  <a:pt x="473" y="459"/>
                  <a:pt x="512" y="456"/>
                </a:cubicBezTo>
                <a:cubicBezTo>
                  <a:pt x="552" y="451"/>
                  <a:pt x="577" y="417"/>
                  <a:pt x="575" y="377"/>
                </a:cubicBezTo>
                <a:lnTo>
                  <a:pt x="575" y="374"/>
                </a:lnTo>
                <a:cubicBezTo>
                  <a:pt x="538" y="157"/>
                  <a:pt x="355" y="0"/>
                  <a:pt x="138" y="0"/>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10" name="Freeform 8">
            <a:extLst xmlns:a="http://schemas.openxmlformats.org/drawingml/2006/main">
              <a:ext uri="{FF2B5EF4-FFF2-40B4-BE49-F238E27FC236}">
                <a16:creationId xmlns:a16="http://schemas.microsoft.com/office/drawing/2014/main" id="{29B31A47-1DBD-1652-5D57-90F2000198A7}"/>
              </a:ext>
            </a:extLst>
          </p:cNvPr>
          <p:cNvSpPr>
            <a:spLocks xmlns:a="http://schemas.openxmlformats.org/drawingml/2006/main" noGrp="1"/>
          </p:cNvSpPr>
          <p:nvPr/>
        </p:nvSpPr>
        <p:spPr>
          <a:xfrm xmlns:a="http://schemas.openxmlformats.org/drawingml/2006/main" rot="0" flipH="0" flipV="0">
            <a:off x="2347812" y="3385952"/>
            <a:ext cx="496865" cy="496865"/>
          </a:xfrm>
          <a:custGeom xmlns:a="http://schemas.openxmlformats.org/drawingml/2006/main">
            <a:gdLst>
              <a:gd name="T0" fmla="*/ 582 w 1220"/>
              <a:gd name="T1" fmla="*/ 0 h 1220"/>
              <a:gd name="T2" fmla="*/ 0 w 1220"/>
              <a:gd name="T3" fmla="*/ 580 h 1220"/>
              <a:gd name="T4" fmla="*/ 170 w 1220"/>
              <a:gd name="T5" fmla="*/ 990 h 1220"/>
              <a:gd name="T6" fmla="*/ 170 w 1220"/>
              <a:gd name="T7" fmla="*/ 990 h 1220"/>
              <a:gd name="T8" fmla="*/ 991 w 1220"/>
              <a:gd name="T9" fmla="*/ 990 h 1220"/>
              <a:gd name="T10" fmla="*/ 991 w 1220"/>
              <a:gd name="T11" fmla="*/ 170 h 1220"/>
              <a:gd name="T12" fmla="*/ 582 w 1220"/>
              <a:gd name="T13" fmla="*/ 0 h 1220"/>
              <a:gd name="T14" fmla="*/ 892 w 1220"/>
              <a:gd name="T15" fmla="*/ 891 h 1220"/>
              <a:gd name="T16" fmla="*/ 271 w 1220"/>
              <a:gd name="T17" fmla="*/ 891 h 1220"/>
              <a:gd name="T18" fmla="*/ 271 w 1220"/>
              <a:gd name="T19" fmla="*/ 891 h 1220"/>
              <a:gd name="T20" fmla="*/ 271 w 1220"/>
              <a:gd name="T21" fmla="*/ 891 h 1220"/>
              <a:gd name="T22" fmla="*/ 271 w 1220"/>
              <a:gd name="T23" fmla="*/ 267 h 1220"/>
              <a:gd name="T24" fmla="*/ 895 w 1220"/>
              <a:gd name="T25" fmla="*/ 267 h 1220"/>
              <a:gd name="T26" fmla="*/ 892 w 1220"/>
              <a:gd name="T27" fmla="*/ 891 h 1220"/>
            </a:gdLst>
            <a:rect l="0" t="0" r="r" b="b"/>
            <a:pathLst>
              <a:path w="1220" h="1220">
                <a:moveTo>
                  <a:pt x="582" y="0"/>
                </a:moveTo>
                <a:cubicBezTo>
                  <a:pt x="260" y="0"/>
                  <a:pt x="0" y="259"/>
                  <a:pt x="0" y="580"/>
                </a:cubicBezTo>
                <a:cubicBezTo>
                  <a:pt x="0" y="736"/>
                  <a:pt x="62" y="882"/>
                  <a:pt x="170" y="990"/>
                </a:cubicBezTo>
                <a:lnTo>
                  <a:pt x="170" y="990"/>
                </a:lnTo>
                <a:cubicBezTo>
                  <a:pt x="395" y="1215"/>
                  <a:pt x="766" y="1219"/>
                  <a:pt x="991" y="990"/>
                </a:cubicBezTo>
                <a:cubicBezTo>
                  <a:pt x="1217" y="762"/>
                  <a:pt x="1219" y="394"/>
                  <a:pt x="991" y="170"/>
                </a:cubicBezTo>
                <a:cubicBezTo>
                  <a:pt x="883" y="59"/>
                  <a:pt x="737" y="0"/>
                  <a:pt x="582" y="0"/>
                </a:cubicBezTo>
                <a:close/>
                <a:moveTo>
                  <a:pt x="892" y="891"/>
                </a:moveTo>
                <a:cubicBezTo>
                  <a:pt x="720" y="1063"/>
                  <a:pt x="440" y="1063"/>
                  <a:pt x="271" y="891"/>
                </a:cubicBezTo>
                <a:lnTo>
                  <a:pt x="271" y="891"/>
                </a:lnTo>
                <a:lnTo>
                  <a:pt x="271" y="891"/>
                </a:lnTo>
                <a:cubicBezTo>
                  <a:pt x="99" y="719"/>
                  <a:pt x="99" y="439"/>
                  <a:pt x="271" y="267"/>
                </a:cubicBezTo>
                <a:cubicBezTo>
                  <a:pt x="443" y="96"/>
                  <a:pt x="723" y="96"/>
                  <a:pt x="895" y="267"/>
                </a:cubicBezTo>
                <a:cubicBezTo>
                  <a:pt x="1064" y="439"/>
                  <a:pt x="1064" y="719"/>
                  <a:pt x="892" y="891"/>
                </a:cubicBezTo>
                <a:close/>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11" name="Freeform 9">
            <a:extLst xmlns:a="http://schemas.openxmlformats.org/drawingml/2006/main">
              <a:ext uri="{FF2B5EF4-FFF2-40B4-BE49-F238E27FC236}">
                <a16:creationId xmlns:a16="http://schemas.microsoft.com/office/drawing/2014/main" id="{98CEA400-2F99-24D8-1CAC-FD508D0F9288}"/>
              </a:ext>
            </a:extLst>
          </p:cNvPr>
          <p:cNvSpPr>
            <a:spLocks xmlns:a="http://schemas.openxmlformats.org/drawingml/2006/main" noGrp="1"/>
          </p:cNvSpPr>
          <p:nvPr/>
        </p:nvSpPr>
        <p:spPr>
          <a:xfrm xmlns:a="http://schemas.openxmlformats.org/drawingml/2006/main" rot="0" flipH="0" flipV="0">
            <a:off x="2493631" y="3528171"/>
            <a:ext cx="183624" cy="183624"/>
          </a:xfrm>
          <a:custGeom xmlns:a="http://schemas.openxmlformats.org/drawingml/2006/main">
            <a:gdLst>
              <a:gd name="T0" fmla="*/ 423 w 456"/>
              <a:gd name="T1" fmla="*/ 28 h 452"/>
              <a:gd name="T2" fmla="*/ 324 w 456"/>
              <a:gd name="T3" fmla="*/ 28 h 452"/>
              <a:gd name="T4" fmla="*/ 324 w 456"/>
              <a:gd name="T5" fmla="*/ 28 h 452"/>
              <a:gd name="T6" fmla="*/ 225 w 456"/>
              <a:gd name="T7" fmla="*/ 124 h 452"/>
              <a:gd name="T8" fmla="*/ 127 w 456"/>
              <a:gd name="T9" fmla="*/ 28 h 452"/>
              <a:gd name="T10" fmla="*/ 28 w 456"/>
              <a:gd name="T11" fmla="*/ 37 h 452"/>
              <a:gd name="T12" fmla="*/ 28 w 456"/>
              <a:gd name="T13" fmla="*/ 130 h 452"/>
              <a:gd name="T14" fmla="*/ 127 w 456"/>
              <a:gd name="T15" fmla="*/ 228 h 452"/>
              <a:gd name="T16" fmla="*/ 28 w 456"/>
              <a:gd name="T17" fmla="*/ 322 h 452"/>
              <a:gd name="T18" fmla="*/ 28 w 456"/>
              <a:gd name="T19" fmla="*/ 423 h 452"/>
              <a:gd name="T20" fmla="*/ 129 w 456"/>
              <a:gd name="T21" fmla="*/ 423 h 452"/>
              <a:gd name="T22" fmla="*/ 228 w 456"/>
              <a:gd name="T23" fmla="*/ 324 h 452"/>
              <a:gd name="T24" fmla="*/ 324 w 456"/>
              <a:gd name="T25" fmla="*/ 423 h 452"/>
              <a:gd name="T26" fmla="*/ 426 w 456"/>
              <a:gd name="T27" fmla="*/ 423 h 452"/>
              <a:gd name="T28" fmla="*/ 426 w 456"/>
              <a:gd name="T29" fmla="*/ 322 h 452"/>
              <a:gd name="T30" fmla="*/ 324 w 456"/>
              <a:gd name="T31" fmla="*/ 226 h 452"/>
              <a:gd name="T32" fmla="*/ 423 w 456"/>
              <a:gd name="T33" fmla="*/ 127 h 452"/>
              <a:gd name="T34" fmla="*/ 423 w 456"/>
              <a:gd name="T35" fmla="*/ 28 h 452"/>
            </a:gdLst>
            <a:rect l="0" t="0" r="r" b="b"/>
            <a:pathLst>
              <a:path w="456" h="452">
                <a:moveTo>
                  <a:pt x="423" y="28"/>
                </a:moveTo>
                <a:cubicBezTo>
                  <a:pt x="395" y="0"/>
                  <a:pt x="349" y="0"/>
                  <a:pt x="324" y="28"/>
                </a:cubicBezTo>
                <a:lnTo>
                  <a:pt x="324" y="28"/>
                </a:lnTo>
                <a:lnTo>
                  <a:pt x="225" y="124"/>
                </a:lnTo>
                <a:lnTo>
                  <a:pt x="127" y="28"/>
                </a:lnTo>
                <a:cubicBezTo>
                  <a:pt x="98" y="3"/>
                  <a:pt x="53" y="6"/>
                  <a:pt x="28" y="37"/>
                </a:cubicBezTo>
                <a:cubicBezTo>
                  <a:pt x="5" y="62"/>
                  <a:pt x="5" y="101"/>
                  <a:pt x="28" y="130"/>
                </a:cubicBezTo>
                <a:lnTo>
                  <a:pt x="127" y="228"/>
                </a:lnTo>
                <a:lnTo>
                  <a:pt x="28" y="322"/>
                </a:lnTo>
                <a:cubicBezTo>
                  <a:pt x="0" y="350"/>
                  <a:pt x="0" y="395"/>
                  <a:pt x="28" y="423"/>
                </a:cubicBezTo>
                <a:cubicBezTo>
                  <a:pt x="56" y="451"/>
                  <a:pt x="101" y="451"/>
                  <a:pt x="129" y="423"/>
                </a:cubicBezTo>
                <a:lnTo>
                  <a:pt x="228" y="324"/>
                </a:lnTo>
                <a:lnTo>
                  <a:pt x="324" y="423"/>
                </a:lnTo>
                <a:cubicBezTo>
                  <a:pt x="352" y="451"/>
                  <a:pt x="398" y="451"/>
                  <a:pt x="426" y="423"/>
                </a:cubicBezTo>
                <a:cubicBezTo>
                  <a:pt x="455" y="395"/>
                  <a:pt x="454" y="350"/>
                  <a:pt x="426" y="322"/>
                </a:cubicBezTo>
                <a:lnTo>
                  <a:pt x="324" y="226"/>
                </a:lnTo>
                <a:lnTo>
                  <a:pt x="423" y="127"/>
                </a:lnTo>
                <a:cubicBezTo>
                  <a:pt x="451" y="99"/>
                  <a:pt x="451" y="56"/>
                  <a:pt x="423" y="28"/>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12" name="TextBox 11">
            <a:extLst xmlns:a="http://schemas.openxmlformats.org/drawingml/2006/main">
              <a:ext uri="{FF2B5EF4-FFF2-40B4-BE49-F238E27FC236}">
                <a16:creationId xmlns:a16="http://schemas.microsoft.com/office/drawing/2014/main" id="{F8B44FF3-28AB-10D7-B1C4-E339265AAF9B}"/>
              </a:ext>
            </a:extLst>
          </p:cNvPr>
          <p:cNvSpPr>
            <a:spLocks xmlns:a="http://schemas.openxmlformats.org/drawingml/2006/main" noGrp="1"/>
          </p:cNvSpPr>
          <p:nvPr/>
        </p:nvSpPr>
        <p:spPr>
          <a:xfrm xmlns:a="http://schemas.openxmlformats.org/drawingml/2006/main">
            <a:off x="3261391" y="2485152"/>
            <a:ext cx="8046632" cy="18876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Any master slides that appear after this end slide have been accidentally imported from other slide decks and </a:t>
            </a:r>
            <a:br/>
            <a:r>
              <a:rPr sz="2000" b="0" i="0">
                <a:solidFill>
                  <a:schemeClr val="tx1"/>
                </a:solidFill>
                <a:latin typeface="Oracle Sans Tab"/>
                <a:ea typeface="Oracle Sans Tab"/>
                <a:cs typeface="Oracle Sans Tab"/>
              </a:rPr>
              <a:t>may not match the style of this template.</a:t>
            </a:r>
          </a:p>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Please locate slides that are referencing these imported slide layouts and reselect/apply a layout from the master slide options above.</a:t>
            </a:r>
          </a:p>
        </p:txBody>
      </p:sp>
    </p:spTree>
  </p:cSld>
</p:sldLayout>
</file>

<file path=ppt/slideMasters/_rels/slideMaster1.xml.rels><?xml version='1.0' encoding='UTF-8' standalone='yes'?>
<Relationships xmlns="http://schemas.openxmlformats.org/package/2006/relationships"><Relationship Id="R07d91221bded4e63" Type="http://schemas.openxmlformats.org/officeDocument/2006/relationships/slideLayout" Target="../slideLayouts/slideLayout76.xml"/><Relationship Id="R07dbdb336c934efd" Type="http://schemas.openxmlformats.org/officeDocument/2006/relationships/slideLayout" Target="../slideLayouts/slideLayout110.xml"/><Relationship Id="R0c2d7ca82fca4fac" Type="http://schemas.openxmlformats.org/officeDocument/2006/relationships/slideLayout" Target="../slideLayouts/slideLayout20.xml"/><Relationship Id="R0c7b37156f5444cf" Type="http://schemas.openxmlformats.org/officeDocument/2006/relationships/slideLayout" Target="../slideLayouts/slideLayout71.xml"/><Relationship Id="R0f919ff3b3224d73" Type="http://schemas.openxmlformats.org/officeDocument/2006/relationships/slideLayout" Target="../slideLayouts/slideLayout96.xml"/><Relationship Id="R10b696c668c34ce6" Type="http://schemas.openxmlformats.org/officeDocument/2006/relationships/slideLayout" Target="../slideLayouts/slideLayout55.xml"/><Relationship Id="R13109325de594c85" Type="http://schemas.openxmlformats.org/officeDocument/2006/relationships/slideLayout" Target="../slideLayouts/slideLayout36.xml"/><Relationship Id="R2313441b0fd747dd" Type="http://schemas.openxmlformats.org/officeDocument/2006/relationships/slideLayout" Target="../slideLayouts/slideLayout7.xml"/><Relationship Id="R25cd08a86988449f" Type="http://schemas.openxmlformats.org/officeDocument/2006/relationships/slideLayout" Target="../slideLayouts/slideLayout27.xml"/><Relationship Id="R2657dbd62fd94637" Type="http://schemas.openxmlformats.org/officeDocument/2006/relationships/slideLayout" Target="../slideLayouts/slideLayout64.xml"/><Relationship Id="R2751e4cfb1184b57" Type="http://schemas.openxmlformats.org/officeDocument/2006/relationships/slideLayout" Target="../slideLayouts/slideLayout94.xml"/><Relationship Id="R28cace69214242ac" Type="http://schemas.openxmlformats.org/officeDocument/2006/relationships/slideLayout" Target="../slideLayouts/slideLayout84.xml"/><Relationship Id="R29336e97d036448e" Type="http://schemas.openxmlformats.org/officeDocument/2006/relationships/slideLayout" Target="../slideLayouts/slideLayout79.xml"/><Relationship Id="R2bf6874856634ecc" Type="http://schemas.openxmlformats.org/officeDocument/2006/relationships/slideLayout" Target="../slideLayouts/slideLayout22.xml"/><Relationship Id="R312f84349cf54f1e" Type="http://schemas.openxmlformats.org/officeDocument/2006/relationships/slideLayout" Target="../slideLayouts/slideLayout70.xml"/><Relationship Id="R32999b1a24f247d1" Type="http://schemas.openxmlformats.org/officeDocument/2006/relationships/slideLayout" Target="../slideLayouts/slideLayout61.xml"/><Relationship Id="R337b6ecaf34041e8" Type="http://schemas.openxmlformats.org/officeDocument/2006/relationships/slideLayout" Target="../slideLayouts/slideLayout31.xml"/><Relationship Id="R33f19791a2964dfd" Type="http://schemas.openxmlformats.org/officeDocument/2006/relationships/slideLayout" Target="../slideLayouts/slideLayout26.xml"/><Relationship Id="R357198a980c74e1b" Type="http://schemas.openxmlformats.org/officeDocument/2006/relationships/slideLayout" Target="../slideLayouts/slideLayout74.xml"/><Relationship Id="R35a54d7182c1468e" Type="http://schemas.openxmlformats.org/officeDocument/2006/relationships/slideLayout" Target="../slideLayouts/slideLayout95.xml"/><Relationship Id="R36d6843d56344563" Type="http://schemas.openxmlformats.org/officeDocument/2006/relationships/slideLayout" Target="../slideLayouts/slideLayout37.xml"/><Relationship Id="R3904d5593983402c" Type="http://schemas.openxmlformats.org/officeDocument/2006/relationships/slideLayout" Target="../slideLayouts/slideLayout103.xml"/><Relationship Id="R39fe708e292a432a" Type="http://schemas.openxmlformats.org/officeDocument/2006/relationships/theme" Target="theme/theme2.xml"/><Relationship Id="R3c048726ec804658" Type="http://schemas.openxmlformats.org/officeDocument/2006/relationships/slideLayout" Target="../slideLayouts/slideLayout46.xml"/><Relationship Id="R4041116d4f774a22" Type="http://schemas.openxmlformats.org/officeDocument/2006/relationships/slideLayout" Target="../slideLayouts/slideLayout87.xml"/><Relationship Id="R43167c9ab6524f89" Type="http://schemas.openxmlformats.org/officeDocument/2006/relationships/slideLayout" Target="../slideLayouts/slideLayout14.xml"/><Relationship Id="R470ddbe1506d45a2" Type="http://schemas.openxmlformats.org/officeDocument/2006/relationships/slideLayout" Target="../slideLayouts/slideLayout28.xml"/><Relationship Id="R471887af19684b06" Type="http://schemas.openxmlformats.org/officeDocument/2006/relationships/slideLayout" Target="../slideLayouts/slideLayout12.xml"/><Relationship Id="R4792d783270d4a30" Type="http://schemas.openxmlformats.org/officeDocument/2006/relationships/slideLayout" Target="../slideLayouts/slideLayout100.xml"/><Relationship Id="R486a95c34aa643b0" Type="http://schemas.openxmlformats.org/officeDocument/2006/relationships/slideLayout" Target="../slideLayouts/slideLayout50.xml"/><Relationship Id="R48a8448607994d0a" Type="http://schemas.openxmlformats.org/officeDocument/2006/relationships/slideLayout" Target="../slideLayouts/slideLayout86.xml"/><Relationship Id="R4ab5037404d64b38" Type="http://schemas.openxmlformats.org/officeDocument/2006/relationships/slideLayout" Target="../slideLayouts/slideLayout4.xml"/><Relationship Id="R4b48a34808194f76" Type="http://schemas.openxmlformats.org/officeDocument/2006/relationships/slideLayout" Target="../slideLayouts/slideLayout34.xml"/><Relationship Id="R51d4ddbdc95840d6" Type="http://schemas.openxmlformats.org/officeDocument/2006/relationships/slideLayout" Target="../slideLayouts/slideLayout111.xml"/><Relationship Id="R51f266a48f724049" Type="http://schemas.openxmlformats.org/officeDocument/2006/relationships/slideLayout" Target="../slideLayouts/slideLayout80.xml"/><Relationship Id="R523cce9c99544952" Type="http://schemas.openxmlformats.org/officeDocument/2006/relationships/slideLayout" Target="../slideLayouts/slideLayout75.xml"/><Relationship Id="R5454884a9d2e427e" Type="http://schemas.openxmlformats.org/officeDocument/2006/relationships/slideLayout" Target="../slideLayouts/slideLayout2.xml"/><Relationship Id="R565d8e8622654b85" Type="http://schemas.openxmlformats.org/officeDocument/2006/relationships/slideLayout" Target="../slideLayouts/slideLayout49.xml"/><Relationship Id="R58b5ef251d424cf1" Type="http://schemas.openxmlformats.org/officeDocument/2006/relationships/slideLayout" Target="../slideLayouts/slideLayout45.xml"/><Relationship Id="R58e3847a14024814" Type="http://schemas.openxmlformats.org/officeDocument/2006/relationships/slideLayout" Target="../slideLayouts/slideLayout19.xml"/><Relationship Id="R5b21edd854ac41f3" Type="http://schemas.openxmlformats.org/officeDocument/2006/relationships/slideLayout" Target="../slideLayouts/slideLayout99.xml"/><Relationship Id="R5cc875029f494a44" Type="http://schemas.openxmlformats.org/officeDocument/2006/relationships/slideLayout" Target="../slideLayouts/slideLayout97.xml"/><Relationship Id="R610bf5789fb84fa7" Type="http://schemas.openxmlformats.org/officeDocument/2006/relationships/slideLayout" Target="../slideLayouts/slideLayout52.xml"/><Relationship Id="R62a15fcacaef438b" Type="http://schemas.openxmlformats.org/officeDocument/2006/relationships/slideLayout" Target="../slideLayouts/slideLayout35.xml"/><Relationship Id="R63c6664f62e24122" Type="http://schemas.openxmlformats.org/officeDocument/2006/relationships/slideLayout" Target="../slideLayouts/slideLayout60.xml"/><Relationship Id="R67b2b5cc45b843bb" Type="http://schemas.openxmlformats.org/officeDocument/2006/relationships/slideLayout" Target="../slideLayouts/slideLayout102.xml"/><Relationship Id="R699e074593ec448f" Type="http://schemas.openxmlformats.org/officeDocument/2006/relationships/slideLayout" Target="../slideLayouts/slideLayout5.xml"/><Relationship Id="R6aeb96e812bb4a3f" Type="http://schemas.openxmlformats.org/officeDocument/2006/relationships/slideLayout" Target="../slideLayouts/slideLayout68.xml"/><Relationship Id="R70e32961c57d4b2f" Type="http://schemas.openxmlformats.org/officeDocument/2006/relationships/slideLayout" Target="../slideLayouts/slideLayout62.xml"/><Relationship Id="R769b2d96a60f462b" Type="http://schemas.openxmlformats.org/officeDocument/2006/relationships/slideLayout" Target="../slideLayouts/slideLayout92.xml"/><Relationship Id="R7885a5543ef24e90" Type="http://schemas.openxmlformats.org/officeDocument/2006/relationships/slideLayout" Target="../slideLayouts/slideLayout108.xml"/><Relationship Id="R791826dea0f7496f" Type="http://schemas.openxmlformats.org/officeDocument/2006/relationships/slideLayout" Target="../slideLayouts/slideLayout66.xml"/><Relationship Id="R7cb54168016e46e8" Type="http://schemas.openxmlformats.org/officeDocument/2006/relationships/slideLayout" Target="../slideLayouts/slideLayout48.xml"/><Relationship Id="R7cf7331b83a54f4c" Type="http://schemas.openxmlformats.org/officeDocument/2006/relationships/slideLayout" Target="../slideLayouts/slideLayout33.xml"/><Relationship Id="R7dcf8edc499d4a0e" Type="http://schemas.openxmlformats.org/officeDocument/2006/relationships/slideLayout" Target="../slideLayouts/slideLayout10.xml"/><Relationship Id="R7f095ab4def142c0" Type="http://schemas.openxmlformats.org/officeDocument/2006/relationships/slideLayout" Target="../slideLayouts/slideLayout16.xml"/><Relationship Id="R8110107a28d34088" Type="http://schemas.openxmlformats.org/officeDocument/2006/relationships/slideLayout" Target="../slideLayouts/slideLayout32.xml"/><Relationship Id="R81dc3dda03b54af7" Type="http://schemas.openxmlformats.org/officeDocument/2006/relationships/slideLayout" Target="../slideLayouts/slideLayout23.xml"/><Relationship Id="R840263451fb04d6b" Type="http://schemas.openxmlformats.org/officeDocument/2006/relationships/slideLayout" Target="../slideLayouts/slideLayout43.xml"/><Relationship Id="R8460b1379fcd4796" Type="http://schemas.openxmlformats.org/officeDocument/2006/relationships/slideLayout" Target="../slideLayouts/slideLayout83.xml"/><Relationship Id="R84eefb07f0c647b7" Type="http://schemas.openxmlformats.org/officeDocument/2006/relationships/slideLayout" Target="../slideLayouts/slideLayout1.xml"/><Relationship Id="R889846d17b984800" Type="http://schemas.openxmlformats.org/officeDocument/2006/relationships/slideLayout" Target="../slideLayouts/slideLayout29.xml"/><Relationship Id="R8b873111715d4baa" Type="http://schemas.openxmlformats.org/officeDocument/2006/relationships/slideLayout" Target="../slideLayouts/slideLayout101.xml"/><Relationship Id="R8ea2464e9c634e21" Type="http://schemas.openxmlformats.org/officeDocument/2006/relationships/slideLayout" Target="../slideLayouts/slideLayout91.xml"/><Relationship Id="R8fb27e0a8081478b" Type="http://schemas.openxmlformats.org/officeDocument/2006/relationships/slideLayout" Target="../slideLayouts/slideLayout21.xml"/><Relationship Id="R8fff5d35085d44a0" Type="http://schemas.openxmlformats.org/officeDocument/2006/relationships/slideLayout" Target="../slideLayouts/slideLayout106.xml"/><Relationship Id="R91d581cc877d4183" Type="http://schemas.openxmlformats.org/officeDocument/2006/relationships/slideLayout" Target="../slideLayouts/slideLayout69.xml"/><Relationship Id="R9552cdc2cba34d46" Type="http://schemas.openxmlformats.org/officeDocument/2006/relationships/slideLayout" Target="../slideLayouts/slideLayout3.xml"/><Relationship Id="R96b4da764b9646cd" Type="http://schemas.openxmlformats.org/officeDocument/2006/relationships/slideLayout" Target="../slideLayouts/slideLayout11.xml"/><Relationship Id="R996d40682f104ce6" Type="http://schemas.openxmlformats.org/officeDocument/2006/relationships/slideLayout" Target="../slideLayouts/slideLayout73.xml"/><Relationship Id="R99ecca91d7ac48d1" Type="http://schemas.openxmlformats.org/officeDocument/2006/relationships/slideLayout" Target="../slideLayouts/slideLayout65.xml"/><Relationship Id="R9a1f1aa2af6f4a34" Type="http://schemas.openxmlformats.org/officeDocument/2006/relationships/slideLayout" Target="../slideLayouts/slideLayout104.xml"/><Relationship Id="R9be1e4863a1441fb" Type="http://schemas.openxmlformats.org/officeDocument/2006/relationships/slideLayout" Target="../slideLayouts/slideLayout25.xml"/><Relationship Id="R9fc30dec8aeb45c9" Type="http://schemas.openxmlformats.org/officeDocument/2006/relationships/slideLayout" Target="../slideLayouts/slideLayout44.xml"/><Relationship Id="R9fd87ad8633c47c6" Type="http://schemas.openxmlformats.org/officeDocument/2006/relationships/slideLayout" Target="../slideLayouts/slideLayout8.xml"/><Relationship Id="Ra1cbf16771ac4d45" Type="http://schemas.openxmlformats.org/officeDocument/2006/relationships/slideLayout" Target="../slideLayouts/slideLayout39.xml"/><Relationship Id="Ra2c9035938c64969" Type="http://schemas.openxmlformats.org/officeDocument/2006/relationships/slideLayout" Target="../slideLayouts/slideLayout53.xml"/><Relationship Id="Ra3c8fbc796f747df" Type="http://schemas.openxmlformats.org/officeDocument/2006/relationships/slideLayout" Target="../slideLayouts/slideLayout58.xml"/><Relationship Id="Ra6f8db668eee4ef6" Type="http://schemas.openxmlformats.org/officeDocument/2006/relationships/slideLayout" Target="../slideLayouts/slideLayout63.xml"/><Relationship Id="Ra701c1b88b1d4529" Type="http://schemas.openxmlformats.org/officeDocument/2006/relationships/slideLayout" Target="../slideLayouts/slideLayout67.xml"/><Relationship Id="Ra88de75ff3cf454b" Type="http://schemas.openxmlformats.org/officeDocument/2006/relationships/slideLayout" Target="../slideLayouts/slideLayout82.xml"/><Relationship Id="Ra8ee4de6c8d14dbb" Type="http://schemas.openxmlformats.org/officeDocument/2006/relationships/slideLayout" Target="../slideLayouts/slideLayout40.xml"/><Relationship Id="Ra9408fc0c2794d52" Type="http://schemas.openxmlformats.org/officeDocument/2006/relationships/slideLayout" Target="../slideLayouts/slideLayout13.xml"/><Relationship Id="Raa5a520380a740b5" Type="http://schemas.openxmlformats.org/officeDocument/2006/relationships/slideLayout" Target="../slideLayouts/slideLayout78.xml"/><Relationship Id="Rabd59db9ad464e76" Type="http://schemas.openxmlformats.org/officeDocument/2006/relationships/slideLayout" Target="../slideLayouts/slideLayout51.xml"/><Relationship Id="Rac7e8c69237d45ce" Type="http://schemas.openxmlformats.org/officeDocument/2006/relationships/slideLayout" Target="../slideLayouts/slideLayout72.xml"/><Relationship Id="Raf84740ef3f74e56" Type="http://schemas.openxmlformats.org/officeDocument/2006/relationships/slideLayout" Target="../slideLayouts/slideLayout81.xml"/><Relationship Id="Rb4cbd3a766f54e16" Type="http://schemas.openxmlformats.org/officeDocument/2006/relationships/slideLayout" Target="../slideLayouts/slideLayout6.xml"/><Relationship Id="Rb697f35bd9fe4e36" Type="http://schemas.openxmlformats.org/officeDocument/2006/relationships/slideLayout" Target="../slideLayouts/slideLayout109.xml"/><Relationship Id="Rb7bea0a2422c43f9" Type="http://schemas.openxmlformats.org/officeDocument/2006/relationships/slideLayout" Target="../slideLayouts/slideLayout85.xml"/><Relationship Id="Rb81a620e27054ffd" Type="http://schemas.openxmlformats.org/officeDocument/2006/relationships/slideLayout" Target="../slideLayouts/slideLayout105.xml"/><Relationship Id="Rb89378f4bcca42ac" Type="http://schemas.openxmlformats.org/officeDocument/2006/relationships/slideLayout" Target="../slideLayouts/slideLayout47.xml"/><Relationship Id="Rb8f07b634e384a46" Type="http://schemas.openxmlformats.org/officeDocument/2006/relationships/slideLayout" Target="../slideLayouts/slideLayout93.xml"/><Relationship Id="Rbc0f58c6d81a40ba" Type="http://schemas.openxmlformats.org/officeDocument/2006/relationships/slideLayout" Target="../slideLayouts/slideLayout56.xml"/><Relationship Id="Rbf02556339ff44a7" Type="http://schemas.openxmlformats.org/officeDocument/2006/relationships/slideLayout" Target="../slideLayouts/slideLayout42.xml"/><Relationship Id="Rc059f35b9b764b48" Type="http://schemas.openxmlformats.org/officeDocument/2006/relationships/slideLayout" Target="../slideLayouts/slideLayout57.xml"/><Relationship Id="Rc6b2820286ae4cd0" Type="http://schemas.openxmlformats.org/officeDocument/2006/relationships/slideLayout" Target="../slideLayouts/slideLayout88.xml"/><Relationship Id="Rc8d5cf09e7d64508" Type="http://schemas.openxmlformats.org/officeDocument/2006/relationships/slideLayout" Target="../slideLayouts/slideLayout77.xml"/><Relationship Id="Rcf0c148353e64505" Type="http://schemas.openxmlformats.org/officeDocument/2006/relationships/slideLayout" Target="../slideLayouts/slideLayout112.xml"/><Relationship Id="Rd3b8b0a9923140d3" Type="http://schemas.openxmlformats.org/officeDocument/2006/relationships/slideLayout" Target="../slideLayouts/slideLayout41.xml"/><Relationship Id="Rd3c1dd899db54584" Type="http://schemas.openxmlformats.org/officeDocument/2006/relationships/slideLayout" Target="../slideLayouts/slideLayout54.xml"/><Relationship Id="Rd4d3f27e14b94870" Type="http://schemas.openxmlformats.org/officeDocument/2006/relationships/slideLayout" Target="../slideLayouts/slideLayout89.xml"/><Relationship Id="Re0f5ee36c2bb4514" Type="http://schemas.openxmlformats.org/officeDocument/2006/relationships/slideLayout" Target="../slideLayouts/slideLayout59.xml"/><Relationship Id="Re590e6128d454791" Type="http://schemas.openxmlformats.org/officeDocument/2006/relationships/slideLayout" Target="../slideLayouts/slideLayout30.xml"/><Relationship Id="Re5959f9cb6744726" Type="http://schemas.openxmlformats.org/officeDocument/2006/relationships/slideLayout" Target="../slideLayouts/slideLayout38.xml"/><Relationship Id="Re6679c5e9fb54f0c" Type="http://schemas.openxmlformats.org/officeDocument/2006/relationships/image" Target="../media/image.emf"/><Relationship Id="Re7914ec08c4d432b" Type="http://schemas.openxmlformats.org/officeDocument/2006/relationships/slideLayout" Target="../slideLayouts/slideLayout24.xml"/><Relationship Id="Recc4934c076c48e4" Type="http://schemas.openxmlformats.org/officeDocument/2006/relationships/slideLayout" Target="../slideLayouts/slideLayout9.xml"/><Relationship Id="Rece16efdd29048d5" Type="http://schemas.openxmlformats.org/officeDocument/2006/relationships/slideLayout" Target="../slideLayouts/slideLayout98.xml"/><Relationship Id="Rf00a7e5b5dda4b23" Type="http://schemas.openxmlformats.org/officeDocument/2006/relationships/slideLayout" Target="../slideLayouts/slideLayout107.xml"/><Relationship Id="Rf04b506dd0ca4173" Type="http://schemas.openxmlformats.org/officeDocument/2006/relationships/slideLayout" Target="../slideLayouts/slideLayout90.xml"/><Relationship Id="Rf4cb18aa83d449ff" Type="http://schemas.openxmlformats.org/officeDocument/2006/relationships/slideLayout" Target="../slideLayouts/slideLayout18.xml"/><Relationship Id="Rf7ab68b4fbdb49b3" Type="http://schemas.openxmlformats.org/officeDocument/2006/relationships/slideLayout" Target="../slideLayouts/slideLayout17.xml"/><Relationship Id="Rff8236be15364d38" Type="http://schemas.openxmlformats.org/officeDocument/2006/relationships/slideLayout" Target="../slideLayouts/slideLayout15.xml"/></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A70F255-3C2A-4AC7-8935-184146E3B6D6}"/>
              </a:ext>
            </a:extLst>
          </p:cNvPr>
          <p:cNvSpPr>
            <a:spLocks xmlns:a="http://schemas.openxmlformats.org/drawingml/2006/main" noGrp="1"/>
          </p:cNvSpPr>
          <p:nvPr>
            <p:ph type="title" idx="0"/>
          </p:nvPr>
        </p:nvSpPr>
        <p:spPr>
          <a:xfrm xmlns:a="http://schemas.openxmlformats.org/drawingml/2006/main">
            <a:off x="768875" y="182403"/>
            <a:ext cx="10671048" cy="82296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p xmlns:a="http://schemas.openxmlformats.org/drawingml/2006/main">
            <a:pPr marL="0" lvl="0" indent="0">
              <a:spcBef>
                <a:spcPts val="1000"/>
              </a:spcBef>
              <a:buFont typeface="Arial"/>
              <a:buNone/>
            </a:pPr>
            <a:r>
              <a:t>Title</a:t>
            </a:r>
          </a:p>
        </p:txBody>
      </p:sp>
      <p:sp>
        <p:nvSpPr>
          <p:cNvPr id="4" name="Text Field">
            <a:extLst xmlns:a="http://schemas.openxmlformats.org/drawingml/2006/main">
              <a:ext uri="{FF2B5EF4-FFF2-40B4-BE49-F238E27FC236}">
                <a16:creationId xmlns:a16="http://schemas.microsoft.com/office/drawing/2014/main" id="{E46619B6-A626-4CDA-96E2-B94F4637C628}"/>
              </a:ext>
            </a:extLst>
          </p:cNvPr>
          <p:cNvSpPr>
            <a:spLocks xmlns:a="http://schemas.openxmlformats.org/drawingml/2006/main" noGrp="1"/>
          </p:cNvSpPr>
          <p:nvPr>
            <p:ph type="body" idx="1"/>
          </p:nvPr>
        </p:nvSpPr>
        <p:spPr>
          <a:xfrm xmlns:a="http://schemas.openxmlformats.org/drawingml/2006/main">
            <a:off x="768875" y="1600200"/>
            <a:ext cx="10671048" cy="451485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 name="Slide Number">
            <a:extLst xmlns:a="http://schemas.openxmlformats.org/drawingml/2006/main">
              <a:ext uri="{FF2B5EF4-FFF2-40B4-BE49-F238E27FC236}">
                <a16:creationId xmlns:a16="http://schemas.microsoft.com/office/drawing/2014/main" id="{08A3F6CD-49F4-D74B-8C7F-D6CA71EFB13B}"/>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8B8580"/>
                </a:solidFill>
                <a:latin typeface="+mn-lt"/>
                <a:ea typeface="+mn-lt"/>
                <a:cs typeface="+mn-lt"/>
              </a:defRPr>
            </a:lvl1pPr>
          </a:lstStyle>
          <a:p xmlns:a="http://schemas.openxmlformats.org/drawingml/2006/main">
            <a:fld id="{345D60D9-5372-5F40-9443-0F9AE5BDC3C8}" type="slidenum">
              <a:t>‹#›</a:t>
            </a:fld>
          </a:p>
        </p:txBody>
      </p:sp>
      <p:sp>
        <p:nvSpPr>
          <p:cNvPr id="18" name="Footer">
            <a:extLst xmlns:a="http://schemas.openxmlformats.org/drawingml/2006/main">
              <a:ext uri="{FF2B5EF4-FFF2-40B4-BE49-F238E27FC236}">
                <a16:creationId xmlns:a16="http://schemas.microsoft.com/office/drawing/2014/main" id="{8E003242-6B91-1949-A5CA-15BA57A045C9}"/>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8B8580"/>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20" name="Date">
            <a:extLst xmlns:a="http://schemas.openxmlformats.org/drawingml/2006/main">
              <a:ext uri="{FF2B5EF4-FFF2-40B4-BE49-F238E27FC236}">
                <a16:creationId xmlns:a16="http://schemas.microsoft.com/office/drawing/2014/main" id="{65BA88F5-EF53-415B-8446-19188BE675D3}"/>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8B8580"/>
                </a:solidFill>
                <a:latin typeface="+mn-lt"/>
                <a:ea typeface="+mn-lt"/>
                <a:cs typeface="+mn-lt"/>
              </a:defRPr>
            </a:lvl1pPr>
          </a:lstStyle>
          <a:p xmlns:a="http://schemas.openxmlformats.org/drawingml/2006/main">
            <a:r>
              <a:t>[Date]</a:t>
            </a:r>
          </a:p>
        </p:txBody>
      </p:sp>
      <p:pic>
        <p:nvPicPr>
          <p:cNvPr id="27" name="OTag"/>
          <p:cNvPicPr>
            <a:picLocks xmlns:a="http://schemas.openxmlformats.org/drawingml/2006/main" noChangeAspect="1"/>
          </p:cNvPicPr>
          <p:nvPr/>
        </p:nvPicPr>
        <p:blipFill>
          <a:blip xmlns:r="http://schemas.openxmlformats.org/officeDocument/2006/relationships" xmlns:a="http://schemas.openxmlformats.org/drawingml/2006/main" r:embed="Re6679c5e9fb54f0c"/>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eefb07f0c647b7"/>
    <p:sldLayoutId xmlns:r="http://schemas.openxmlformats.org/officeDocument/2006/relationships" id="2147483650" r:id="R5454884a9d2e427e"/>
    <p:sldLayoutId xmlns:r="http://schemas.openxmlformats.org/officeDocument/2006/relationships" id="2147483651" r:id="R9552cdc2cba34d46"/>
    <p:sldLayoutId xmlns:r="http://schemas.openxmlformats.org/officeDocument/2006/relationships" id="2147483652" r:id="R4ab5037404d64b38"/>
    <p:sldLayoutId xmlns:r="http://schemas.openxmlformats.org/officeDocument/2006/relationships" id="2147483653" r:id="R699e074593ec448f"/>
    <p:sldLayoutId xmlns:r="http://schemas.openxmlformats.org/officeDocument/2006/relationships" id="2147483654" r:id="Rb4cbd3a766f54e16"/>
    <p:sldLayoutId xmlns:r="http://schemas.openxmlformats.org/officeDocument/2006/relationships" id="2147483655" r:id="R2313441b0fd747dd"/>
    <p:sldLayoutId xmlns:r="http://schemas.openxmlformats.org/officeDocument/2006/relationships" id="2147483656" r:id="R9fd87ad8633c47c6"/>
    <p:sldLayoutId xmlns:r="http://schemas.openxmlformats.org/officeDocument/2006/relationships" id="2147483657" r:id="Recc4934c076c48e4"/>
    <p:sldLayoutId xmlns:r="http://schemas.openxmlformats.org/officeDocument/2006/relationships" id="2147483658" r:id="R7dcf8edc499d4a0e"/>
    <p:sldLayoutId xmlns:r="http://schemas.openxmlformats.org/officeDocument/2006/relationships" id="2147483659" r:id="R96b4da764b9646cd"/>
    <p:sldLayoutId xmlns:r="http://schemas.openxmlformats.org/officeDocument/2006/relationships" id="2147483660" r:id="R471887af19684b06"/>
    <p:sldLayoutId xmlns:r="http://schemas.openxmlformats.org/officeDocument/2006/relationships" id="2147483661" r:id="Ra9408fc0c2794d52"/>
    <p:sldLayoutId xmlns:r="http://schemas.openxmlformats.org/officeDocument/2006/relationships" id="2147483662" r:id="R43167c9ab6524f89"/>
    <p:sldLayoutId xmlns:r="http://schemas.openxmlformats.org/officeDocument/2006/relationships" id="2147483663" r:id="Rff8236be15364d38"/>
    <p:sldLayoutId xmlns:r="http://schemas.openxmlformats.org/officeDocument/2006/relationships" id="2147483664" r:id="R7f095ab4def142c0"/>
    <p:sldLayoutId xmlns:r="http://schemas.openxmlformats.org/officeDocument/2006/relationships" id="2147483665" r:id="Rf7ab68b4fbdb49b3"/>
    <p:sldLayoutId xmlns:r="http://schemas.openxmlformats.org/officeDocument/2006/relationships" id="2147483666" r:id="Rf4cb18aa83d449ff"/>
    <p:sldLayoutId xmlns:r="http://schemas.openxmlformats.org/officeDocument/2006/relationships" id="2147483667" r:id="R58e3847a14024814"/>
    <p:sldLayoutId xmlns:r="http://schemas.openxmlformats.org/officeDocument/2006/relationships" id="2147483668" r:id="R0c2d7ca82fca4fac"/>
    <p:sldLayoutId xmlns:r="http://schemas.openxmlformats.org/officeDocument/2006/relationships" id="2147483669" r:id="R8fb27e0a8081478b"/>
    <p:sldLayoutId xmlns:r="http://schemas.openxmlformats.org/officeDocument/2006/relationships" id="2147483670" r:id="R2bf6874856634ecc"/>
    <p:sldLayoutId xmlns:r="http://schemas.openxmlformats.org/officeDocument/2006/relationships" id="2147483671" r:id="R81dc3dda03b54af7"/>
    <p:sldLayoutId xmlns:r="http://schemas.openxmlformats.org/officeDocument/2006/relationships" id="2147483672" r:id="Re7914ec08c4d432b"/>
    <p:sldLayoutId xmlns:r="http://schemas.openxmlformats.org/officeDocument/2006/relationships" id="2147483673" r:id="R9be1e4863a1441fb"/>
    <p:sldLayoutId xmlns:r="http://schemas.openxmlformats.org/officeDocument/2006/relationships" id="2147483674" r:id="R33f19791a2964dfd"/>
    <p:sldLayoutId xmlns:r="http://schemas.openxmlformats.org/officeDocument/2006/relationships" id="2147483675" r:id="R25cd08a86988449f"/>
    <p:sldLayoutId xmlns:r="http://schemas.openxmlformats.org/officeDocument/2006/relationships" id="2147483676" r:id="R470ddbe1506d45a2"/>
    <p:sldLayoutId xmlns:r="http://schemas.openxmlformats.org/officeDocument/2006/relationships" id="2147483677" r:id="R889846d17b984800"/>
    <p:sldLayoutId xmlns:r="http://schemas.openxmlformats.org/officeDocument/2006/relationships" id="2147483678" r:id="Re590e6128d454791"/>
    <p:sldLayoutId xmlns:r="http://schemas.openxmlformats.org/officeDocument/2006/relationships" id="2147483679" r:id="R337b6ecaf34041e8"/>
    <p:sldLayoutId xmlns:r="http://schemas.openxmlformats.org/officeDocument/2006/relationships" id="2147483680" r:id="R8110107a28d34088"/>
    <p:sldLayoutId xmlns:r="http://schemas.openxmlformats.org/officeDocument/2006/relationships" id="2147483681" r:id="R7cf7331b83a54f4c"/>
    <p:sldLayoutId xmlns:r="http://schemas.openxmlformats.org/officeDocument/2006/relationships" id="2147483682" r:id="R4b48a34808194f76"/>
    <p:sldLayoutId xmlns:r="http://schemas.openxmlformats.org/officeDocument/2006/relationships" id="2147483683" r:id="R62a15fcacaef438b"/>
    <p:sldLayoutId xmlns:r="http://schemas.openxmlformats.org/officeDocument/2006/relationships" id="2147483684" r:id="R13109325de594c85"/>
    <p:sldLayoutId xmlns:r="http://schemas.openxmlformats.org/officeDocument/2006/relationships" id="2147483685" r:id="R36d6843d56344563"/>
    <p:sldLayoutId xmlns:r="http://schemas.openxmlformats.org/officeDocument/2006/relationships" id="2147483686" r:id="Re5959f9cb6744726"/>
    <p:sldLayoutId xmlns:r="http://schemas.openxmlformats.org/officeDocument/2006/relationships" id="2147483687" r:id="Ra1cbf16771ac4d45"/>
    <p:sldLayoutId xmlns:r="http://schemas.openxmlformats.org/officeDocument/2006/relationships" id="2147483688" r:id="Ra8ee4de6c8d14dbb"/>
    <p:sldLayoutId xmlns:r="http://schemas.openxmlformats.org/officeDocument/2006/relationships" id="2147483689" r:id="Rd3b8b0a9923140d3"/>
    <p:sldLayoutId xmlns:r="http://schemas.openxmlformats.org/officeDocument/2006/relationships" id="2147483690" r:id="Rbf02556339ff44a7"/>
    <p:sldLayoutId xmlns:r="http://schemas.openxmlformats.org/officeDocument/2006/relationships" id="2147483691" r:id="R840263451fb04d6b"/>
    <p:sldLayoutId xmlns:r="http://schemas.openxmlformats.org/officeDocument/2006/relationships" id="2147483692" r:id="R9fc30dec8aeb45c9"/>
    <p:sldLayoutId xmlns:r="http://schemas.openxmlformats.org/officeDocument/2006/relationships" id="2147483693" r:id="R58b5ef251d424cf1"/>
    <p:sldLayoutId xmlns:r="http://schemas.openxmlformats.org/officeDocument/2006/relationships" id="2147483694" r:id="R3c048726ec804658"/>
    <p:sldLayoutId xmlns:r="http://schemas.openxmlformats.org/officeDocument/2006/relationships" id="2147483695" r:id="Rb89378f4bcca42ac"/>
    <p:sldLayoutId xmlns:r="http://schemas.openxmlformats.org/officeDocument/2006/relationships" id="2147483696" r:id="R7cb54168016e46e8"/>
    <p:sldLayoutId xmlns:r="http://schemas.openxmlformats.org/officeDocument/2006/relationships" id="2147483697" r:id="R565d8e8622654b85"/>
    <p:sldLayoutId xmlns:r="http://schemas.openxmlformats.org/officeDocument/2006/relationships" id="2147483698" r:id="R486a95c34aa643b0"/>
    <p:sldLayoutId xmlns:r="http://schemas.openxmlformats.org/officeDocument/2006/relationships" id="2147483699" r:id="Rabd59db9ad464e76"/>
    <p:sldLayoutId xmlns:r="http://schemas.openxmlformats.org/officeDocument/2006/relationships" id="2147483700" r:id="R610bf5789fb84fa7"/>
    <p:sldLayoutId xmlns:r="http://schemas.openxmlformats.org/officeDocument/2006/relationships" id="2147483701" r:id="Ra2c9035938c64969"/>
    <p:sldLayoutId xmlns:r="http://schemas.openxmlformats.org/officeDocument/2006/relationships" id="2147483702" r:id="Rd3c1dd899db54584"/>
    <p:sldLayoutId xmlns:r="http://schemas.openxmlformats.org/officeDocument/2006/relationships" id="2147483703" r:id="R10b696c668c34ce6"/>
    <p:sldLayoutId xmlns:r="http://schemas.openxmlformats.org/officeDocument/2006/relationships" id="2147483704" r:id="Rbc0f58c6d81a40ba"/>
    <p:sldLayoutId xmlns:r="http://schemas.openxmlformats.org/officeDocument/2006/relationships" id="2147483705" r:id="Rc059f35b9b764b48"/>
    <p:sldLayoutId xmlns:r="http://schemas.openxmlformats.org/officeDocument/2006/relationships" id="2147483706" r:id="Ra3c8fbc796f747df"/>
    <p:sldLayoutId xmlns:r="http://schemas.openxmlformats.org/officeDocument/2006/relationships" id="2147483707" r:id="Re0f5ee36c2bb4514"/>
    <p:sldLayoutId xmlns:r="http://schemas.openxmlformats.org/officeDocument/2006/relationships" id="2147483708" r:id="R63c6664f62e24122"/>
    <p:sldLayoutId xmlns:r="http://schemas.openxmlformats.org/officeDocument/2006/relationships" id="2147483709" r:id="R32999b1a24f247d1"/>
    <p:sldLayoutId xmlns:r="http://schemas.openxmlformats.org/officeDocument/2006/relationships" id="2147483710" r:id="R70e32961c57d4b2f"/>
    <p:sldLayoutId xmlns:r="http://schemas.openxmlformats.org/officeDocument/2006/relationships" id="2147483711" r:id="Ra6f8db668eee4ef6"/>
    <p:sldLayoutId xmlns:r="http://schemas.openxmlformats.org/officeDocument/2006/relationships" id="2147483712" r:id="R2657dbd62fd94637"/>
    <p:sldLayoutId xmlns:r="http://schemas.openxmlformats.org/officeDocument/2006/relationships" id="2147483713" r:id="R99ecca91d7ac48d1"/>
    <p:sldLayoutId xmlns:r="http://schemas.openxmlformats.org/officeDocument/2006/relationships" id="2147483714" r:id="R791826dea0f7496f"/>
    <p:sldLayoutId xmlns:r="http://schemas.openxmlformats.org/officeDocument/2006/relationships" id="2147483715" r:id="Ra701c1b88b1d4529"/>
    <p:sldLayoutId xmlns:r="http://schemas.openxmlformats.org/officeDocument/2006/relationships" id="2147483716" r:id="R6aeb96e812bb4a3f"/>
    <p:sldLayoutId xmlns:r="http://schemas.openxmlformats.org/officeDocument/2006/relationships" id="2147483717" r:id="R91d581cc877d4183"/>
    <p:sldLayoutId xmlns:r="http://schemas.openxmlformats.org/officeDocument/2006/relationships" id="2147483718" r:id="R312f84349cf54f1e"/>
    <p:sldLayoutId xmlns:r="http://schemas.openxmlformats.org/officeDocument/2006/relationships" id="2147483719" r:id="R0c7b37156f5444cf"/>
    <p:sldLayoutId xmlns:r="http://schemas.openxmlformats.org/officeDocument/2006/relationships" id="2147483720" r:id="Rac7e8c69237d45ce"/>
    <p:sldLayoutId xmlns:r="http://schemas.openxmlformats.org/officeDocument/2006/relationships" id="2147483721" r:id="R996d40682f104ce6"/>
    <p:sldLayoutId xmlns:r="http://schemas.openxmlformats.org/officeDocument/2006/relationships" id="2147483722" r:id="R357198a980c74e1b"/>
    <p:sldLayoutId xmlns:r="http://schemas.openxmlformats.org/officeDocument/2006/relationships" id="2147483723" r:id="R523cce9c99544952"/>
    <p:sldLayoutId xmlns:r="http://schemas.openxmlformats.org/officeDocument/2006/relationships" id="2147483724" r:id="R07d91221bded4e63"/>
    <p:sldLayoutId xmlns:r="http://schemas.openxmlformats.org/officeDocument/2006/relationships" id="2147483725" r:id="Rc8d5cf09e7d64508"/>
    <p:sldLayoutId xmlns:r="http://schemas.openxmlformats.org/officeDocument/2006/relationships" id="2147483726" r:id="Raa5a520380a740b5"/>
    <p:sldLayoutId xmlns:r="http://schemas.openxmlformats.org/officeDocument/2006/relationships" id="2147483727" r:id="R29336e97d036448e"/>
    <p:sldLayoutId xmlns:r="http://schemas.openxmlformats.org/officeDocument/2006/relationships" id="2147483728" r:id="R51f266a48f724049"/>
    <p:sldLayoutId xmlns:r="http://schemas.openxmlformats.org/officeDocument/2006/relationships" id="2147483729" r:id="Raf84740ef3f74e56"/>
    <p:sldLayoutId xmlns:r="http://schemas.openxmlformats.org/officeDocument/2006/relationships" id="2147483730" r:id="Ra88de75ff3cf454b"/>
    <p:sldLayoutId xmlns:r="http://schemas.openxmlformats.org/officeDocument/2006/relationships" id="2147483731" r:id="R8460b1379fcd4796"/>
    <p:sldLayoutId xmlns:r="http://schemas.openxmlformats.org/officeDocument/2006/relationships" id="2147483732" r:id="R28cace69214242ac"/>
    <p:sldLayoutId xmlns:r="http://schemas.openxmlformats.org/officeDocument/2006/relationships" id="2147483733" r:id="Rb7bea0a2422c43f9"/>
    <p:sldLayoutId xmlns:r="http://schemas.openxmlformats.org/officeDocument/2006/relationships" id="2147483734" r:id="R48a8448607994d0a"/>
    <p:sldLayoutId xmlns:r="http://schemas.openxmlformats.org/officeDocument/2006/relationships" id="2147483735" r:id="R4041116d4f774a22"/>
    <p:sldLayoutId xmlns:r="http://schemas.openxmlformats.org/officeDocument/2006/relationships" id="2147483736" r:id="Rc6b2820286ae4cd0"/>
    <p:sldLayoutId xmlns:r="http://schemas.openxmlformats.org/officeDocument/2006/relationships" id="2147483737" r:id="Rd4d3f27e14b94870"/>
    <p:sldLayoutId xmlns:r="http://schemas.openxmlformats.org/officeDocument/2006/relationships" id="2147483738" r:id="Rf04b506dd0ca4173"/>
    <p:sldLayoutId xmlns:r="http://schemas.openxmlformats.org/officeDocument/2006/relationships" id="2147483739" r:id="R8ea2464e9c634e21"/>
    <p:sldLayoutId xmlns:r="http://schemas.openxmlformats.org/officeDocument/2006/relationships" id="2147483740" r:id="R769b2d96a60f462b"/>
    <p:sldLayoutId xmlns:r="http://schemas.openxmlformats.org/officeDocument/2006/relationships" id="2147483741" r:id="Rb8f07b634e384a46"/>
    <p:sldLayoutId xmlns:r="http://schemas.openxmlformats.org/officeDocument/2006/relationships" id="2147483742" r:id="R2751e4cfb1184b57"/>
    <p:sldLayoutId xmlns:r="http://schemas.openxmlformats.org/officeDocument/2006/relationships" id="2147483743" r:id="R35a54d7182c1468e"/>
    <p:sldLayoutId xmlns:r="http://schemas.openxmlformats.org/officeDocument/2006/relationships" id="2147483744" r:id="R0f919ff3b3224d73"/>
    <p:sldLayoutId xmlns:r="http://schemas.openxmlformats.org/officeDocument/2006/relationships" id="2147483745" r:id="R5cc875029f494a44"/>
    <p:sldLayoutId xmlns:r="http://schemas.openxmlformats.org/officeDocument/2006/relationships" id="2147483746" r:id="Rece16efdd29048d5"/>
    <p:sldLayoutId xmlns:r="http://schemas.openxmlformats.org/officeDocument/2006/relationships" id="2147483747" r:id="R5b21edd854ac41f3"/>
    <p:sldLayoutId xmlns:r="http://schemas.openxmlformats.org/officeDocument/2006/relationships" id="2147483748" r:id="R4792d783270d4a30"/>
    <p:sldLayoutId xmlns:r="http://schemas.openxmlformats.org/officeDocument/2006/relationships" id="2147483749" r:id="R8b873111715d4baa"/>
    <p:sldLayoutId xmlns:r="http://schemas.openxmlformats.org/officeDocument/2006/relationships" id="2147483750" r:id="R67b2b5cc45b843bb"/>
    <p:sldLayoutId xmlns:r="http://schemas.openxmlformats.org/officeDocument/2006/relationships" id="2147483751" r:id="R3904d5593983402c"/>
    <p:sldLayoutId xmlns:r="http://schemas.openxmlformats.org/officeDocument/2006/relationships" id="2147483752" r:id="R9a1f1aa2af6f4a34"/>
    <p:sldLayoutId xmlns:r="http://schemas.openxmlformats.org/officeDocument/2006/relationships" id="2147483753" r:id="Rb81a620e27054ffd"/>
    <p:sldLayoutId xmlns:r="http://schemas.openxmlformats.org/officeDocument/2006/relationships" id="2147483754" r:id="R8fff5d35085d44a0"/>
    <p:sldLayoutId xmlns:r="http://schemas.openxmlformats.org/officeDocument/2006/relationships" id="2147483755" r:id="Rf00a7e5b5dda4b23"/>
    <p:sldLayoutId xmlns:r="http://schemas.openxmlformats.org/officeDocument/2006/relationships" id="2147483756" r:id="R7885a5543ef24e90"/>
    <p:sldLayoutId xmlns:r="http://schemas.openxmlformats.org/officeDocument/2006/relationships" id="2147483757" r:id="Rb697f35bd9fe4e36"/>
    <p:sldLayoutId xmlns:r="http://schemas.openxmlformats.org/officeDocument/2006/relationships" id="2147483758" r:id="R07dbdb336c934efd"/>
    <p:sldLayoutId xmlns:r="http://schemas.openxmlformats.org/officeDocument/2006/relationships" id="2147483759" r:id="R51d4ddbdc95840d6"/>
    <p:sldLayoutId xmlns:r="http://schemas.openxmlformats.org/officeDocument/2006/relationships" id="2147483760" r:id="Rcf0c148353e64505"/>
  </p:sldLayoutIdLst>
  <p:hf hdr="0" dt="0"/>
  <p:txStyles>
    <p:titleStyle>
      <a:lvl1pPr xmlns:a="http://schemas.openxmlformats.org/drawingml/2006/main" algn="l" defTabSz="914400">
        <a:lnSpc>
          <a:spcPct val="95000"/>
        </a:lnSpc>
        <a:spcBef>
          <a:spcPct val="0"/>
        </a:spcBef>
        <a:buNone/>
        <a:defRPr sz="2400" b="1" i="0" kern="1200" baseline="0">
          <a:solidFill>
            <a:schemeClr val="tx1"/>
          </a:solidFill>
          <a:latin typeface="+mn-lt"/>
          <a:ea typeface="+mn-lt"/>
          <a:cs typeface="+mn-lt"/>
        </a:defRPr>
      </a:lvl1pPr>
    </p:titleStyle>
    <p:bodyStyle>
      <a:lvl1pPr xmlns:a="http://schemas.openxmlformats.org/drawingml/2006/main" marL="0" marR="0" indent="0" algn="l" defTabSz="914400">
        <a:lnSpc>
          <a:spcPct val="95000"/>
        </a:lnSpc>
        <a:spcBef>
          <a:spcPts val="600"/>
        </a:spcBef>
        <a:spcAft>
          <a:spcPts val="0"/>
        </a:spcAft>
        <a:buClrTx/>
        <a:buSzTx/>
        <a:buFont typeface="System Font Regular"/>
        <a:buNone/>
        <a:defRPr sz="1600" b="0" i="0" kern="1200">
          <a:solidFill>
            <a:schemeClr val="tx1"/>
          </a:solidFill>
          <a:latin typeface="Oracle Sans Tab"/>
          <a:ea typeface="Oracle Sans Tab"/>
          <a:cs typeface="Oracle Sans Tab"/>
        </a:defRPr>
      </a:lvl1pPr>
      <a:lvl2pPr xmlns:a="http://schemas.openxmlformats.org/drawingml/2006/main" marL="365760" marR="0" indent="-182880" algn="l" defTabSz="914400">
        <a:lnSpc>
          <a:spcPct val="95000"/>
        </a:lnSpc>
        <a:spcBef>
          <a:spcPts val="600"/>
        </a:spcBef>
        <a:spcAft>
          <a:spcPts val="0"/>
        </a:spcAft>
        <a:buClrTx/>
        <a:buSzPct val="100000"/>
        <a:buFont typeface="Arial"/>
        <a:buChar char="•"/>
        <a:defRPr sz="1600" b="0" i="0" kern="1200">
          <a:solidFill>
            <a:schemeClr val="tx1"/>
          </a:solidFill>
          <a:latin typeface="Oracle Sans"/>
          <a:ea typeface="Oracle Sans"/>
          <a:cs typeface="Oracle Sans"/>
        </a:defRPr>
      </a:lvl2pPr>
      <a:lvl3pPr xmlns:a="http://schemas.openxmlformats.org/drawingml/2006/main" marL="547688" marR="0" indent="-182563" algn="l" defTabSz="914400">
        <a:lnSpc>
          <a:spcPct val="95000"/>
        </a:lnSpc>
        <a:spcBef>
          <a:spcPts val="400"/>
        </a:spcBef>
        <a:spcAft>
          <a:spcPts val="0"/>
        </a:spcAft>
        <a:buClrTx/>
        <a:buSzPct val="100000"/>
        <a:buFont typeface="System Font Regular"/>
        <a:buChar char="-"/>
        <a:defRPr sz="1600" b="0" i="0" kern="1200">
          <a:solidFill>
            <a:schemeClr val="tx1"/>
          </a:solidFill>
          <a:latin typeface="Oracle Sans"/>
          <a:ea typeface="Oracle Sans"/>
          <a:cs typeface="Oracle Sans"/>
        </a:defRPr>
      </a:lvl3pPr>
      <a:lvl4pPr xmlns:a="http://schemas.openxmlformats.org/drawingml/2006/main" marL="730250" marR="0" indent="-182563" algn="l" defTabSz="914400">
        <a:lnSpc>
          <a:spcPct val="95000"/>
        </a:lnSpc>
        <a:spcBef>
          <a:spcPts val="400"/>
        </a:spcBef>
        <a:spcAft>
          <a:spcPts val="0"/>
        </a:spcAft>
        <a:buClrTx/>
        <a:buSzPct val="100000"/>
        <a:buFont typeface="Arial"/>
        <a:buChar char="•"/>
        <a:defRPr sz="1600" b="0" i="0" kern="1200">
          <a:solidFill>
            <a:schemeClr val="tx1"/>
          </a:solidFill>
          <a:latin typeface="Oracle Sans"/>
          <a:ea typeface="Oracle Sans"/>
          <a:cs typeface="Oracle Sans"/>
        </a:defRPr>
      </a:lvl4pPr>
      <a:lvl5pPr xmlns:a="http://schemas.openxmlformats.org/drawingml/2006/main" marL="914400" marR="0" indent="-182880" algn="l" defTabSz="914400">
        <a:lnSpc>
          <a:spcPct val="95000"/>
        </a:lnSpc>
        <a:spcBef>
          <a:spcPts val="400"/>
        </a:spcBef>
        <a:spcAft>
          <a:spcPts val="0"/>
        </a:spcAft>
        <a:buClrTx/>
        <a:buSzTx/>
        <a:buFont typeface="System Font Regular"/>
        <a:buChar char="-"/>
        <a:defRPr sz="1600" b="0" i="0" kern="1200">
          <a:solidFill>
            <a:schemeClr val="tx1"/>
          </a:solidFill>
          <a:latin typeface="Oracle Sans"/>
          <a:ea typeface="Oracle Sans"/>
          <a:cs typeface="Oracle Sans"/>
        </a:defRPr>
      </a:lvl5pPr>
      <a:lvl6pPr xmlns:a="http://schemas.openxmlformats.org/drawingml/2006/main" marL="1097280" indent="-182880" algn="l" defTabSz="914400">
        <a:lnSpc>
          <a:spcPct val="95000"/>
        </a:lnSpc>
        <a:spcBef>
          <a:spcPts val="400"/>
        </a:spcBef>
        <a:spcAft>
          <a:spcPts val="0"/>
        </a:spcAft>
        <a:buSzPct val="100000"/>
        <a:buFont typeface="Arial"/>
        <a:buChar char="•"/>
        <a:defRPr sz="1600" b="0" i="0" kern="1200">
          <a:solidFill>
            <a:schemeClr val="tx1"/>
          </a:solidFill>
          <a:latin typeface="Oracle Sans"/>
          <a:ea typeface="Oracle Sans"/>
          <a:cs typeface="Oracle Sans"/>
        </a:defRPr>
      </a:lvl6pPr>
      <a:lvl7pPr xmlns:a="http://schemas.openxmlformats.org/drawingml/2006/main" marL="1280160" indent="-182880" algn="l" defTabSz="914400">
        <a:lnSpc>
          <a:spcPct val="95000"/>
        </a:lnSpc>
        <a:spcBef>
          <a:spcPts val="400"/>
        </a:spcBef>
        <a:spcAft>
          <a:spcPts val="0"/>
        </a:spcAft>
        <a:buFont typeface="System Font Regular"/>
        <a:buChar char="-"/>
        <a:defRPr sz="1600" b="0" i="0" kern="1200">
          <a:solidFill>
            <a:schemeClr val="tx1"/>
          </a:solidFill>
          <a:latin typeface="Oracle Sans"/>
          <a:ea typeface="Oracle Sans"/>
          <a:cs typeface="Oracle Sans"/>
        </a:defRPr>
      </a:lvl7pPr>
      <a:lvl8pPr xmlns:a="http://schemas.openxmlformats.org/drawingml/2006/main" marL="1604963" indent="-203200" algn="l" defTabSz="914400">
        <a:lnSpc>
          <a:spcPct val="90000"/>
        </a:lnSpc>
        <a:spcBef>
          <a:spcPts val="500"/>
        </a:spcBef>
        <a:buFont typeface="Arial"/>
        <a:buChar char="•"/>
        <a:defRPr sz="1600" b="0" i="0" kern="1200">
          <a:solidFill>
            <a:schemeClr val="tx1"/>
          </a:solidFill>
          <a:latin typeface="Oracle Sans"/>
          <a:ea typeface="Oracle Sans"/>
          <a:cs typeface="Oracle Sans"/>
        </a:defRPr>
      </a:lvl8pPr>
      <a:lvl9pPr xmlns:a="http://schemas.openxmlformats.org/drawingml/2006/main" marL="1889125" indent="-203200" algn="l" defTabSz="914400">
        <a:lnSpc>
          <a:spcPct val="90000"/>
        </a:lnSpc>
        <a:spcBef>
          <a:spcPts val="500"/>
        </a:spcBef>
        <a:buFont typeface="System Font Regular"/>
        <a:buChar char="-"/>
        <a:defRPr sz="1600" b="0" i="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xmlns:a="http://schemas.openxmlformats.org/drawingml/2006/main" val="F26B43"/>
          </p15:clr>
        </p15:guide>
        <p15:guide id="2" pos="3840" userDrawn="1">
          <p15:clr>
            <a:srgbClr xmlns:a="http://schemas.openxmlformats.org/drawingml/2006/main" val="F26B43"/>
          </p15:clr>
        </p15:guide>
        <p15:guide id="3" orient="horz" pos="1008" userDrawn="1">
          <p15:clr>
            <a:srgbClr xmlns:a="http://schemas.openxmlformats.org/drawingml/2006/main" val="5ACBF0"/>
          </p15:clr>
        </p15:guide>
        <p15:guide id="4" orient="horz" pos="3852" userDrawn="1">
          <p15:clr>
            <a:srgbClr xmlns:a="http://schemas.openxmlformats.org/drawingml/2006/main" val="F26B43"/>
          </p15:clr>
        </p15:guide>
        <p15:guide id="5" pos="480" userDrawn="1">
          <p15:clr>
            <a:srgbClr xmlns:a="http://schemas.openxmlformats.org/drawingml/2006/main" val="F26B43"/>
          </p15:clr>
        </p15:guide>
        <p15:guide id="6" orient="horz" pos="795" userDrawn="1">
          <p15:clr>
            <a:srgbClr xmlns:a="http://schemas.openxmlformats.org/drawingml/2006/main" val="F26B43"/>
          </p15:clr>
        </p15:guide>
        <p15:guide id="7" orient="horz" pos="590" userDrawn="1">
          <p15:clr>
            <a:srgbClr xmlns:a="http://schemas.openxmlformats.org/drawingml/2006/main" val="F26B43"/>
          </p15:clr>
        </p15:guide>
        <p15:guide id="8" pos="7212" userDrawn="1">
          <p15:clr>
            <a:srgbClr xmlns:a="http://schemas.openxmlformats.org/drawingml/2006/main" val="F26B43"/>
          </p15:clr>
        </p15:guide>
      </p15:sldGuideLst>
    </p:ext>
  </p:extLst>
</p:sldMaster>
</file>

<file path=ppt/slideMasters/theme/theme2.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a53a685cd3a4f7a" Type="http://schemas.openxmlformats.org/officeDocument/2006/relationships/notesSlide" Target="../notesSlides/notesSlide1.xml"/><Relationship Id="R8476abcafeb34dd5"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de35de7c5a85438b" Type="http://schemas.openxmlformats.org/officeDocument/2006/relationships/slideLayout" Target="../slideLayouts/slideLayout64.xml"/><Relationship Id="Rfd5b2914d7ea4e3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a484964c961489f" Type="http://schemas.openxmlformats.org/officeDocument/2006/relationships/notesSlide" Target="../notesSlides/notesSlide3.xml"/><Relationship Id="Rdb8c9ab88c6048ce" Type="http://schemas.openxmlformats.org/officeDocument/2006/relationships/slideLayout" Target="../slideLayouts/slideLayout88.xml"/></Relationships>
</file>

<file path=ppt/slides/_rels/slide4.xml.rels><?xml version='1.0' encoding='UTF-8' standalone='yes'?>
<Relationships xmlns="http://schemas.openxmlformats.org/package/2006/relationships"><Relationship Id="R3100286342ba41b9" Type="http://schemas.openxmlformats.org/officeDocument/2006/relationships/slideLayout" Target="../slideLayouts/slideLayout61.xml"/><Relationship Id="Rb7efaa187eac40c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97ea2866b0d0423f" Type="http://schemas.openxmlformats.org/officeDocument/2006/relationships/slideLayout" Target="../slideLayouts/slideLayout104.xml"/><Relationship Id="Rfdb4235329ee405e"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c8212e8ab36b4a41" Type="http://schemas.openxmlformats.org/officeDocument/2006/relationships/notesSlide" Target="../notesSlides/notesSlide6.xml"/><Relationship Id="Rf2499bd9b65b4d15" Type="http://schemas.openxmlformats.org/officeDocument/2006/relationships/slideLayout" Target="../slideLayouts/slideLayout67.xml"/></Relationships>
</file>

<file path=ppt/slides/_rels/slide7.xml.rels><?xml version='1.0' encoding='UTF-8' standalone='yes'?>
<Relationships xmlns="http://schemas.openxmlformats.org/package/2006/relationships"><Relationship Id="Rb37b62a8281c4c1d" Type="http://schemas.openxmlformats.org/officeDocument/2006/relationships/notesSlide" Target="../notesSlides/notesSlide7.xml"/><Relationship Id="Rf87fbeb61c7e4507" Type="http://schemas.openxmlformats.org/officeDocument/2006/relationships/slideLayout" Target="../slideLayouts/slideLayout69.xml"/></Relationships>
</file>

<file path=ppt/slides/_rels/slide8.xml.rels><?xml version='1.0' encoding='UTF-8' standalone='yes'?>
<Relationships xmlns="http://schemas.openxmlformats.org/package/2006/relationships"><Relationship Id="R6029d98a5f154e46" Type="http://schemas.openxmlformats.org/officeDocument/2006/relationships/slideLayout" Target="../slideLayouts/slideLayout69.xml"/><Relationship Id="Rca00a914bd744be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47c8bb0b33934c66" Type="http://schemas.openxmlformats.org/officeDocument/2006/relationships/slideLayout" Target="../slideLayouts/slideLayout69.xml"/><Relationship Id="R9179d7257e6e4feb"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165469e259344b90" Type="http://schemas.openxmlformats.org/officeDocument/2006/relationships/notesSlide" Target="../notesSlides/notesSlide10.xml"/><Relationship Id="R8dc0f8b854be427d" Type="http://schemas.openxmlformats.org/officeDocument/2006/relationships/slideLayout" Target="../slideLayouts/slideLayout67.xml"/></Relationships>
</file>

<file path=ppt/slides/_rels/slide11.xml.rels><?xml version='1.0' encoding='UTF-8' standalone='yes'?>
<Relationships xmlns="http://schemas.openxmlformats.org/package/2006/relationships"><Relationship Id="R2a25a440b0dd4300" Type="http://schemas.openxmlformats.org/officeDocument/2006/relationships/notesSlide" Target="../notesSlides/notesSlide11.xml"/><Relationship Id="Rff946c5159cd48eb" Type="http://schemas.openxmlformats.org/officeDocument/2006/relationships/slideLayout" Target="../slideLayouts/slideLayout104.xml"/></Relationships>
</file>

<file path=ppt/slides/_rels/slide12.xml.rels><?xml version='1.0' encoding='UTF-8' standalone='yes'?>
<Relationships xmlns="http://schemas.openxmlformats.org/package/2006/relationships"><Relationship Id="R33d6b07c0c3d4a8a" Type="http://schemas.openxmlformats.org/officeDocument/2006/relationships/notesSlide" Target="../notesSlides/notesSlide12.xml"/><Relationship Id="R9d5a8940c8cc4140" Type="http://schemas.openxmlformats.org/officeDocument/2006/relationships/slideLayout" Target="../slideLayouts/slideLayout64.xml"/></Relationships>
</file>

<file path=ppt/slides/_rels/slide13.xml.rels><?xml version='1.0' encoding='UTF-8' standalone='yes'?>
<Relationships xmlns="http://schemas.openxmlformats.org/package/2006/relationships"><Relationship Id="R831f3980efb842b6" Type="http://schemas.openxmlformats.org/officeDocument/2006/relationships/slideLayout" Target="../slideLayouts/slideLayout67.xml"/><Relationship Id="Rbc68981b0144440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14d3da2cca8f4ebc" Type="http://schemas.openxmlformats.org/officeDocument/2006/relationships/image" Target="../media/image10.png"/><Relationship Id="R852ab3e5cac9444d" Type="http://schemas.openxmlformats.org/officeDocument/2006/relationships/slideLayout" Target="../slideLayouts/slideLayout59.xml"/><Relationship Id="R8a86df834255455a"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3f23aafe10e640e9" Type="http://schemas.openxmlformats.org/officeDocument/2006/relationships/slideLayout" Target="../slideLayouts/slideLayout65.xml"/><Relationship Id="Rf3a51790d76e45ac"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3175967ebd624951" Type="http://schemas.openxmlformats.org/officeDocument/2006/relationships/slideLayout" Target="../slideLayouts/slideLayout35.xml"/><Relationship Id="Rf476847adbd548f2" Type="http://schemas.openxmlformats.org/officeDocument/2006/relationships/notesSlide" Target="../notesSlides/notesSlide16.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F40B6B-C618-C0F5-E67B-6B6DCDA055BA}"/>
              </a:ext>
            </a:extLst>
          </p:cNvPr>
          <p:cNvSpPr>
            <a:spLocks xmlns:a="http://schemas.openxmlformats.org/drawingml/2006/main" noGrp="1"/>
          </p:cNvSpPr>
          <p:nvPr>
            <p:ph type="ctrTitle" idx="0"/>
          </p:nvPr>
        </p:nvSpPr>
        <p:spPr>
          <a:xfrm xmlns:a="http://schemas.openxmlformats.org/drawingml/2006/main">
            <a:off x="792538" y="2148840"/>
            <a:ext cx="6400800" cy="1280160"/>
          </a:xfrm>
        </p:spPr>
        <p:txBody>
          <a:bodyPr xmlns:a="http://schemas.openxmlformats.org/drawingml/2006/main"/>
          <a:lstStyle xmlns:a="http://schemas.openxmlformats.org/drawingml/2006/main"/>
          <a:p xmlns:a="http://schemas.openxmlformats.org/drawingml/2006/main">
            <a:pPr>
              <a:defRPr sz="3300" b="1">
                <a:solidFill>
                  <a:srgbClr val="FFFFFF"/>
                </a:solidFill>
              </a:defRPr>
            </a:pPr>
            <a:r>
              <a:rPr sz="3300" b="1">
                <a:solidFill>
                  <a:srgbClr val="FFFFFF"/>
                </a:solidFill>
              </a:rPr>
              <a:t>Group Centralized Monitoring</a:t>
            </a:r>
          </a:p>
          <a:p xmlns:a="http://schemas.openxmlformats.org/drawingml/2006/main">
            <a:pPr>
              <a:defRPr sz="3300" b="1">
                <a:solidFill>
                  <a:srgbClr val="FFFFFF"/>
                </a:solidFill>
              </a:defRPr>
            </a:pPr>
            <a:r>
              <a:rPr sz="3300" b="1">
                <a:solidFill>
                  <a:srgbClr val="FFFFFF"/>
                </a:solidFill>
              </a:rPr>
              <a:t>&amp; Observability Platform</a:t>
            </a:r>
          </a:p>
        </p:txBody>
      </p:sp>
      <p:sp>
        <p:nvSpPr>
          <p:cNvPr id="3" name="Text Placeholder 2">
            <a:extLst xmlns:a="http://schemas.openxmlformats.org/drawingml/2006/main">
              <a:ext uri="{FF2B5EF4-FFF2-40B4-BE49-F238E27FC236}">
                <a16:creationId xmlns:a16="http://schemas.microsoft.com/office/drawing/2014/main" id="{23232C8D-45CA-F8C9-9072-265783F779A9}"/>
              </a:ext>
            </a:extLst>
          </p:cNvPr>
          <p:cNvSpPr>
            <a:spLocks xmlns:a="http://schemas.openxmlformats.org/drawingml/2006/main" noGrp="1"/>
          </p:cNvSpPr>
          <p:nvPr>
            <p:ph type="body" idx="33"/>
          </p:nvPr>
        </p:nvSpPr>
        <p:spPr>
          <a:xfrm xmlns:a="http://schemas.openxmlformats.org/drawingml/2006/main">
            <a:off x="792538" y="3519553"/>
            <a:ext cx="6400800" cy="341247"/>
          </a:xfrm>
        </p:spPr>
        <p:txBody>
          <a:bodyPr xmlns:a="http://schemas.openxmlformats.org/drawingml/2006/main"/>
          <a:lstStyle xmlns:a="http://schemas.openxmlformats.org/drawingml/2006/main"/>
          <a:p xmlns:a="http://schemas.openxmlformats.org/drawingml/2006/main">
            <a:r>
              <a:rPr sz="1650">
                <a:solidFill>
                  <a:srgbClr val="FFFFFF"/>
                </a:solidFill>
              </a:rPr>
              <a:t>Engineering response | OCI Observability architecture and implementation</a:t>
            </a:r>
          </a:p>
        </p:txBody>
      </p:sp>
      <p:sp>
        <p:nvSpPr>
          <p:cNvPr id="4" name="Text Placeholder 3">
            <a:extLst xmlns:a="http://schemas.openxmlformats.org/drawingml/2006/main">
              <a:ext uri="{FF2B5EF4-FFF2-40B4-BE49-F238E27FC236}">
                <a16:creationId xmlns:a16="http://schemas.microsoft.com/office/drawing/2014/main" id="{A0FB24E3-3A18-B7F6-4CC7-C1B59E6A5747}"/>
              </a:ext>
            </a:extLst>
          </p:cNvPr>
          <p:cNvSpPr>
            <a:spLocks xmlns:a="http://schemas.openxmlformats.org/drawingml/2006/main" noGrp="1"/>
          </p:cNvSpPr>
          <p:nvPr>
            <p:ph type="body" idx="35"/>
          </p:nvPr>
        </p:nvSpPr>
        <p:spPr>
          <a:xfrm xmlns:a="http://schemas.openxmlformats.org/drawingml/2006/main">
            <a:off x="792538" y="4544568"/>
            <a:ext cx="5077970" cy="266291"/>
          </a:xfrm>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AXIAN Telecom</a:t>
            </a:r>
          </a:p>
        </p:txBody>
      </p:sp>
      <p:sp>
        <p:nvSpPr>
          <p:cNvPr id="5" name="Text Placeholder 4">
            <a:extLst xmlns:a="http://schemas.openxmlformats.org/drawingml/2006/main">
              <a:ext uri="{FF2B5EF4-FFF2-40B4-BE49-F238E27FC236}">
                <a16:creationId xmlns:a16="http://schemas.microsoft.com/office/drawing/2014/main" id="{9B1D9CC3-8ABA-A9A1-EB4E-B31CF42646BD}"/>
              </a:ext>
            </a:extLst>
          </p:cNvPr>
          <p:cNvSpPr>
            <a:spLocks xmlns:a="http://schemas.openxmlformats.org/drawingml/2006/main" noGrp="1"/>
          </p:cNvSpPr>
          <p:nvPr>
            <p:ph type="body" idx="34"/>
          </p:nvPr>
        </p:nvSpPr>
        <p:spPr>
          <a:xfrm xmlns:a="http://schemas.openxmlformats.org/drawingml/2006/main">
            <a:off x="792538" y="4882896"/>
            <a:ext cx="5077970" cy="895181"/>
          </a:xfrm>
        </p:spPr>
        <p:txBody>
          <a:bodyPr xmlns:a="http://schemas.openxmlformats.org/drawingml/2006/main"/>
          <a:lstStyle xmlns:a="http://schemas.openxmlformats.org/drawingml/2006/main"/>
          <a:p xmlns:a="http://schemas.openxmlformats.org/drawingml/2006/main">
            <a:r>
              <a:rPr sz="1125">
                <a:solidFill>
                  <a:srgbClr val="FFFFFF"/>
                </a:solidFill>
              </a:rPr>
              <a:t>Observability &amp; Security team | Technical architecture | August 2026</a:t>
            </a:r>
          </a:p>
        </p:txBody>
      </p:sp>
      <p:sp>
        <p:nvSpPr>
          <p:cNvPr id="6" name="Slide Number Placeholder 5">
            <a:extLst xmlns:a="http://schemas.openxmlformats.org/drawingml/2006/main">
              <a:ext uri="{FF2B5EF4-FFF2-40B4-BE49-F238E27FC236}">
                <a16:creationId xmlns:a16="http://schemas.microsoft.com/office/drawing/2014/main" id="{9EEDC56F-0800-0133-4357-B9CB97EDF451}"/>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p xmlns:a="http://schemas.openxmlformats.org/drawingml/2006/main">
            <a:fld id="{345D60D9-5372-5F40-9443-0F9AE5BDC3C8}" type="slidenum">
              <a:t>28</a:t>
            </a:fld>
          </a:p>
        </p:txBody>
      </p:sp>
      <p:sp>
        <p:nvSpPr>
          <p:cNvPr id="7" name="Footer Placeholder 6">
            <a:extLst xmlns:a="http://schemas.openxmlformats.org/drawingml/2006/main">
              <a:ext uri="{FF2B5EF4-FFF2-40B4-BE49-F238E27FC236}">
                <a16:creationId xmlns:a16="http://schemas.microsoft.com/office/drawing/2014/main" id="{74867CA8-C265-163F-FAEA-29C8C784443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553662864"/>
      </p:ext>
    </p:extLst>
  </p:cSld>
</p:sld>
</file>

<file path=ppt/slides/slide2.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F77E28-0828-5CBF-4757-5950A9F8BFA3}"/>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Safe Harbor</a:t>
            </a:r>
          </a:p>
        </p:txBody>
      </p:sp>
      <p:sp>
        <p:nvSpPr>
          <p:cNvPr id="4" name="Content Placeholder 3">
            <a:extLst xmlns:a="http://schemas.openxmlformats.org/drawingml/2006/main">
              <a:ext uri="{FF2B5EF4-FFF2-40B4-BE49-F238E27FC236}">
                <a16:creationId xmlns:a16="http://schemas.microsoft.com/office/drawing/2014/main" id="{7249283B-96BE-1166-53EB-DB5A241B21D0}"/>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p xmlns:a="http://schemas.openxmlformats.org/drawingml/2006/main">
            <a:r>
              <a:t>This presentation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a:t>
            </a:r>
            <a:br/>
            <a:r>
              <a:t>Oracle Corporation.</a:t>
            </a:r>
          </a:p>
          <a:p xmlns:a="http://schemas.openxmlformats.org/drawingml/2006/main"/>
          <a:p xmlns:a="http://schemas.openxmlformats.org/drawingml/2006/main">
            <a:r>
              <a:t>Statements in this presentation relating to Oracle’s future plans, expectations, beliefs, intentions, and prospects are “forward-looking statements” and are subject to material risks and uncertainties. A detailed discussion of these factors and other risks that affect our business is contained in Oracle’s Securities and Exchange Commission (SEC) filings, including our most recent reports on Form 10-K and Form 10-Q under the heading “Risk Factors.” These filings are available on the SEC’s website or on Oracle’s website at http://www.oracle.com/investor. All information in this presentation is current as of August 2026 and Oracle undertakes no duty to update any statement in light of new information or future events.</a:t>
            </a:r>
          </a:p>
          <a:p xmlns:a="http://schemas.openxmlformats.org/drawingml/2006/main"/>
          <a:p xmlns:a="http://schemas.openxmlformats.org/drawingml/2006/main">
            <a:r>
              <a:t>Some regulatory certifications or registrations to products or services referenced herein are held by Cerner Corporation. Cerner Corporation is a wholly owned subsidiary of Oracle. Cerner Corporation is an ONC-certified health IT developer and a registered medical device manufacturer in the United States and other </a:t>
            </a:r>
            <a:br/>
            <a:r>
              <a:t>jurisdictions worldwide.</a:t>
            </a:r>
          </a:p>
        </p:txBody>
      </p:sp>
      <p:sp>
        <p:nvSpPr>
          <p:cNvPr id="5" name="Slide Number Placeholder 4">
            <a:extLst xmlns:a="http://schemas.openxmlformats.org/drawingml/2006/main">
              <a:ext uri="{FF2B5EF4-FFF2-40B4-BE49-F238E27FC236}">
                <a16:creationId xmlns:a16="http://schemas.microsoft.com/office/drawing/2014/main" id="{B9D8C212-6F01-0338-7A7A-60165984C690}"/>
              </a:ext>
            </a:extLst>
          </p:cNvPr>
          <p:cNvSpPr>
            <a:spLocks xmlns:a="http://schemas.openxmlformats.org/drawingml/2006/main" noGrp="1"/>
          </p:cNvSpPr>
          <p:nvPr>
            <p:ph type="sldNum" idx="4"/>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38</a:t>
            </a:fld>
          </a:p>
        </p:txBody>
      </p:sp>
      <p:sp>
        <p:nvSpPr>
          <p:cNvPr id="6" name="Footer Placeholder 5">
            <a:extLst xmlns:a="http://schemas.openxmlformats.org/drawingml/2006/main">
              <a:ext uri="{FF2B5EF4-FFF2-40B4-BE49-F238E27FC236}">
                <a16:creationId xmlns:a16="http://schemas.microsoft.com/office/drawing/2014/main" id="{B42F0860-A0F9-7888-6CBE-5157D98070E4}"/>
              </a:ext>
            </a:extLst>
          </p:cNvPr>
          <p:cNvSpPr>
            <a:spLocks xmlns:a="http://schemas.openxmlformats.org/drawingml/2006/main" noGrp="1"/>
          </p:cNvSpPr>
          <p:nvPr>
            <p:ph type="ftr" idx="3"/>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444731483"/>
      </p:ext>
    </p:extLst>
  </p:cSld>
</p:sld>
</file>

<file path=ppt/slides/slide3.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811CC9F-6E72-9BDB-608C-4CBAA0EC62DD}"/>
              </a:ext>
            </a:extLst>
          </p:cNvPr>
          <p:cNvSpPr>
            <a:spLocks xmlns:a="http://schemas.openxmlformats.org/drawingml/2006/main" noGrp="1"/>
          </p:cNvSpPr>
          <p:nvPr>
            <p:ph type="title" idx="0"/>
          </p:nvPr>
        </p:nvSpPr>
        <p:spPr>
          <a:xfrm xmlns:a="http://schemas.openxmlformats.org/drawingml/2006/main">
            <a:off x="768875" y="3017520"/>
            <a:ext cx="3132585" cy="822960"/>
          </a:xfrm>
        </p:spPr>
        <p:txBody>
          <a:bodyPr xmlns:a="http://schemas.openxmlformats.org/drawingml/2006/main"/>
          <a:lstStyle xmlns:a="http://schemas.openxmlformats.org/drawingml/2006/main"/>
          <a:p xmlns:a="http://schemas.openxmlformats.org/drawingml/2006/main">
            <a:pPr>
              <a:defRPr sz="2850" b="1">
                <a:solidFill>
                  <a:srgbClr val="C74634"/>
                </a:solidFill>
              </a:defRPr>
            </a:pPr>
            <a:r>
              <a:rPr sz="2850" b="1">
                <a:solidFill>
                  <a:srgbClr val="C74634"/>
                </a:solidFill>
              </a:rPr>
              <a:t>Engineering</a:t>
            </a:r>
          </a:p>
          <a:p xmlns:a="http://schemas.openxmlformats.org/drawingml/2006/main">
            <a:pPr>
              <a:defRPr sz="2850" b="1">
                <a:solidFill>
                  <a:srgbClr val="C74634"/>
                </a:solidFill>
              </a:defRPr>
            </a:pPr>
            <a:r>
              <a:rPr sz="2850" b="1">
                <a:solidFill>
                  <a:srgbClr val="C74634"/>
                </a:solidFill>
              </a:rPr>
              <a:t>contract</a:t>
            </a:r>
          </a:p>
        </p:txBody>
      </p:sp>
      <p:sp>
        <p:nvSpPr>
          <p:cNvPr id="9" name="Text Placeholder 8">
            <a:extLst xmlns:a="http://schemas.openxmlformats.org/drawingml/2006/main">
              <a:ext uri="{FF2B5EF4-FFF2-40B4-BE49-F238E27FC236}">
                <a16:creationId xmlns:a16="http://schemas.microsoft.com/office/drawing/2014/main" id="{033EFBD2-6746-DC14-B671-5221ADFE3C61}"/>
              </a:ext>
            </a:extLst>
          </p:cNvPr>
          <p:cNvSpPr>
            <a:spLocks xmlns:a="http://schemas.openxmlformats.org/drawingml/2006/main" noGrp="1"/>
          </p:cNvSpPr>
          <p:nvPr>
            <p:ph type="body" idx="11"/>
          </p:nvPr>
        </p:nvSpPr>
        <p:spPr>
          <a:xfrm xmlns:a="http://schemas.openxmlformats.org/drawingml/2006/main">
            <a:off x="4708865" y="2630927"/>
            <a:ext cx="6728946" cy="1596145"/>
          </a:xfrm>
        </p:spPr>
        <p:txBody>
          <a:bodyPr xmlns:a="http://schemas.openxmlformats.org/drawingml/2006/main"/>
          <a:lstStyle xmlns:a="http://schemas.openxmlformats.org/drawingml/2006/main"/>
          <a:p xmlns:a="http://schemas.openxmlformats.org/drawingml/2006/main">
            <a:r>
              <a:rPr sz="1800"/>
              <a:t>Collect approved telemetry once; preserve source ownership. Use manual, supported Kubernetes collection. Correlate logs, metrics and traces as governed evidence. Keep production actions product-owned. Confirm pricing, retention, residency and recovery through measured tests.</a:t>
            </a:r>
          </a:p>
        </p:txBody>
      </p:sp>
      <p:sp>
        <p:nvSpPr>
          <p:cNvPr id="3" name="Slide Number Placeholder 2">
            <a:extLst xmlns:a="http://schemas.openxmlformats.org/drawingml/2006/main">
              <a:ext uri="{FF2B5EF4-FFF2-40B4-BE49-F238E27FC236}">
                <a16:creationId xmlns:a16="http://schemas.microsoft.com/office/drawing/2014/main" id="{5BD2C2D8-8148-B8EF-633F-6D9050B56212}"/>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113</a:t>
            </a:fld>
          </a:p>
        </p:txBody>
      </p:sp>
      <p:sp>
        <p:nvSpPr>
          <p:cNvPr id="4" name="Footer Placeholder 3">
            <a:extLst xmlns:a="http://schemas.openxmlformats.org/drawingml/2006/main">
              <a:ext uri="{FF2B5EF4-FFF2-40B4-BE49-F238E27FC236}">
                <a16:creationId xmlns:a16="http://schemas.microsoft.com/office/drawing/2014/main" id="{5EC4CB29-CE9D-D59E-6255-8F74F19513ED}"/>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172519526"/>
      </p:ext>
    </p:extLst>
  </p:cSld>
</p:sld>
</file>

<file path=ppt/slides/slide4.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76457C8-DF26-C67F-2B55-45ECD6790BEA}"/>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rPr sz="2550" b="1"/>
              <a:t>Detailed OCI Observability architecture and communication flows</a:t>
            </a:r>
          </a:p>
        </p:txBody>
      </p:sp>
      <p:sp>
        <p:nvSpPr>
          <p:cNvPr id="3" name="Text Placeholder 2">
            <a:extLst xmlns:a="http://schemas.openxmlformats.org/drawingml/2006/main">
              <a:ext uri="{FF2B5EF4-FFF2-40B4-BE49-F238E27FC236}">
                <a16:creationId xmlns:a16="http://schemas.microsoft.com/office/drawing/2014/main" id="{158CA55C-0F32-1C17-7556-8F605747604E}"/>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r>
              <a:rPr sz="1200"/>
              <a:t>Solid = telemetry/evidence. Dashed red = optional GenAI advisory flow. External products and state-changing actions are outside this Observability scope.</a:t>
            </a:r>
          </a:p>
        </p:txBody>
      </p:sp>
      <p:sp>
        <p:nvSpPr>
          <p:cNvPr id="4" name="Slide Number Placeholder 3">
            <a:extLst xmlns:a="http://schemas.openxmlformats.org/drawingml/2006/main">
              <a:ext uri="{FF2B5EF4-FFF2-40B4-BE49-F238E27FC236}">
                <a16:creationId xmlns:a16="http://schemas.microsoft.com/office/drawing/2014/main" id="{BDD7F9D3-5932-0732-B395-77A279D44D7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86</a:t>
            </a:fld>
          </a:p>
        </p:txBody>
      </p:sp>
      <p:sp>
        <p:nvSpPr>
          <p:cNvPr id="5" name="Footer Placeholder 4">
            <a:extLst xmlns:a="http://schemas.openxmlformats.org/drawingml/2006/main">
              <a:ext uri="{FF2B5EF4-FFF2-40B4-BE49-F238E27FC236}">
                <a16:creationId xmlns:a16="http://schemas.microsoft.com/office/drawing/2014/main" id="{17AFB713-378B-F0B6-E69F-36D39D0164EA}"/>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6" name="opco-sources">
            <a:extLst xmlns:a="http://schemas.openxmlformats.org/drawingml/2006/main">
              <a:ext uri="{FF2B5EF4-FFF2-40B4-BE49-F238E27FC236}">
                <a16:creationId xmlns:a16="http://schemas.microsoft.com/office/drawing/2014/main" id="{B88F539A-1436-4CF8-AFC7-2E803F60F3FC}"/>
              </a:ext>
            </a:extLst>
          </p:cNvPr>
          <p:cNvSpPr>
            <a:spLocks xmlns:a="http://schemas.openxmlformats.org/drawingml/2006/main" noGrp="1"/>
          </p:cNvSpPr>
          <p:nvPr/>
        </p:nvSpPr>
        <p:spPr>
          <a:xfrm xmlns:a="http://schemas.openxmlformats.org/drawingml/2006/main">
            <a:off x="619125" y="1666875"/>
            <a:ext cx="1809750" cy="1190625"/>
          </a:xfrm>
          <a:prstGeom xmlns:a="http://schemas.openxmlformats.org/drawingml/2006/main" prst="roundRect">
            <a:avLst>
              <a:gd name="adj" fmla="val 9600"/>
            </a:avLst>
          </a:prstGeom>
          <a:solidFill xmlns:a="http://schemas.openxmlformats.org/drawingml/2006/main">
            <a:srgbClr val="FFF1E8"/>
          </a:solidFill>
          <a:ln xmlns:a="http://schemas.openxmlformats.org/drawingml/2006/main" w="14288">
            <a:solidFill>
              <a:srgbClr val="C7463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r>
              <a:rPr sz="1200" b="1"/>
              <a:t>TELEMETRY SOURCES</a:t>
            </a:r>
          </a:p>
          <a:p xmlns:a="http://schemas.openxmlformats.org/drawingml/2006/main">
            <a:r>
              <a:rPr sz="1200" b="1"/>
              <a:t>Apps • APIs • customer-managed K8s • hybrid hosts</a:t>
            </a:r>
          </a:p>
        </p:txBody>
      </p:sp>
      <p:sp>
        <p:nvSpPr>
          <p:cNvPr id="7" name="ingestion">
            <a:extLst xmlns:a="http://schemas.openxmlformats.org/drawingml/2006/main">
              <a:ext uri="{FF2B5EF4-FFF2-40B4-BE49-F238E27FC236}">
                <a16:creationId xmlns:a16="http://schemas.microsoft.com/office/drawing/2014/main" id="{A95A0DF2-F4A2-4BD3-94CC-6E00E6245654}"/>
              </a:ext>
            </a:extLst>
          </p:cNvPr>
          <p:cNvSpPr>
            <a:spLocks xmlns:a="http://schemas.openxmlformats.org/drawingml/2006/main" noGrp="1"/>
          </p:cNvSpPr>
          <p:nvPr/>
        </p:nvSpPr>
        <p:spPr>
          <a:xfrm xmlns:a="http://schemas.openxmlformats.org/drawingml/2006/main">
            <a:off x="2714625" y="1666875"/>
            <a:ext cx="1809750" cy="1190625"/>
          </a:xfrm>
          <a:prstGeom xmlns:a="http://schemas.openxmlformats.org/drawingml/2006/main" prst="roundRect">
            <a:avLst>
              <a:gd name="adj" fmla="val 9600"/>
            </a:avLst>
          </a:prstGeom>
          <a:solidFill xmlns:a="http://schemas.openxmlformats.org/drawingml/2006/main">
            <a:srgbClr val="EAF2FC"/>
          </a:solidFill>
          <a:ln xmlns:a="http://schemas.openxmlformats.org/drawingml/2006/main" w="14288">
            <a:solidFill>
              <a:srgbClr val="1B6A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r>
              <a:rPr sz="1200" b="1"/>
              <a:t>MANUAL / OPEN COLLECTION</a:t>
            </a:r>
          </a:p>
          <a:p xmlns:a="http://schemas.openxmlformats.org/drawingml/2006/main">
            <a:r>
              <a:rPr sz="1200" b="1"/>
              <a:t>K8s Helm/manifests • OTel • Management Agent/Gateway</a:t>
            </a:r>
          </a:p>
        </p:txBody>
      </p:sp>
      <p:sp>
        <p:nvSpPr>
          <p:cNvPr id="8" name="unified-assurance">
            <a:extLst xmlns:a="http://schemas.openxmlformats.org/drawingml/2006/main">
              <a:ext uri="{FF2B5EF4-FFF2-40B4-BE49-F238E27FC236}">
                <a16:creationId xmlns:a16="http://schemas.microsoft.com/office/drawing/2014/main" id="{040056AE-6020-4CF7-BDA3-07C210359C4D}"/>
              </a:ext>
            </a:extLst>
          </p:cNvPr>
          <p:cNvSpPr>
            <a:spLocks xmlns:a="http://schemas.openxmlformats.org/drawingml/2006/main" noGrp="1"/>
          </p:cNvSpPr>
          <p:nvPr/>
        </p:nvSpPr>
        <p:spPr>
          <a:xfrm xmlns:a="http://schemas.openxmlformats.org/drawingml/2006/main">
            <a:off x="4810125" y="1666875"/>
            <a:ext cx="2095500" cy="1190625"/>
          </a:xfrm>
          <a:prstGeom xmlns:a="http://schemas.openxmlformats.org/drawingml/2006/main" prst="roundRect">
            <a:avLst>
              <a:gd name="adj" fmla="val 9600"/>
            </a:avLst>
          </a:prstGeom>
          <a:solidFill xmlns:a="http://schemas.openxmlformats.org/drawingml/2006/main">
            <a:srgbClr val="FFF1D6"/>
          </a:solidFill>
          <a:ln xmlns:a="http://schemas.openxmlformats.org/drawingml/2006/main" w="14288">
            <a:solidFill>
              <a:srgbClr val="A56A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r>
              <a:rPr sz="1200" b="1"/>
              <a:t>OCI LOGGING + CONNECTOR HUB</a:t>
            </a:r>
          </a:p>
          <a:p xmlns:a="http://schemas.openxmlformats.org/drawingml/2006/main">
            <a:r>
              <a:rPr sz="1200" b="1"/>
              <a:t>Service/custom logs • governed routing</a:t>
            </a:r>
          </a:p>
        </p:txBody>
      </p:sp>
      <p:sp>
        <p:nvSpPr>
          <p:cNvPr id="9" name="oci-om">
            <a:extLst xmlns:a="http://schemas.openxmlformats.org/drawingml/2006/main">
              <a:ext uri="{FF2B5EF4-FFF2-40B4-BE49-F238E27FC236}">
                <a16:creationId xmlns:a16="http://schemas.microsoft.com/office/drawing/2014/main" id="{D2024674-F4F6-4922-B23F-F085085D2C10}"/>
              </a:ext>
            </a:extLst>
          </p:cNvPr>
          <p:cNvSpPr>
            <a:spLocks xmlns:a="http://schemas.openxmlformats.org/drawingml/2006/main" noGrp="1"/>
          </p:cNvSpPr>
          <p:nvPr/>
        </p:nvSpPr>
        <p:spPr>
          <a:xfrm xmlns:a="http://schemas.openxmlformats.org/drawingml/2006/main">
            <a:off x="7191375" y="1666875"/>
            <a:ext cx="1905000" cy="1190625"/>
          </a:xfrm>
          <a:prstGeom xmlns:a="http://schemas.openxmlformats.org/drawingml/2006/main" prst="roundRect">
            <a:avLst>
              <a:gd name="adj" fmla="val 9600"/>
            </a:avLst>
          </a:prstGeom>
          <a:solidFill xmlns:a="http://schemas.openxmlformats.org/drawingml/2006/main">
            <a:srgbClr val="EAF2FC"/>
          </a:solidFill>
          <a:ln xmlns:a="http://schemas.openxmlformats.org/drawingml/2006/main" w="14288">
            <a:solidFill>
              <a:srgbClr val="1B6A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r>
              <a:rPr sz="1200" b="1"/>
              <a:t>OCI LOG ANALYTICS</a:t>
            </a:r>
          </a:p>
          <a:p xmlns:a="http://schemas.openxmlformats.org/drawingml/2006/main">
            <a:r>
              <a:rPr sz="1200" b="1"/>
              <a:t>Active/archive storage • parsers • dashboards</a:t>
            </a:r>
          </a:p>
        </p:txBody>
      </p:sp>
      <p:sp>
        <p:nvSpPr>
          <p:cNvPr id="10" name="servicenow">
            <a:extLst xmlns:a="http://schemas.openxmlformats.org/drawingml/2006/main">
              <a:ext uri="{FF2B5EF4-FFF2-40B4-BE49-F238E27FC236}">
                <a16:creationId xmlns:a16="http://schemas.microsoft.com/office/drawing/2014/main" id="{806E502B-F185-488B-B4E6-AC6E9676B1CC}"/>
              </a:ext>
            </a:extLst>
          </p:cNvPr>
          <p:cNvSpPr>
            <a:spLocks xmlns:a="http://schemas.openxmlformats.org/drawingml/2006/main" noGrp="1"/>
          </p:cNvSpPr>
          <p:nvPr/>
        </p:nvSpPr>
        <p:spPr>
          <a:xfrm xmlns:a="http://schemas.openxmlformats.org/drawingml/2006/main">
            <a:off x="9382125" y="1666875"/>
            <a:ext cx="2000250" cy="1190625"/>
          </a:xfrm>
          <a:prstGeom xmlns:a="http://schemas.openxmlformats.org/drawingml/2006/main" prst="roundRect">
            <a:avLst>
              <a:gd name="adj" fmla="val 9600"/>
            </a:avLst>
          </a:prstGeom>
          <a:solidFill xmlns:a="http://schemas.openxmlformats.org/drawingml/2006/main">
            <a:srgbClr val="E9F7F0"/>
          </a:solidFill>
          <a:ln xmlns:a="http://schemas.openxmlformats.org/drawingml/2006/main" w="14288">
            <a:solidFill>
              <a:srgbClr val="1B875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r>
              <a:rPr sz="1200" b="1"/>
              <a:t>OCI MONITORING</a:t>
            </a:r>
          </a:p>
          <a:p xmlns:a="http://schemas.openxmlformats.org/drawingml/2006/main">
            <a:r>
              <a:rPr sz="1200" b="1"/>
              <a:t>Metrics • alarms • pipeline health</a:t>
            </a:r>
          </a:p>
        </p:txBody>
      </p:sp>
      <p:sp>
        <p:nvSpPr>
          <p:cNvPr id="11" name="oem">
            <a:extLst xmlns:a="http://schemas.openxmlformats.org/drawingml/2006/main">
              <a:ext uri="{FF2B5EF4-FFF2-40B4-BE49-F238E27FC236}">
                <a16:creationId xmlns:a16="http://schemas.microsoft.com/office/drawing/2014/main" id="{6BB6FD73-72B4-4EA1-83A4-A40FCBD5438C}"/>
              </a:ext>
            </a:extLst>
          </p:cNvPr>
          <p:cNvSpPr>
            <a:spLocks xmlns:a="http://schemas.openxmlformats.org/drawingml/2006/main" noGrp="1"/>
          </p:cNvSpPr>
          <p:nvPr/>
        </p:nvSpPr>
        <p:spPr>
          <a:xfrm xmlns:a="http://schemas.openxmlformats.org/drawingml/2006/main">
            <a:off x="619125" y="4000500"/>
            <a:ext cx="1809750" cy="1285875"/>
          </a:xfrm>
          <a:prstGeom xmlns:a="http://schemas.openxmlformats.org/drawingml/2006/main" prst="roundRect">
            <a:avLst>
              <a:gd name="adj" fmla="val 8889"/>
            </a:avLst>
          </a:prstGeom>
          <a:solidFill xmlns:a="http://schemas.openxmlformats.org/drawingml/2006/main">
            <a:srgbClr val="FFF8F3"/>
          </a:solidFill>
          <a:ln xmlns:a="http://schemas.openxmlformats.org/drawingml/2006/main" w="14288">
            <a:solidFill>
              <a:srgbClr val="C7463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r>
              <a:rPr sz="1200" b="1"/>
              <a:t>OCI APM</a:t>
            </a:r>
          </a:p>
          <a:p xmlns:a="http://schemas.openxmlformats.org/drawingml/2006/main">
            <a:r>
              <a:rPr sz="1200" b="1"/>
              <a:t>Traces • topology • browser • synthetics</a:t>
            </a:r>
          </a:p>
        </p:txBody>
      </p:sp>
      <p:sp>
        <p:nvSpPr>
          <p:cNvPr id="12" name="security">
            <a:extLst xmlns:a="http://schemas.openxmlformats.org/drawingml/2006/main">
              <a:ext uri="{FF2B5EF4-FFF2-40B4-BE49-F238E27FC236}">
                <a16:creationId xmlns:a16="http://schemas.microsoft.com/office/drawing/2014/main" id="{E916AB79-959B-4549-84F1-2047657F2949}"/>
              </a:ext>
            </a:extLst>
          </p:cNvPr>
          <p:cNvSpPr>
            <a:spLocks xmlns:a="http://schemas.openxmlformats.org/drawingml/2006/main" noGrp="1"/>
          </p:cNvSpPr>
          <p:nvPr/>
        </p:nvSpPr>
        <p:spPr>
          <a:xfrm xmlns:a="http://schemas.openxmlformats.org/drawingml/2006/main">
            <a:off x="2714625" y="4000500"/>
            <a:ext cx="1809750" cy="1285875"/>
          </a:xfrm>
          <a:prstGeom xmlns:a="http://schemas.openxmlformats.org/drawingml/2006/main" prst="roundRect">
            <a:avLst>
              <a:gd name="adj" fmla="val 8889"/>
            </a:avLst>
          </a:prstGeom>
          <a:solidFill xmlns:a="http://schemas.openxmlformats.org/drawingml/2006/main">
            <a:srgbClr val="F3ECFA"/>
          </a:solidFill>
          <a:ln xmlns:a="http://schemas.openxmlformats.org/drawingml/2006/main" w="14288">
            <a:solidFill>
              <a:srgbClr val="6C3B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r>
              <a:rPr sz="1200" b="1"/>
              <a:t>OCI NOTIFICATIONS</a:t>
            </a:r>
          </a:p>
          <a:p xmlns:a="http://schemas.openxmlformats.org/drawingml/2006/main">
            <a:r>
              <a:rPr sz="1200" b="1"/>
              <a:t>HTTPS/email alarm delivery</a:t>
            </a:r>
          </a:p>
        </p:txBody>
      </p:sp>
      <p:sp>
        <p:nvSpPr>
          <p:cNvPr id="13" name="loganai">
            <a:extLst xmlns:a="http://schemas.openxmlformats.org/drawingml/2006/main">
              <a:ext uri="{FF2B5EF4-FFF2-40B4-BE49-F238E27FC236}">
                <a16:creationId xmlns:a16="http://schemas.microsoft.com/office/drawing/2014/main" id="{5635B958-9116-465E-A241-1EF5EC47D9BF}"/>
              </a:ext>
            </a:extLst>
          </p:cNvPr>
          <p:cNvSpPr>
            <a:spLocks xmlns:a="http://schemas.openxmlformats.org/drawingml/2006/main" noGrp="1"/>
          </p:cNvSpPr>
          <p:nvPr/>
        </p:nvSpPr>
        <p:spPr>
          <a:xfrm xmlns:a="http://schemas.openxmlformats.org/drawingml/2006/main">
            <a:off x="4810125" y="4000500"/>
            <a:ext cx="2095500" cy="1285875"/>
          </a:xfrm>
          <a:prstGeom xmlns:a="http://schemas.openxmlformats.org/drawingml/2006/main" prst="roundRect">
            <a:avLst>
              <a:gd name="adj" fmla="val 8889"/>
            </a:avLst>
          </a:prstGeom>
          <a:solidFill xmlns:a="http://schemas.openxmlformats.org/drawingml/2006/main">
            <a:srgbClr val="F3ECFA"/>
          </a:solidFill>
          <a:ln xmlns:a="http://schemas.openxmlformats.org/drawingml/2006/main" w="14288">
            <a:solidFill>
              <a:srgbClr val="6C3B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r>
              <a:rPr sz="1200" b="1"/>
              <a:t>LOGANAI</a:t>
            </a:r>
          </a:p>
          <a:p xmlns:a="http://schemas.openxmlformats.org/drawingml/2006/main">
            <a:r>
              <a:rPr sz="1200" b="1"/>
              <a:t>Analyst assistance • human validated</a:t>
            </a:r>
          </a:p>
        </p:txBody>
      </p:sp>
      <p:sp>
        <p:nvSpPr>
          <p:cNvPr id="14" name="incident-agent">
            <a:extLst xmlns:a="http://schemas.openxmlformats.org/drawingml/2006/main">
              <a:ext uri="{FF2B5EF4-FFF2-40B4-BE49-F238E27FC236}">
                <a16:creationId xmlns:a16="http://schemas.microsoft.com/office/drawing/2014/main" id="{229C319C-C197-4CFC-B87C-4915A39175AA}"/>
              </a:ext>
            </a:extLst>
          </p:cNvPr>
          <p:cNvSpPr>
            <a:spLocks xmlns:a="http://schemas.openxmlformats.org/drawingml/2006/main" noGrp="1"/>
          </p:cNvSpPr>
          <p:nvPr/>
        </p:nvSpPr>
        <p:spPr>
          <a:xfrm xmlns:a="http://schemas.openxmlformats.org/drawingml/2006/main">
            <a:off x="7191375" y="4000500"/>
            <a:ext cx="1905000" cy="1285875"/>
          </a:xfrm>
          <a:prstGeom xmlns:a="http://schemas.openxmlformats.org/drawingml/2006/main" prst="roundRect">
            <a:avLst>
              <a:gd name="adj" fmla="val 8889"/>
            </a:avLst>
          </a:prstGeom>
          <a:solidFill xmlns:a="http://schemas.openxmlformats.org/drawingml/2006/main">
            <a:srgbClr val="FFF1D6"/>
          </a:solidFill>
          <a:ln xmlns:a="http://schemas.openxmlformats.org/drawingml/2006/main" w="14288">
            <a:solidFill>
              <a:srgbClr val="A56A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r>
              <a:rPr sz="1200" b="1"/>
              <a:t>OPTIONAL GENAI CORRELATION</a:t>
            </a:r>
          </a:p>
          <a:p xmlns:a="http://schemas.openxmlformats.org/drawingml/2006/main">
            <a:r>
              <a:rPr sz="1200" b="1"/>
              <a:t>External OCI AI Team scope • read-only evidence</a:t>
            </a:r>
          </a:p>
        </p:txBody>
      </p:sp>
      <p:sp>
        <p:nvSpPr>
          <p:cNvPr id="15" name="product-owners">
            <a:extLst xmlns:a="http://schemas.openxmlformats.org/drawingml/2006/main">
              <a:ext uri="{FF2B5EF4-FFF2-40B4-BE49-F238E27FC236}">
                <a16:creationId xmlns:a16="http://schemas.microsoft.com/office/drawing/2014/main" id="{A44AC7B6-62BC-42E2-B637-95E9238551EF}"/>
              </a:ext>
            </a:extLst>
          </p:cNvPr>
          <p:cNvSpPr>
            <a:spLocks xmlns:a="http://schemas.openxmlformats.org/drawingml/2006/main" noGrp="1"/>
          </p:cNvSpPr>
          <p:nvPr/>
        </p:nvSpPr>
        <p:spPr>
          <a:xfrm xmlns:a="http://schemas.openxmlformats.org/drawingml/2006/main">
            <a:off x="9382125" y="4000500"/>
            <a:ext cx="2000250" cy="1285875"/>
          </a:xfrm>
          <a:prstGeom xmlns:a="http://schemas.openxmlformats.org/drawingml/2006/main" prst="roundRect">
            <a:avLst>
              <a:gd name="adj" fmla="val 8889"/>
            </a:avLst>
          </a:prstGeom>
          <a:solidFill xmlns:a="http://schemas.openxmlformats.org/drawingml/2006/main">
            <a:srgbClr val="E9F7F0"/>
          </a:solidFill>
          <a:ln xmlns:a="http://schemas.openxmlformats.org/drawingml/2006/main" w="14288">
            <a:solidFill>
              <a:srgbClr val="1B875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r>
              <a:rPr sz="1200" b="1"/>
              <a:t>PRODUCT TEAMS</a:t>
            </a:r>
          </a:p>
          <a:p xmlns:a="http://schemas.openxmlformats.org/drawingml/2006/main">
            <a:r>
              <a:rPr sz="1200" b="1"/>
              <a:t>Access • instrument • remediate • verify</a:t>
            </a:r>
          </a:p>
        </p:txBody>
      </p:sp>
      <p:cxnSp>
        <p:nvCxnSpPr>
          <p:cNvPr id="43" name=""/>
          <p:cNvCxnSpPr>
            <a:stCxn xmlns:a="http://schemas.openxmlformats.org/drawingml/2006/main" id="6" idx="3"/>
            <a:endCxn xmlns:a="http://schemas.openxmlformats.org/drawingml/2006/main" id="7" idx="1"/>
          </p:cNvCxnSpPr>
          <p:nvPr/>
        </p:nvCxnSpPr>
        <p:spPr>
          <a:xfrm xmlns:a="http://schemas.openxmlformats.org/drawingml/2006/main">
            <a:off x="2428875" y="2262188"/>
            <a:ext cx="285750" cy="0"/>
          </a:xfrm>
          <a:prstGeom xmlns:a="http://schemas.openxmlformats.org/drawingml/2006/main" prst="straightConnector1">
            <a:avLst/>
          </a:prstGeom>
          <a:ln xmlns:a="http://schemas.openxmlformats.org/drawingml/2006/main" w="19050">
            <a:solidFill>
              <a:srgbClr val="6B6662"/>
            </a:solidFill>
            <a:prstDash val="solid"/>
            <a:tailEnd type="arrow" w="sm" len="sm"/>
          </a:ln>
        </p:spPr>
      </p:cxnSp>
      <p:cxnSp>
        <p:nvCxnSpPr>
          <p:cNvPr id="44" name=""/>
          <p:cNvCxnSpPr>
            <a:stCxn xmlns:a="http://schemas.openxmlformats.org/drawingml/2006/main" id="7" idx="3"/>
            <a:endCxn xmlns:a="http://schemas.openxmlformats.org/drawingml/2006/main" id="8" idx="1"/>
          </p:cNvCxnSpPr>
          <p:nvPr/>
        </p:nvCxnSpPr>
        <p:spPr>
          <a:xfrm xmlns:a="http://schemas.openxmlformats.org/drawingml/2006/main">
            <a:off x="4524375" y="2262188"/>
            <a:ext cx="285750" cy="0"/>
          </a:xfrm>
          <a:prstGeom xmlns:a="http://schemas.openxmlformats.org/drawingml/2006/main" prst="straightConnector1">
            <a:avLst/>
          </a:prstGeom>
          <a:ln xmlns:a="http://schemas.openxmlformats.org/drawingml/2006/main" w="19050">
            <a:solidFill>
              <a:srgbClr val="6B6662"/>
            </a:solidFill>
            <a:prstDash val="solid"/>
            <a:tailEnd type="arrow" w="sm" len="sm"/>
          </a:ln>
        </p:spPr>
      </p:cxnSp>
      <p:cxnSp>
        <p:nvCxnSpPr>
          <p:cNvPr id="45" name=""/>
          <p:cNvCxnSpPr>
            <a:stCxn xmlns:a="http://schemas.openxmlformats.org/drawingml/2006/main" id="9" idx="1"/>
            <a:endCxn xmlns:a="http://schemas.openxmlformats.org/drawingml/2006/main" id="8" idx="3"/>
          </p:cNvCxnSpPr>
          <p:nvPr/>
        </p:nvCxnSpPr>
        <p:spPr>
          <a:xfrm xmlns:a="http://schemas.openxmlformats.org/drawingml/2006/main" flipH="1">
            <a:off x="6905625" y="2262188"/>
            <a:ext cx="285750" cy="0"/>
          </a:xfrm>
          <a:prstGeom xmlns:a="http://schemas.openxmlformats.org/drawingml/2006/main" prst="straightConnector1">
            <a:avLst/>
          </a:prstGeom>
          <a:ln xmlns:a="http://schemas.openxmlformats.org/drawingml/2006/main" w="19050">
            <a:solidFill>
              <a:srgbClr val="1B6AC9"/>
            </a:solidFill>
            <a:prstDash val="solid"/>
            <a:headEnd type="arrow" w="sm" len="sm"/>
            <a:tailEnd type="arrow" w="sm" len="sm"/>
          </a:ln>
        </p:spPr>
      </p:cxnSp>
      <p:cxnSp>
        <p:nvCxnSpPr>
          <p:cNvPr id="46" name=""/>
          <p:cNvCxnSpPr>
            <a:stCxn xmlns:a="http://schemas.openxmlformats.org/drawingml/2006/main" id="8" idx="3"/>
            <a:endCxn xmlns:a="http://schemas.openxmlformats.org/drawingml/2006/main" id="10" idx="1"/>
          </p:cNvCxnSpPr>
          <p:nvPr/>
        </p:nvCxnSpPr>
        <p:spPr>
          <a:xfrm xmlns:a="http://schemas.openxmlformats.org/drawingml/2006/main">
            <a:off x="6905625" y="2262188"/>
            <a:ext cx="2476500" cy="0"/>
          </a:xfrm>
          <a:prstGeom xmlns:a="http://schemas.openxmlformats.org/drawingml/2006/main" prst="straightConnector1">
            <a:avLst/>
          </a:prstGeom>
          <a:ln xmlns:a="http://schemas.openxmlformats.org/drawingml/2006/main" w="19050">
            <a:solidFill>
              <a:srgbClr val="6B6662"/>
            </a:solidFill>
            <a:prstDash val="solid"/>
            <a:tailEnd type="arrow" w="sm" len="sm"/>
          </a:ln>
        </p:spPr>
      </p:cxnSp>
      <p:cxnSp>
        <p:nvCxnSpPr>
          <p:cNvPr id="47" name=""/>
          <p:cNvCxnSpPr>
            <a:stCxn xmlns:a="http://schemas.openxmlformats.org/drawingml/2006/main" id="11" idx="0"/>
            <a:endCxn xmlns:a="http://schemas.openxmlformats.org/drawingml/2006/main" id="8" idx="2"/>
          </p:cNvCxnSpPr>
          <p:nvPr/>
        </p:nvCxnSpPr>
        <p:spPr>
          <a:xfrm xmlns:a="http://schemas.openxmlformats.org/drawingml/2006/main" flipV="1">
            <a:off x="1524000" y="2857500"/>
            <a:ext cx="4333875" cy="1143000"/>
          </a:xfrm>
          <a:prstGeom xmlns:a="http://schemas.openxmlformats.org/drawingml/2006/main" prst="bentConnector4">
            <a:avLst>
              <a:gd name="adj1" fmla="val 0"/>
              <a:gd name="adj2" fmla="val 50000"/>
            </a:avLst>
          </a:prstGeom>
          <a:ln xmlns:a="http://schemas.openxmlformats.org/drawingml/2006/main" w="19050">
            <a:solidFill>
              <a:srgbClr val="6B6662"/>
            </a:solidFill>
            <a:prstDash val="solid"/>
            <a:tailEnd type="arrow" w="sm" len="sm"/>
          </a:ln>
        </p:spPr>
      </p:cxnSp>
      <p:cxnSp>
        <p:nvCxnSpPr>
          <p:cNvPr id="48" name=""/>
          <p:cNvCxnSpPr>
            <a:stCxn xmlns:a="http://schemas.openxmlformats.org/drawingml/2006/main" id="9" idx="2"/>
            <a:endCxn xmlns:a="http://schemas.openxmlformats.org/drawingml/2006/main" id="13" idx="0"/>
          </p:cNvCxnSpPr>
          <p:nvPr/>
        </p:nvCxnSpPr>
        <p:spPr>
          <a:xfrm xmlns:a="http://schemas.openxmlformats.org/drawingml/2006/main" flipH="1">
            <a:off x="5857875" y="2857500"/>
            <a:ext cx="2286000" cy="1143000"/>
          </a:xfrm>
          <a:prstGeom xmlns:a="http://schemas.openxmlformats.org/drawingml/2006/main" prst="straightConnector1">
            <a:avLst/>
          </a:prstGeom>
          <a:ln xmlns:a="http://schemas.openxmlformats.org/drawingml/2006/main" w="19050">
            <a:solidFill>
              <a:srgbClr val="6B6662"/>
            </a:solidFill>
            <a:prstDash val="solid"/>
            <a:tailEnd type="arrow" w="sm" len="sm"/>
          </a:ln>
        </p:spPr>
      </p:cxnSp>
      <p:cxnSp>
        <p:nvCxnSpPr>
          <p:cNvPr id="49" name=""/>
          <p:cNvCxnSpPr>
            <a:stCxn xmlns:a="http://schemas.openxmlformats.org/drawingml/2006/main" id="8" idx="2"/>
            <a:endCxn xmlns:a="http://schemas.openxmlformats.org/drawingml/2006/main" id="14" idx="0"/>
          </p:cNvCxnSpPr>
          <p:nvPr/>
        </p:nvCxnSpPr>
        <p:spPr>
          <a:xfrm xmlns:a="http://schemas.openxmlformats.org/drawingml/2006/main">
            <a:off x="5857875" y="2857500"/>
            <a:ext cx="2286000" cy="1143000"/>
          </a:xfrm>
          <a:prstGeom xmlns:a="http://schemas.openxmlformats.org/drawingml/2006/main" prst="bentConnector4">
            <a:avLst>
              <a:gd name="adj1" fmla="val 0"/>
              <a:gd name="adj2" fmla="val 50000"/>
            </a:avLst>
          </a:prstGeom>
          <a:ln xmlns:a="http://schemas.openxmlformats.org/drawingml/2006/main" w="19050">
            <a:solidFill>
              <a:srgbClr val="6B6662"/>
            </a:solidFill>
            <a:prstDash val="solid"/>
            <a:tailEnd type="arrow" w="sm" len="sm"/>
          </a:ln>
        </p:spPr>
      </p:cxnSp>
      <p:cxnSp>
        <p:nvCxnSpPr>
          <p:cNvPr id="50" name=""/>
          <p:cNvCxnSpPr>
            <a:stCxn xmlns:a="http://schemas.openxmlformats.org/drawingml/2006/main" id="9" idx="2"/>
            <a:endCxn xmlns:a="http://schemas.openxmlformats.org/drawingml/2006/main" id="14" idx="0"/>
          </p:cNvCxnSpPr>
          <p:nvPr/>
        </p:nvCxnSpPr>
        <p:spPr>
          <a:xfrm xmlns:a="http://schemas.openxmlformats.org/drawingml/2006/main">
            <a:off x="8143875" y="2857500"/>
            <a:ext cx="0" cy="1143000"/>
          </a:xfrm>
          <a:prstGeom xmlns:a="http://schemas.openxmlformats.org/drawingml/2006/main" prst="straightConnector1">
            <a:avLst/>
          </a:prstGeom>
          <a:ln xmlns:a="http://schemas.openxmlformats.org/drawingml/2006/main" w="19050">
            <a:solidFill>
              <a:srgbClr val="6B6662"/>
            </a:solidFill>
            <a:prstDash val="solid"/>
            <a:tailEnd type="arrow" w="sm" len="sm"/>
          </a:ln>
        </p:spPr>
      </p:cxnSp>
      <p:cxnSp>
        <p:nvCxnSpPr>
          <p:cNvPr id="51" name=""/>
          <p:cNvCxnSpPr>
            <a:stCxn xmlns:a="http://schemas.openxmlformats.org/drawingml/2006/main" id="13" idx="3"/>
            <a:endCxn xmlns:a="http://schemas.openxmlformats.org/drawingml/2006/main" id="14" idx="1"/>
          </p:cNvCxnSpPr>
          <p:nvPr/>
        </p:nvCxnSpPr>
        <p:spPr>
          <a:xfrm xmlns:a="http://schemas.openxmlformats.org/drawingml/2006/main">
            <a:off x="6905625" y="4643438"/>
            <a:ext cx="285750" cy="0"/>
          </a:xfrm>
          <a:prstGeom xmlns:a="http://schemas.openxmlformats.org/drawingml/2006/main" prst="straightConnector1">
            <a:avLst/>
          </a:prstGeom>
          <a:ln xmlns:a="http://schemas.openxmlformats.org/drawingml/2006/main" w="19050">
            <a:solidFill>
              <a:srgbClr val="6B6662"/>
            </a:solidFill>
            <a:prstDash val="solid"/>
            <a:tailEnd type="arrow" w="sm" len="sm"/>
          </a:ln>
        </p:spPr>
      </p:cxnSp>
      <p:cxnSp>
        <p:nvCxnSpPr>
          <p:cNvPr id="52" name=""/>
          <p:cNvCxnSpPr>
            <a:stCxn xmlns:a="http://schemas.openxmlformats.org/drawingml/2006/main" id="10" idx="2"/>
            <a:endCxn xmlns:a="http://schemas.openxmlformats.org/drawingml/2006/main" id="14" idx="0"/>
          </p:cNvCxnSpPr>
          <p:nvPr/>
        </p:nvCxnSpPr>
        <p:spPr>
          <a:xfrm xmlns:a="http://schemas.openxmlformats.org/drawingml/2006/main" flipH="1">
            <a:off x="8143875" y="2857500"/>
            <a:ext cx="2238375" cy="1143000"/>
          </a:xfrm>
          <a:prstGeom xmlns:a="http://schemas.openxmlformats.org/drawingml/2006/main" prst="bentConnector4">
            <a:avLst>
              <a:gd name="adj1" fmla="val 0"/>
              <a:gd name="adj2" fmla="val 50000"/>
            </a:avLst>
          </a:prstGeom>
          <a:ln xmlns:a="http://schemas.openxmlformats.org/drawingml/2006/main" w="19050">
            <a:solidFill>
              <a:srgbClr val="6B6662"/>
            </a:solidFill>
            <a:prstDash val="solid"/>
            <a:tailEnd type="arrow" w="sm" len="sm"/>
          </a:ln>
        </p:spPr>
      </p:cxnSp>
      <p:cxnSp>
        <p:nvCxnSpPr>
          <p:cNvPr id="53" name=""/>
          <p:cNvCxnSpPr>
            <a:stCxn xmlns:a="http://schemas.openxmlformats.org/drawingml/2006/main" id="14" idx="0"/>
            <a:endCxn xmlns:a="http://schemas.openxmlformats.org/drawingml/2006/main" id="10" idx="2"/>
          </p:cNvCxnSpPr>
          <p:nvPr/>
        </p:nvCxnSpPr>
        <p:spPr>
          <a:xfrm xmlns:a="http://schemas.openxmlformats.org/drawingml/2006/main" flipV="1">
            <a:off x="8143875" y="2857500"/>
            <a:ext cx="2238375" cy="1143000"/>
          </a:xfrm>
          <a:prstGeom xmlns:a="http://schemas.openxmlformats.org/drawingml/2006/main" prst="bentConnector4">
            <a:avLst>
              <a:gd name="adj1" fmla="val 0"/>
              <a:gd name="adj2" fmla="val 50000"/>
            </a:avLst>
          </a:prstGeom>
          <a:ln xmlns:a="http://schemas.openxmlformats.org/drawingml/2006/main" w="19050">
            <a:solidFill>
              <a:srgbClr val="C74634"/>
            </a:solidFill>
            <a:prstDash val="dash"/>
            <a:tailEnd type="arrow" w="sm" len="sm"/>
          </a:ln>
        </p:spPr>
      </p:cxnSp>
      <p:cxnSp>
        <p:nvCxnSpPr>
          <p:cNvPr id="54" name=""/>
          <p:cNvCxnSpPr>
            <a:stCxn xmlns:a="http://schemas.openxmlformats.org/drawingml/2006/main" id="14" idx="3"/>
            <a:endCxn xmlns:a="http://schemas.openxmlformats.org/drawingml/2006/main" id="15" idx="1"/>
          </p:cNvCxnSpPr>
          <p:nvPr/>
        </p:nvCxnSpPr>
        <p:spPr>
          <a:xfrm xmlns:a="http://schemas.openxmlformats.org/drawingml/2006/main">
            <a:off x="9096375" y="4643438"/>
            <a:ext cx="285750" cy="0"/>
          </a:xfrm>
          <a:prstGeom xmlns:a="http://schemas.openxmlformats.org/drawingml/2006/main" prst="straightConnector1">
            <a:avLst/>
          </a:prstGeom>
          <a:ln xmlns:a="http://schemas.openxmlformats.org/drawingml/2006/main" w="19050">
            <a:solidFill>
              <a:srgbClr val="C74634"/>
            </a:solidFill>
            <a:prstDash val="dash"/>
            <a:tailEnd type="arrow" w="sm" len="sm"/>
          </a:ln>
        </p:spPr>
      </p:cxnSp>
      <p:cxnSp>
        <p:nvCxnSpPr>
          <p:cNvPr id="55" name=""/>
          <p:cNvCxnSpPr>
            <a:stCxn xmlns:a="http://schemas.openxmlformats.org/drawingml/2006/main" id="12" idx="0"/>
            <a:endCxn xmlns:a="http://schemas.openxmlformats.org/drawingml/2006/main" id="8" idx="2"/>
          </p:cNvCxnSpPr>
          <p:nvPr/>
        </p:nvCxnSpPr>
        <p:spPr>
          <a:xfrm xmlns:a="http://schemas.openxmlformats.org/drawingml/2006/main" flipV="1">
            <a:off x="3619500" y="2857500"/>
            <a:ext cx="2238375" cy="1143000"/>
          </a:xfrm>
          <a:prstGeom xmlns:a="http://schemas.openxmlformats.org/drawingml/2006/main" prst="bentConnector4">
            <a:avLst>
              <a:gd name="adj1" fmla="val 0"/>
              <a:gd name="adj2" fmla="val 50000"/>
            </a:avLst>
          </a:prstGeom>
          <a:ln xmlns:a="http://schemas.openxmlformats.org/drawingml/2006/main" w="19050">
            <a:solidFill>
              <a:srgbClr val="6B6662"/>
            </a:solidFill>
            <a:prstDash val="solid"/>
            <a:tailEnd type="arrow" w="sm" len="sm"/>
          </a:ln>
        </p:spPr>
      </p:cxnSp>
    </p:spTree>
    <p:extLst>
      <p:ext uri="{BB962C8B-B14F-4D97-AF65-F5344CB8AC3E}">
        <p14:creationId xmlns:p14="http://schemas.microsoft.com/office/powerpoint/2010/main" val="131964355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5CE079-B45D-A64A-7BEF-4BFA8120C395}"/>
              </a:ext>
            </a:extLst>
          </p:cNvPr>
          <p:cNvSpPr>
            <a:spLocks xmlns:a="http://schemas.openxmlformats.org/drawingml/2006/main" noGrp="1"/>
          </p:cNvSpPr>
          <p:nvPr>
            <p:ph type="title" idx="0"/>
          </p:nvPr>
        </p:nvSpPr>
        <p:spPr>
          <a:xfrm xmlns:a="http://schemas.openxmlformats.org/drawingml/2006/main">
            <a:off x="762000" y="2298982"/>
            <a:ext cx="4846320" cy="2260036"/>
          </a:xfrm>
        </p:spPr>
        <p:txBody>
          <a:bodyPr xmlns:a="http://schemas.openxmlformats.org/drawingml/2006/main"/>
          <a:lstStyle xmlns:a="http://schemas.openxmlformats.org/drawingml/2006/main"/>
          <a:p xmlns:a="http://schemas.openxmlformats.org/drawingml/2006/main">
            <a:r>
              <a:rPr sz="2550" b="1"/>
              <a:t>Telemetry lifecycle: source to evidence to product-owned response</a:t>
            </a:r>
          </a:p>
        </p:txBody>
      </p:sp>
      <p:sp>
        <p:nvSpPr>
          <p:cNvPr id="3" name="Slide Number Placeholder 2">
            <a:extLst xmlns:a="http://schemas.openxmlformats.org/drawingml/2006/main">
              <a:ext uri="{FF2B5EF4-FFF2-40B4-BE49-F238E27FC236}">
                <a16:creationId xmlns:a16="http://schemas.microsoft.com/office/drawing/2014/main" id="{A5D77D09-5596-5143-4E97-85A0BB7AEC8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105</a:t>
            </a:fld>
          </a:p>
        </p:txBody>
      </p:sp>
      <p:sp>
        <p:nvSpPr>
          <p:cNvPr id="4" name="Footer Placeholder 3">
            <a:extLst xmlns:a="http://schemas.openxmlformats.org/drawingml/2006/main">
              <a:ext uri="{FF2B5EF4-FFF2-40B4-BE49-F238E27FC236}">
                <a16:creationId xmlns:a16="http://schemas.microsoft.com/office/drawing/2014/main" id="{66776457-ECA5-416A-58A2-D229F9AF0E3F}"/>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35" name="Rectangle 34">
            <a:extLst xmlns:a="http://schemas.openxmlformats.org/drawingml/2006/main">
              <a:ext uri="{FF2B5EF4-FFF2-40B4-BE49-F238E27FC236}">
                <a16:creationId xmlns:a16="http://schemas.microsoft.com/office/drawing/2014/main" id="{4EE573BB-7FC9-56B6-AAB8-EA4138B026F5}"/>
              </a:ext>
            </a:extLst>
          </p:cNvPr>
          <p:cNvSpPr>
            <a:spLocks xmlns:a="http://schemas.openxmlformats.org/drawingml/2006/main" noGrp="1"/>
          </p:cNvSpPr>
          <p:nvPr/>
        </p:nvSpPr>
        <p:spPr>
          <a:xfrm xmlns:a="http://schemas.openxmlformats.org/drawingml/2006/main" rot="0" flipH="0" flipV="0">
            <a:off x="5692286" y="612875"/>
            <a:ext cx="6152444" cy="5362222"/>
          </a:xfrm>
          <a:prstGeom xmlns:a="http://schemas.openxmlformats.org/drawingml/2006/main" prst="rect">
            <a:avLst/>
          </a:prstGeom>
          <a:noFill xmlns:a="http://schemas.openxmlformats.org/drawingml/2006/main"/>
          <a:ln xmlns:a="http://schemas.openxmlformats.org/drawingml/2006/main" w="38100">
            <a:solidFill>
              <a:srgbClr val="F1B13F"/>
            </a:solidFill>
            <a:prstDash val="sysDash"/>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r>
              <a:rPr>
                <a:solidFill>
                  <a:schemeClr val="tx1"/>
                </a:solidFill>
              </a:rPr>
              <a:t/>
            </a:r>
          </a:p>
        </p:txBody>
      </p:sp>
      <p:sp>
        <p:nvSpPr>
          <p:cNvPr id="37" name="Round Same Side Corner Rectangle 36">
            <a:extLst xmlns:a="http://schemas.openxmlformats.org/drawingml/2006/main">
              <a:ext uri="{FF2B5EF4-FFF2-40B4-BE49-F238E27FC236}">
                <a16:creationId xmlns:a16="http://schemas.microsoft.com/office/drawing/2014/main" id="{4C9CCAB7-754A-B863-42B2-3E2E3E9DEF25}"/>
              </a:ext>
            </a:extLst>
          </p:cNvPr>
          <p:cNvSpPr>
            <a:spLocks xmlns:a="http://schemas.openxmlformats.org/drawingml/2006/main" noGrp="1"/>
          </p:cNvSpPr>
          <p:nvPr/>
        </p:nvSpPr>
        <p:spPr>
          <a:xfrm xmlns:a="http://schemas.openxmlformats.org/drawingml/2006/main" rot="0" flipH="0" flipV="0">
            <a:off x="6267219" y="4828993"/>
            <a:ext cx="4986562" cy="871906"/>
          </a:xfrm>
          <a:prstGeom xmlns:a="http://schemas.openxmlformats.org/drawingml/2006/main" prst="round2SameRect">
            <a:avLst>
              <a:gd name="adj1" fmla="val 0"/>
              <a:gd name="adj2" fmla="val 0"/>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228600" tIns="228600" rIns="228600" bIns="228600" anchor="t"/>
          <a:lstStyle xmlns:a="http://schemas.openxmlformats.org/drawingml/2006/main"/>
          <a:p xmlns:a="http://schemas.openxmlformats.org/drawingml/2006/main">
            <a:r>
              <a:rPr sz="1300" b="1">
                <a:latin typeface="Oracle Sans Tab"/>
              </a:rPr>
              <a:t>4 Notify and hand off</a:t>
            </a:r>
          </a:p>
          <a:p xmlns:a="http://schemas.openxmlformats.org/drawingml/2006/main">
            <a:r>
              <a:rPr sz="1300" b="1">
                <a:latin typeface="Oracle Sans Tab"/>
              </a:rPr>
              <a:t>Notifications • evidence links • product-owned response and verification</a:t>
            </a:r>
          </a:p>
        </p:txBody>
      </p:sp>
      <p:sp>
        <p:nvSpPr>
          <p:cNvPr id="38" name="Round Same Side Corner Rectangle 37">
            <a:extLst xmlns:a="http://schemas.openxmlformats.org/drawingml/2006/main">
              <a:ext uri="{FF2B5EF4-FFF2-40B4-BE49-F238E27FC236}">
                <a16:creationId xmlns:a16="http://schemas.microsoft.com/office/drawing/2014/main" id="{F322266F-3A82-F5B6-DECC-274D5100642D}"/>
              </a:ext>
            </a:extLst>
          </p:cNvPr>
          <p:cNvSpPr>
            <a:spLocks xmlns:a="http://schemas.openxmlformats.org/drawingml/2006/main" noGrp="1"/>
          </p:cNvSpPr>
          <p:nvPr/>
        </p:nvSpPr>
        <p:spPr>
          <a:xfrm xmlns:a="http://schemas.openxmlformats.org/drawingml/2006/main" rot="0" flipH="0" flipV="0">
            <a:off x="6267219" y="1937298"/>
            <a:ext cx="5002579" cy="1870286"/>
          </a:xfrm>
          <a:prstGeom xmlns:a="http://schemas.openxmlformats.org/drawingml/2006/main" prst="round2SameRect">
            <a:avLst>
              <a:gd name="adj1" fmla="val 0"/>
              <a:gd name="adj2" fmla="val 0"/>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228600" tIns="228600" rIns="228600" bIns="228600" anchor="t"/>
          <a:lstStyle xmlns:a="http://schemas.openxmlformats.org/drawingml/2006/main"/>
          <a:p xmlns:a="http://schemas.openxmlformats.org/drawingml/2006/main">
            <a:r>
              <a:rPr sz="1300">
                <a:latin typeface="Oracle Sans Tab"/>
              </a:rPr>
              <a:t>2 Observe and analyze</a:t>
            </a:r>
          </a:p>
          <a:p xmlns:a="http://schemas.openxmlformats.org/drawingml/2006/main">
            <a:r>
              <a:rPr sz="1300">
                <a:latin typeface="Oracle Sans Tab"/>
              </a:rPr>
              <a:t>Monitoring • Logging • Log Analytics • APM • LoganAI</a:t>
            </a:r>
          </a:p>
        </p:txBody>
      </p:sp>
      <p:sp>
        <p:nvSpPr>
          <p:cNvPr id="39" name="Round Same Side Corner Rectangle 38">
            <a:extLst xmlns:a="http://schemas.openxmlformats.org/drawingml/2006/main">
              <a:ext uri="{FF2B5EF4-FFF2-40B4-BE49-F238E27FC236}">
                <a16:creationId xmlns:a16="http://schemas.microsoft.com/office/drawing/2014/main" id="{A2FDF5F9-9AF1-AE21-BDF1-19C00AE5ADEA}"/>
              </a:ext>
            </a:extLst>
          </p:cNvPr>
          <p:cNvSpPr>
            <a:spLocks xmlns:a="http://schemas.openxmlformats.org/drawingml/2006/main" noGrp="1"/>
          </p:cNvSpPr>
          <p:nvPr/>
        </p:nvSpPr>
        <p:spPr>
          <a:xfrm xmlns:a="http://schemas.openxmlformats.org/drawingml/2006/main" rot="0" flipH="0" flipV="0">
            <a:off x="6267219" y="1070364"/>
            <a:ext cx="5002579" cy="871906"/>
          </a:xfrm>
          <a:prstGeom xmlns:a="http://schemas.openxmlformats.org/drawingml/2006/main" prst="round2SameRect">
            <a:avLst>
              <a:gd name="adj1" fmla="val 0"/>
              <a:gd name="adj2" fmla="val 0"/>
            </a:avLst>
          </a:prstGeom>
          <a:solidFill xmlns:a="http://schemas.openxmlformats.org/drawingml/2006/main">
            <a:srgbClr val="7A475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91440" bIns="91440" anchor="ctr"/>
          <a:lstStyle xmlns:a="http://schemas.openxmlformats.org/drawingml/2006/main"/>
          <a:p xmlns:a="http://schemas.openxmlformats.org/drawingml/2006/main">
            <a:r>
              <a:rPr sz="1300" b="1"/>
              <a:t>1 Collect and identify</a:t>
            </a:r>
          </a:p>
          <a:p xmlns:a="http://schemas.openxmlformats.org/drawingml/2006/main">
            <a:r>
              <a:rPr sz="1300" b="1"/>
              <a:t>Manual K8s Helm/manifests • Management Agent/Gateway • OTel • approved logs/metrics</a:t>
            </a:r>
          </a:p>
        </p:txBody>
      </p:sp>
      <p:sp>
        <p:nvSpPr>
          <p:cNvPr id="40" name="Round Same Side Corner Rectangle 39">
            <a:extLst xmlns:a="http://schemas.openxmlformats.org/drawingml/2006/main">
              <a:ext uri="{FF2B5EF4-FFF2-40B4-BE49-F238E27FC236}">
                <a16:creationId xmlns:a16="http://schemas.microsoft.com/office/drawing/2014/main" id="{53D253C6-97EF-58CA-C891-9FBC68DFCDBD}"/>
              </a:ext>
            </a:extLst>
          </p:cNvPr>
          <p:cNvSpPr>
            <a:spLocks xmlns:a="http://schemas.openxmlformats.org/drawingml/2006/main" noGrp="1"/>
          </p:cNvSpPr>
          <p:nvPr/>
        </p:nvSpPr>
        <p:spPr>
          <a:xfrm xmlns:a="http://schemas.openxmlformats.org/drawingml/2006/main" rot="0" flipH="0" flipV="0">
            <a:off x="6267219" y="3957087"/>
            <a:ext cx="4986562" cy="871906"/>
          </a:xfrm>
          <a:prstGeom xmlns:a="http://schemas.openxmlformats.org/drawingml/2006/main" prst="round2SameRect">
            <a:avLst>
              <a:gd name="adj1" fmla="val 0"/>
              <a:gd name="adj2" fmla="val 0"/>
            </a:avLst>
          </a:prstGeom>
          <a:solidFill xmlns:a="http://schemas.openxmlformats.org/drawingml/2006/main">
            <a:srgbClr val="634E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91440" bIns="91440" anchor="ctr"/>
          <a:lstStyle xmlns:a="http://schemas.openxmlformats.org/drawingml/2006/main"/>
          <a:p xmlns:a="http://schemas.openxmlformats.org/drawingml/2006/main">
            <a:r>
              <a:rPr sz="1300" b="1"/>
              <a:t>3 Package evidence</a:t>
            </a:r>
          </a:p>
          <a:p xmlns:a="http://schemas.openxmlformats.org/drawingml/2006/main">
            <a:r>
              <a:rPr sz="1300" b="1"/>
              <a:t>Timestamped logs + metrics + traces + object state + source provenance</a:t>
            </a:r>
          </a:p>
        </p:txBody>
      </p:sp>
    </p:spTree>
    <p:extLst>
      <p:ext uri="{BB962C8B-B14F-4D97-AF65-F5344CB8AC3E}">
        <p14:creationId xmlns:p14="http://schemas.microsoft.com/office/powerpoint/2010/main" val="3609106221"/>
      </p:ext>
    </p:extLst>
  </p:cSld>
</p:sld>
</file>

<file path=ppt/slides/slide6.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79BB80-2677-0544-A4E8-8C81E63718DB}"/>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rPr sz="2550" b="1"/>
              <a:t>Customer-managed Kubernetes monitoring is a manual deployment</a:t>
            </a:r>
          </a:p>
        </p:txBody>
      </p:sp>
      <p:sp>
        <p:nvSpPr>
          <p:cNvPr id="22" name="Text Placeholder 21">
            <a:extLst xmlns:a="http://schemas.openxmlformats.org/drawingml/2006/main">
              <a:ext uri="{FF2B5EF4-FFF2-40B4-BE49-F238E27FC236}">
                <a16:creationId xmlns:a16="http://schemas.microsoft.com/office/drawing/2014/main" id="{A9D6F848-75F8-FF26-30C6-79B07BA491F1}"/>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r>
              <a:rPr sz="1200"/>
              <a:t>Use the documented Log Analytics Kubernetes Monitoring Solution Helm/manifests path; validate each distribution, version and private-network pattern in the PoV.</a:t>
            </a:r>
          </a:p>
        </p:txBody>
      </p:sp>
      <p:sp>
        <p:nvSpPr>
          <p:cNvPr id="3" name="Content Placeholder 2">
            <a:extLst xmlns:a="http://schemas.openxmlformats.org/drawingml/2006/main">
              <a:ext uri="{FF2B5EF4-FFF2-40B4-BE49-F238E27FC236}">
                <a16:creationId xmlns:a16="http://schemas.microsoft.com/office/drawing/2014/main" id="{FE208D23-1337-8842-A381-F84FEFFC8368}"/>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p xmlns:a="http://schemas.openxmlformats.org/drawingml/2006/main">
            <a:r>
              <a:rPr sz="1275"/>
              <a:t>OCI OBSERVABILITY ROLE</a:t>
            </a:r>
          </a:p>
          <a:p xmlns:a="http://schemas.openxmlformats.org/drawingml/2006/main">
            <a:r>
              <a:rPr sz="1275"/>
              <a:t>• Selected Kubernetes logs, metrics and object state</a:t>
            </a:r>
          </a:p>
          <a:p xmlns:a="http://schemas.openxmlformats.org/drawingml/2006/main">
            <a:r>
              <a:rPr sz="1275"/>
              <a:t>• Cluster, workload, node and pod views</a:t>
            </a:r>
          </a:p>
          <a:p xmlns:a="http://schemas.openxmlformats.org/drawingml/2006/main">
            <a:r>
              <a:rPr sz="1275"/>
              <a:t>• Log Analytics sources, parsers, dashboards and alerts</a:t>
            </a:r>
          </a:p>
          <a:p xmlns:a="http://schemas.openxmlformats.org/drawingml/2006/main">
            <a:r>
              <a:rPr sz="1275"/>
              <a:t>• Monitoring metrics and pipeline-health alarms</a:t>
            </a:r>
          </a:p>
          <a:p xmlns:a="http://schemas.openxmlformats.org/drawingml/2006/main">
            <a:r>
              <a:rPr sz="1275"/>
              <a:t>• Connector Hub routing</a:t>
            </a:r>
          </a:p>
          <a:p xmlns:a="http://schemas.openxmlformats.org/drawingml/2006/main">
            <a:r>
              <a:rPr sz="1275"/>
              <a:t>• Management Agent/Gateway where required</a:t>
            </a:r>
          </a:p>
        </p:txBody>
      </p:sp>
      <p:sp>
        <p:nvSpPr>
          <p:cNvPr id="4" name="Content Placeholder 3">
            <a:extLst xmlns:a="http://schemas.openxmlformats.org/drawingml/2006/main">
              <a:ext uri="{FF2B5EF4-FFF2-40B4-BE49-F238E27FC236}">
                <a16:creationId xmlns:a16="http://schemas.microsoft.com/office/drawing/2014/main" id="{1BF7E6DE-6CC2-196D-7EAF-7F4A84EA6FC2}"/>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p xmlns:a="http://schemas.openxmlformats.org/drawingml/2006/main">
            <a:r>
              <a:rPr sz="1275"/>
              <a:t>DISCOVERY / VALIDATION BOUNDARY</a:t>
            </a:r>
          </a:p>
          <a:p xmlns:a="http://schemas.openxmlformats.org/drawingml/2006/main">
            <a:r>
              <a:rPr sz="1275"/>
              <a:t>• Supported Kubernetes distribution and version</a:t>
            </a:r>
          </a:p>
          <a:p xmlns:a="http://schemas.openxmlformats.org/drawingml/2006/main">
            <a:r>
              <a:rPr sz="1275"/>
              <a:t>• Helm/manifests, RBAC and namespace scope</a:t>
            </a:r>
          </a:p>
          <a:p xmlns:a="http://schemas.openxmlformats.org/drawingml/2006/main">
            <a:r>
              <a:rPr sz="1275"/>
              <a:t>• Proxy/private egress, DNS and certificates</a:t>
            </a:r>
          </a:p>
          <a:p xmlns:a="http://schemas.openxmlformats.org/drawingml/2006/main">
            <a:r>
              <a:rPr sz="1275"/>
              <a:t>• Data classes, filtering and residency</a:t>
            </a:r>
          </a:p>
          <a:p xmlns:a="http://schemas.openxmlformats.org/drawingml/2006/main">
            <a:r>
              <a:rPr sz="1275"/>
              <a:t>• CPU/memory/storage footprint</a:t>
            </a:r>
          </a:p>
          <a:p xmlns:a="http://schemas.openxmlformats.org/drawingml/2006/main">
            <a:r>
              <a:rPr sz="1275"/>
              <a:t>• Upgrade, rollback, HA and recovery</a:t>
            </a:r>
          </a:p>
          <a:p xmlns:a="http://schemas.openxmlformats.org/drawingml/2006/main">
            <a:r>
              <a:rPr sz="1275"/>
              <a:t>• Platform team owns cluster remediation</a:t>
            </a:r>
          </a:p>
        </p:txBody>
      </p:sp>
      <p:sp>
        <p:nvSpPr>
          <p:cNvPr id="5" name="Slide Number Placeholder 4">
            <a:extLst xmlns:a="http://schemas.openxmlformats.org/drawingml/2006/main">
              <a:ext uri="{FF2B5EF4-FFF2-40B4-BE49-F238E27FC236}">
                <a16:creationId xmlns:a16="http://schemas.microsoft.com/office/drawing/2014/main" id="{D1C1AC08-3D17-B7B4-1AE3-423663671F05}"/>
              </a:ext>
            </a:extLst>
          </p:cNvPr>
          <p:cNvSpPr>
            <a:spLocks xmlns:a="http://schemas.openxmlformats.org/drawingml/2006/main" noGrp="1"/>
          </p:cNvSpPr>
          <p:nvPr>
            <p:ph type="sldNum" idx="18"/>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88</a:t>
            </a:fld>
          </a:p>
        </p:txBody>
      </p:sp>
      <p:sp>
        <p:nvSpPr>
          <p:cNvPr id="6" name="Footer Placeholder 5">
            <a:extLst xmlns:a="http://schemas.openxmlformats.org/drawingml/2006/main">
              <a:ext uri="{FF2B5EF4-FFF2-40B4-BE49-F238E27FC236}">
                <a16:creationId xmlns:a16="http://schemas.microsoft.com/office/drawing/2014/main" id="{0C96F817-67DC-36D5-86CB-CCBE3DAF9CDA}"/>
              </a:ext>
            </a:extLst>
          </p:cNvPr>
          <p:cNvSpPr>
            <a:spLocks xmlns:a="http://schemas.openxmlformats.org/drawingml/2006/main" noGrp="1"/>
          </p:cNvSpPr>
          <p:nvPr>
            <p:ph type="ftr" idx="17"/>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3409006694"/>
      </p:ext>
    </p:extLst>
  </p:cSld>
</p:sld>
</file>

<file path=ppt/slides/slide7.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41C1DC-EB73-48A4-82C5-F011CC817059}"/>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OCI telemetry and investigation services</a:t>
            </a:r>
          </a:p>
        </p:txBody>
      </p:sp>
      <p:sp>
        <p:nvSpPr>
          <p:cNvPr id="7" name="Text Placeholder 6">
            <a:extLst xmlns:a="http://schemas.openxmlformats.org/drawingml/2006/main">
              <a:ext uri="{FF2B5EF4-FFF2-40B4-BE49-F238E27FC236}">
                <a16:creationId xmlns:a16="http://schemas.microsoft.com/office/drawing/2014/main" id="{DC5941BE-803B-F3E6-799E-4582F8D2AB7A}"/>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pPr>
              <a:defRPr sz="1200">
                <a:solidFill>
                  <a:srgbClr val="5B5652"/>
                </a:solidFill>
              </a:defRPr>
            </a:pPr>
            <a:r>
              <a:rPr sz="1200">
                <a:solidFill>
                  <a:srgbClr val="5B5652"/>
                </a:solidFill>
              </a:rPr>
              <a:t>Central Observability &amp; Security team operates these shared capabilities; target teams own source enablement and runbooks.</a:t>
            </a:r>
          </a:p>
        </p:txBody>
      </p:sp>
      <p:sp>
        <p:nvSpPr>
          <p:cNvPr id="3" name="Content Placeholder 2">
            <a:extLst xmlns:a="http://schemas.openxmlformats.org/drawingml/2006/main">
              <a:ext uri="{FF2B5EF4-FFF2-40B4-BE49-F238E27FC236}">
                <a16:creationId xmlns:a16="http://schemas.microsoft.com/office/drawing/2014/main" id="{C1BF95EA-E7B3-88F5-62F9-26284322A1FC}"/>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OCI MONITORING</a:t>
            </a:r>
          </a:p>
          <a:p xmlns:a="http://schemas.openxmlformats.org/drawingml/2006/main">
            <a:pPr lvl="1">
              <a:buNone/>
              <a:defRPr sz="1275">
                <a:solidFill>
                  <a:srgbClr val="312D2A"/>
                </a:solidFill>
              </a:defRPr>
            </a:pPr>
            <a:r>
              <a:rPr sz="1275">
                <a:solidFill>
                  <a:srgbClr val="312D2A"/>
                </a:solidFill>
              </a:rPr>
              <a:t>Metrics, alarms and service telemetry.</a:t>
            </a:r>
          </a:p>
          <a:p xmlns:a="http://schemas.openxmlformats.org/drawingml/2006/main">
            <a:pPr lvl="2">
              <a:buNone/>
            </a:pPr>
            <a:r>
              <a:t/>
            </a:r>
          </a:p>
          <a:p xmlns:a="http://schemas.openxmlformats.org/drawingml/2006/main">
            <a:pPr lvl="3">
              <a:buNone/>
              <a:defRPr sz="1275">
                <a:solidFill>
                  <a:srgbClr val="312D2A"/>
                </a:solidFill>
              </a:defRPr>
            </a:pPr>
            <a:r>
              <a:rPr sz="1275">
                <a:solidFill>
                  <a:srgbClr val="312D2A"/>
                </a:solidFill>
              </a:rPr>
              <a:t>OCI LOGGING</a:t>
            </a:r>
          </a:p>
          <a:p xmlns:a="http://schemas.openxmlformats.org/drawingml/2006/main">
            <a:pPr lvl="4">
              <a:buNone/>
              <a:defRPr sz="1275">
                <a:solidFill>
                  <a:srgbClr val="312D2A"/>
                </a:solidFill>
              </a:defRPr>
            </a:pPr>
            <a:r>
              <a:rPr sz="1275">
                <a:solidFill>
                  <a:srgbClr val="312D2A"/>
                </a:solidFill>
              </a:rPr>
              <a:t>Native service, custom and audit log collection.</a:t>
            </a:r>
          </a:p>
          <a:p xmlns:a="http://schemas.openxmlformats.org/drawingml/2006/main">
            <a:pPr lvl="4">
              <a:buNone/>
            </a:pPr>
            <a:r>
              <a:t/>
            </a:r>
          </a:p>
          <a:p xmlns:a="http://schemas.openxmlformats.org/drawingml/2006/main">
            <a:pPr lvl="4">
              <a:buNone/>
              <a:defRPr sz="1275">
                <a:solidFill>
                  <a:srgbClr val="312D2A"/>
                </a:solidFill>
              </a:defRPr>
            </a:pPr>
            <a:r>
              <a:rPr sz="1275">
                <a:solidFill>
                  <a:srgbClr val="312D2A"/>
                </a:solidFill>
              </a:rPr>
              <a:t>OCI NOTIFICATIONS</a:t>
            </a:r>
          </a:p>
          <a:p xmlns:a="http://schemas.openxmlformats.org/drawingml/2006/main">
            <a:pPr lvl="4">
              <a:buNone/>
              <a:defRPr sz="1275">
                <a:solidFill>
                  <a:srgbClr val="312D2A"/>
                </a:solidFill>
              </a:defRPr>
            </a:pPr>
            <a:r>
              <a:rPr sz="1275">
                <a:solidFill>
                  <a:srgbClr val="312D2A"/>
                </a:solidFill>
              </a:rPr>
              <a:t>Alarm and workflow fan-out to approved channels.</a:t>
            </a:r>
          </a:p>
        </p:txBody>
      </p:sp>
      <p:sp>
        <p:nvSpPr>
          <p:cNvPr id="4" name="Content Placeholder 3">
            <a:extLst xmlns:a="http://schemas.openxmlformats.org/drawingml/2006/main">
              <a:ext uri="{FF2B5EF4-FFF2-40B4-BE49-F238E27FC236}">
                <a16:creationId xmlns:a16="http://schemas.microsoft.com/office/drawing/2014/main" id="{469C9A95-B8D6-4A0A-3C1C-B3418A27EBBA}"/>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p xmlns:a="http://schemas.openxmlformats.org/drawingml/2006/main">
            <a:r>
              <a:rPr sz="1275"/>
              <a:t>OCI LOG ANALYTICS</a:t>
            </a:r>
          </a:p>
          <a:p xmlns:a="http://schemas.openxmlformats.org/drawingml/2006/main">
            <a:r>
              <a:rPr sz="1275"/>
              <a:t>Cross-source search, clustering, dashboards and retained investigation.</a:t>
            </a:r>
          </a:p>
          <a:p xmlns:a="http://schemas.openxmlformats.org/drawingml/2006/main">
            <a:r>
              <a:rPr sz="1275"/>
              <a:t>KUBERNETES SOLUTION</a:t>
            </a:r>
          </a:p>
          <a:p xmlns:a="http://schemas.openxmlformats.org/drawingml/2006/main">
            <a:r>
              <a:rPr sz="1275"/>
              <a:t>Customer-managed Kubernetes logs + metrics + object state with cluster, workload, node and pod views; manual deployment required.</a:t>
            </a:r>
          </a:p>
        </p:txBody>
      </p:sp>
      <p:sp>
        <p:nvSpPr>
          <p:cNvPr id="8" name="Content Placeholder 7">
            <a:extLst xmlns:a="http://schemas.openxmlformats.org/drawingml/2006/main">
              <a:ext uri="{FF2B5EF4-FFF2-40B4-BE49-F238E27FC236}">
                <a16:creationId xmlns:a16="http://schemas.microsoft.com/office/drawing/2014/main" id="{4E3D3780-5BB2-72D0-0F7E-9C597D486617}"/>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OCI APM</a:t>
            </a:r>
          </a:p>
          <a:p xmlns:a="http://schemas.openxmlformats.org/drawingml/2006/main">
            <a:pPr lvl="1">
              <a:buNone/>
              <a:defRPr sz="1275">
                <a:solidFill>
                  <a:srgbClr val="312D2A"/>
                </a:solidFill>
              </a:defRPr>
            </a:pPr>
            <a:r>
              <a:rPr sz="1275">
                <a:solidFill>
                  <a:srgbClr val="312D2A"/>
                </a:solidFill>
              </a:rPr>
              <a:t>Tracing, synthetic monitoring, application and user experience context.</a:t>
            </a:r>
          </a:p>
          <a:p xmlns:a="http://schemas.openxmlformats.org/drawingml/2006/main">
            <a:pPr lvl="2">
              <a:buNone/>
            </a:pPr>
            <a:r>
              <a:t/>
            </a:r>
          </a:p>
          <a:p xmlns:a="http://schemas.openxmlformats.org/drawingml/2006/main">
            <a:pPr lvl="3">
              <a:buNone/>
              <a:defRPr sz="1275">
                <a:solidFill>
                  <a:srgbClr val="312D2A"/>
                </a:solidFill>
              </a:defRPr>
            </a:pPr>
            <a:r>
              <a:rPr sz="1275">
                <a:solidFill>
                  <a:srgbClr val="312D2A"/>
                </a:solidFill>
              </a:rPr>
              <a:t>CONNECTOR HUB</a:t>
            </a:r>
          </a:p>
          <a:p xmlns:a="http://schemas.openxmlformats.org/drawingml/2006/main">
            <a:pPr lvl="4">
              <a:buNone/>
              <a:defRPr sz="1275">
                <a:solidFill>
                  <a:srgbClr val="312D2A"/>
                </a:solidFill>
              </a:defRPr>
            </a:pPr>
            <a:r>
              <a:rPr sz="1275">
                <a:solidFill>
                  <a:srgbClr val="312D2A"/>
                </a:solidFill>
              </a:rPr>
              <a:t>Managed routing from supported sources to approved targets; use for data movement, not incident orchestration.</a:t>
            </a:r>
          </a:p>
        </p:txBody>
      </p:sp>
      <p:sp>
        <p:nvSpPr>
          <p:cNvPr id="5" name="Slide Number Placeholder 4">
            <a:extLst xmlns:a="http://schemas.openxmlformats.org/drawingml/2006/main">
              <a:ext uri="{FF2B5EF4-FFF2-40B4-BE49-F238E27FC236}">
                <a16:creationId xmlns:a16="http://schemas.microsoft.com/office/drawing/2014/main" id="{139D5B89-E468-771D-7B5E-5A1FE827072E}"/>
              </a:ext>
            </a:extLst>
          </p:cNvPr>
          <p:cNvSpPr>
            <a:spLocks xmlns:a="http://schemas.openxmlformats.org/drawingml/2006/main" noGrp="1"/>
          </p:cNvSpPr>
          <p:nvPr>
            <p:ph type="sldNum" idx="19"/>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89</a:t>
            </a:fld>
          </a:p>
        </p:txBody>
      </p:sp>
      <p:sp>
        <p:nvSpPr>
          <p:cNvPr id="6" name="Footer Placeholder 5">
            <a:extLst xmlns:a="http://schemas.openxmlformats.org/drawingml/2006/main">
              <a:ext uri="{FF2B5EF4-FFF2-40B4-BE49-F238E27FC236}">
                <a16:creationId xmlns:a16="http://schemas.microsoft.com/office/drawing/2014/main" id="{837AA72C-81DF-2A90-EF33-3AB698718A53}"/>
              </a:ext>
            </a:extLst>
          </p:cNvPr>
          <p:cNvSpPr>
            <a:spLocks xmlns:a="http://schemas.openxmlformats.org/drawingml/2006/main" noGrp="1"/>
          </p:cNvSpPr>
          <p:nvPr>
            <p:ph type="ftr" idx="18"/>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937116991"/>
      </p:ext>
    </p:extLst>
  </p:cSld>
</p:sld>
</file>

<file path=ppt/slides/slide8.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41C1DC-EB73-48A4-82C5-F011CC817059}"/>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rPr sz="2550" b="1"/>
              <a:t>APM metering and application-team boundary</a:t>
            </a:r>
          </a:p>
        </p:txBody>
      </p:sp>
      <p:sp>
        <p:nvSpPr>
          <p:cNvPr id="7" name="Text Placeholder 6">
            <a:extLst xmlns:a="http://schemas.openxmlformats.org/drawingml/2006/main">
              <a:ext uri="{FF2B5EF4-FFF2-40B4-BE49-F238E27FC236}">
                <a16:creationId xmlns:a16="http://schemas.microsoft.com/office/drawing/2014/main" id="{DC5941BE-803B-F3E6-799E-4582F8D2AB7A}"/>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r>
              <a:rPr sz="1200"/>
              <a:t>Working commercial presumption: APM active storage is metered through B95634 at one Log Analytics Active Storage Unit per 300 GB; final Oracle quote governs.</a:t>
            </a:r>
          </a:p>
        </p:txBody>
      </p:sp>
      <p:sp>
        <p:nvSpPr>
          <p:cNvPr id="3" name="Content Placeholder 2">
            <a:extLst xmlns:a="http://schemas.openxmlformats.org/drawingml/2006/main">
              <a:ext uri="{FF2B5EF4-FFF2-40B4-BE49-F238E27FC236}">
                <a16:creationId xmlns:a16="http://schemas.microsoft.com/office/drawing/2014/main" id="{C1BF95EA-E7B3-88F5-62F9-26284322A1FC}"/>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p xmlns:a="http://schemas.openxmlformats.org/drawingml/2006/main">
            <a:r>
              <a:rPr sz="1275"/>
              <a:t>OCI APM</a:t>
            </a:r>
          </a:p>
          <a:p xmlns:a="http://schemas.openxmlformats.org/drawingml/2006/main">
            <a:r>
              <a:rPr sz="1275"/>
              <a:t>• Application/API traces and service topology</a:t>
            </a:r>
          </a:p>
          <a:p xmlns:a="http://schemas.openxmlformats.org/drawingml/2006/main">
            <a:r>
              <a:rPr sz="1275"/>
              <a:t>• Browser and synthetic monitoring</a:t>
            </a:r>
          </a:p>
          <a:p xmlns:a="http://schemas.openxmlformats.org/drawingml/2006/main">
            <a:r>
              <a:rPr sz="1275"/>
              <a:t>• OpenTelemetry trace ingestion</a:t>
            </a:r>
          </a:p>
          <a:p xmlns:a="http://schemas.openxmlformats.org/drawingml/2006/main">
            <a:r>
              <a:rPr sz="1275"/>
              <a:t>• Approved attributes and sampling</a:t>
            </a:r>
          </a:p>
          <a:p xmlns:a="http://schemas.openxmlformats.org/drawingml/2006/main">
            <a:r>
              <a:rPr sz="1275"/>
              <a:t>• Priority journeys and SLO alarms</a:t>
            </a:r>
          </a:p>
        </p:txBody>
      </p:sp>
      <p:sp>
        <p:nvSpPr>
          <p:cNvPr id="4" name="Content Placeholder 3">
            <a:extLst xmlns:a="http://schemas.openxmlformats.org/drawingml/2006/main">
              <a:ext uri="{FF2B5EF4-FFF2-40B4-BE49-F238E27FC236}">
                <a16:creationId xmlns:a16="http://schemas.microsoft.com/office/drawing/2014/main" id="{469C9A95-B8D6-4A0A-3C1C-B3418A27EBBA}"/>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p xmlns:a="http://schemas.openxmlformats.org/drawingml/2006/main">
            <a:r>
              <a:rPr sz="1275"/>
              <a:t>COMMERCIAL PRESUMPTION</a:t>
            </a:r>
          </a:p>
          <a:p xmlns:a="http://schemas.openxmlformats.org/drawingml/2006/main">
            <a:r>
              <a:rPr sz="1275"/>
              <a:t>• 300 GB APM active storage = 1 × B95634</a:t>
            </a:r>
          </a:p>
          <a:p xmlns:a="http://schemas.openxmlformats.org/drawingml/2006/main">
            <a:r>
              <a:rPr sz="1275"/>
              <a:t>• First public USD PAYG tier: $372/unit-month</a:t>
            </a:r>
          </a:p>
          <a:p xmlns:a="http://schemas.openxmlformats.org/drawingml/2006/main">
            <a:r>
              <a:rPr sz="1275"/>
              <a:t>• API snapshot updated 16 August 2026</a:t>
            </a:r>
          </a:p>
          <a:p xmlns:a="http://schemas.openxmlformats.org/drawingml/2006/main">
            <a:r>
              <a:rPr sz="1275"/>
              <a:t>• Confirm part number, conversion and contracted rate</a:t>
            </a:r>
          </a:p>
          <a:p xmlns:a="http://schemas.openxmlformats.org/drawingml/2006/main">
            <a:r>
              <a:rPr sz="1275"/>
              <a:t>• Measure active retention before production sizing</a:t>
            </a:r>
          </a:p>
        </p:txBody>
      </p:sp>
      <p:sp>
        <p:nvSpPr>
          <p:cNvPr id="8" name="Content Placeholder 7">
            <a:extLst xmlns:a="http://schemas.openxmlformats.org/drawingml/2006/main">
              <a:ext uri="{FF2B5EF4-FFF2-40B4-BE49-F238E27FC236}">
                <a16:creationId xmlns:a16="http://schemas.microsoft.com/office/drawing/2014/main" id="{4E3D3780-5BB2-72D0-0F7E-9C597D486617}"/>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p xmlns:a="http://schemas.openxmlformats.org/drawingml/2006/main">
            <a:r>
              <a:rPr sz="1275"/>
              <a:t>OWNERSHIP BOUNDARY</a:t>
            </a:r>
          </a:p>
          <a:p xmlns:a="http://schemas.openxmlformats.org/drawingml/2006/main">
            <a:r>
              <a:rPr sz="1275"/>
              <a:t>Application teams own instrumentation, service IDs, sampling, sensitive-field controls, trace propagation, synthetic journeys and remediation. Observability &amp; Security owns APM domains, standards, dashboards and alert quality.</a:t>
            </a:r>
          </a:p>
        </p:txBody>
      </p:sp>
      <p:sp>
        <p:nvSpPr>
          <p:cNvPr id="5" name="Slide Number Placeholder 4">
            <a:extLst xmlns:a="http://schemas.openxmlformats.org/drawingml/2006/main">
              <a:ext uri="{FF2B5EF4-FFF2-40B4-BE49-F238E27FC236}">
                <a16:creationId xmlns:a16="http://schemas.microsoft.com/office/drawing/2014/main" id="{139D5B89-E468-771D-7B5E-5A1FE827072E}"/>
              </a:ext>
            </a:extLst>
          </p:cNvPr>
          <p:cNvSpPr>
            <a:spLocks xmlns:a="http://schemas.openxmlformats.org/drawingml/2006/main" noGrp="1"/>
          </p:cNvSpPr>
          <p:nvPr>
            <p:ph type="sldNum" idx="19"/>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89</a:t>
            </a:fld>
          </a:p>
        </p:txBody>
      </p:sp>
      <p:sp>
        <p:nvSpPr>
          <p:cNvPr id="6" name="Footer Placeholder 5">
            <a:extLst xmlns:a="http://schemas.openxmlformats.org/drawingml/2006/main">
              <a:ext uri="{FF2B5EF4-FFF2-40B4-BE49-F238E27FC236}">
                <a16:creationId xmlns:a16="http://schemas.microsoft.com/office/drawing/2014/main" id="{837AA72C-81DF-2A90-EF33-3AB698718A53}"/>
              </a:ext>
            </a:extLst>
          </p:cNvPr>
          <p:cNvSpPr>
            <a:spLocks xmlns:a="http://schemas.openxmlformats.org/drawingml/2006/main" noGrp="1"/>
          </p:cNvSpPr>
          <p:nvPr>
            <p:ph type="ftr" idx="18"/>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937116991"/>
      </p:ext>
    </p:extLst>
  </p:cSld>
</p:sld>
</file>

<file path=ppt/slides/slide9.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41C1DC-EB73-48A4-82C5-F011CC817059}"/>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rPr sz="2550" b="1"/>
              <a:t>Manual Kubernetes deployment and acceptance checklist</a:t>
            </a:r>
          </a:p>
        </p:txBody>
      </p:sp>
      <p:sp>
        <p:nvSpPr>
          <p:cNvPr id="7" name="Text Placeholder 6">
            <a:extLst xmlns:a="http://schemas.openxmlformats.org/drawingml/2006/main">
              <a:ext uri="{FF2B5EF4-FFF2-40B4-BE49-F238E27FC236}">
                <a16:creationId xmlns:a16="http://schemas.microsoft.com/office/drawing/2014/main" id="{DC5941BE-803B-F3E6-799E-4582F8D2AB7A}"/>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r>
              <a:rPr sz="1200"/>
              <a:t>The Kubernetes Monitoring Solution must be deployed and operated without assuming a managed Kubernetes control plane.</a:t>
            </a:r>
          </a:p>
        </p:txBody>
      </p:sp>
      <p:sp>
        <p:nvSpPr>
          <p:cNvPr id="3" name="Content Placeholder 2">
            <a:extLst xmlns:a="http://schemas.openxmlformats.org/drawingml/2006/main">
              <a:ext uri="{FF2B5EF4-FFF2-40B4-BE49-F238E27FC236}">
                <a16:creationId xmlns:a16="http://schemas.microsoft.com/office/drawing/2014/main" id="{C1BF95EA-E7B3-88F5-62F9-26284322A1FC}"/>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p xmlns:a="http://schemas.openxmlformats.org/drawingml/2006/main">
            <a:r>
              <a:rPr sz="1275"/>
              <a:t>PREREQUISITES</a:t>
            </a:r>
          </a:p>
          <a:p xmlns:a="http://schemas.openxmlformats.org/drawingml/2006/main">
            <a:r>
              <a:rPr sz="1275"/>
              <a:t>• Supported distribution/version</a:t>
            </a:r>
          </a:p>
          <a:p xmlns:a="http://schemas.openxmlformats.org/drawingml/2006/main">
            <a:r>
              <a:rPr sz="1275"/>
              <a:t>• Cluster RBAC and namespace scope</a:t>
            </a:r>
          </a:p>
          <a:p xmlns:a="http://schemas.openxmlformats.org/drawingml/2006/main">
            <a:r>
              <a:rPr sz="1275"/>
              <a:t>• Private egress/proxy/DNS</a:t>
            </a:r>
          </a:p>
          <a:p xmlns:a="http://schemas.openxmlformats.org/drawingml/2006/main">
            <a:r>
              <a:rPr sz="1275"/>
              <a:t>• Certificates and agent/gateway placement</a:t>
            </a:r>
          </a:p>
          <a:p xmlns:a="http://schemas.openxmlformats.org/drawingml/2006/main">
            <a:r>
              <a:rPr sz="1275"/>
              <a:t>• Approved log/object-state data classes</a:t>
            </a:r>
          </a:p>
        </p:txBody>
      </p:sp>
      <p:sp>
        <p:nvSpPr>
          <p:cNvPr id="4" name="Content Placeholder 3">
            <a:extLst xmlns:a="http://schemas.openxmlformats.org/drawingml/2006/main">
              <a:ext uri="{FF2B5EF4-FFF2-40B4-BE49-F238E27FC236}">
                <a16:creationId xmlns:a16="http://schemas.microsoft.com/office/drawing/2014/main" id="{469C9A95-B8D6-4A0A-3C1C-B3418A27EBBA}"/>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p xmlns:a="http://schemas.openxmlformats.org/drawingml/2006/main">
            <a:r>
              <a:rPr sz="1275"/>
              <a:t>DEPLOYMENT</a:t>
            </a:r>
          </a:p>
          <a:p xmlns:a="http://schemas.openxmlformats.org/drawingml/2006/main">
            <a:r>
              <a:rPr sz="1275"/>
              <a:t>• Manual Helm/manifests path</a:t>
            </a:r>
          </a:p>
          <a:p xmlns:a="http://schemas.openxmlformats.org/drawingml/2006/main">
            <a:r>
              <a:rPr sz="1275"/>
              <a:t>• Resource requests/limits</a:t>
            </a:r>
          </a:p>
          <a:p xmlns:a="http://schemas.openxmlformats.org/drawingml/2006/main">
            <a:r>
              <a:rPr sz="1275"/>
              <a:t>• Stable cluster/source identity</a:t>
            </a:r>
          </a:p>
          <a:p xmlns:a="http://schemas.openxmlformats.org/drawingml/2006/main">
            <a:r>
              <a:rPr sz="1275"/>
              <a:t>• Filtering, parsers and retention</a:t>
            </a:r>
          </a:p>
          <a:p xmlns:a="http://schemas.openxmlformats.org/drawingml/2006/main">
            <a:r>
              <a:rPr sz="1275"/>
              <a:t>• Monitoring of collectors, routes and backlog</a:t>
            </a:r>
          </a:p>
        </p:txBody>
      </p:sp>
      <p:sp>
        <p:nvSpPr>
          <p:cNvPr id="8" name="Content Placeholder 7">
            <a:extLst xmlns:a="http://schemas.openxmlformats.org/drawingml/2006/main">
              <a:ext uri="{FF2B5EF4-FFF2-40B4-BE49-F238E27FC236}">
                <a16:creationId xmlns:a16="http://schemas.microsoft.com/office/drawing/2014/main" id="{4E3D3780-5BB2-72D0-0F7E-9C597D486617}"/>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p xmlns:a="http://schemas.openxmlformats.org/drawingml/2006/main">
            <a:r>
              <a:rPr sz="1275"/>
              <a:t>OPERATE + ACCEPT</a:t>
            </a:r>
          </a:p>
          <a:p xmlns:a="http://schemas.openxmlformats.org/drawingml/2006/main">
            <a:r>
              <a:rPr sz="1275"/>
              <a:t>• Upgrade and rollback procedure</a:t>
            </a:r>
          </a:p>
          <a:p xmlns:a="http://schemas.openxmlformats.org/drawingml/2006/main">
            <a:r>
              <a:rPr sz="1275"/>
              <a:t>• Agent/gateway HA and reconnect</a:t>
            </a:r>
          </a:p>
          <a:p xmlns:a="http://schemas.openxmlformats.org/drawingml/2006/main">
            <a:r>
              <a:rPr sz="1275"/>
              <a:t>• Completeness/latency/loss tests</a:t>
            </a:r>
          </a:p>
          <a:p xmlns:a="http://schemas.openxmlformats.org/drawingml/2006/main">
            <a:r>
              <a:rPr sz="1275"/>
              <a:t>• Cluster/workload/node/pod views</a:t>
            </a:r>
          </a:p>
          <a:p xmlns:a="http://schemas.openxmlformats.org/drawingml/2006/main">
            <a:r>
              <a:rPr sz="1275"/>
              <a:t>• Platform-team sign-off for access and remediation</a:t>
            </a:r>
          </a:p>
        </p:txBody>
      </p:sp>
      <p:sp>
        <p:nvSpPr>
          <p:cNvPr id="5" name="Slide Number Placeholder 4">
            <a:extLst xmlns:a="http://schemas.openxmlformats.org/drawingml/2006/main">
              <a:ext uri="{FF2B5EF4-FFF2-40B4-BE49-F238E27FC236}">
                <a16:creationId xmlns:a16="http://schemas.microsoft.com/office/drawing/2014/main" id="{139D5B89-E468-771D-7B5E-5A1FE827072E}"/>
              </a:ext>
            </a:extLst>
          </p:cNvPr>
          <p:cNvSpPr>
            <a:spLocks xmlns:a="http://schemas.openxmlformats.org/drawingml/2006/main" noGrp="1"/>
          </p:cNvSpPr>
          <p:nvPr>
            <p:ph type="sldNum" idx="19"/>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89</a:t>
            </a:fld>
          </a:p>
        </p:txBody>
      </p:sp>
      <p:sp>
        <p:nvSpPr>
          <p:cNvPr id="6" name="Footer Placeholder 5">
            <a:extLst xmlns:a="http://schemas.openxmlformats.org/drawingml/2006/main">
              <a:ext uri="{FF2B5EF4-FFF2-40B4-BE49-F238E27FC236}">
                <a16:creationId xmlns:a16="http://schemas.microsoft.com/office/drawing/2014/main" id="{837AA72C-81DF-2A90-EF33-3AB698718A53}"/>
              </a:ext>
            </a:extLst>
          </p:cNvPr>
          <p:cNvSpPr>
            <a:spLocks xmlns:a="http://schemas.openxmlformats.org/drawingml/2006/main" noGrp="1"/>
          </p:cNvSpPr>
          <p:nvPr>
            <p:ph type="ftr" idx="18"/>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937116991"/>
      </p:ext>
    </p:extLst>
  </p:cSld>
</p:sld>
</file>

<file path=ppt/slides/slide10.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79BB80-2677-0544-A4E8-8C81E63718DB}"/>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Govern telemetry as operational evidence</a:t>
            </a:r>
          </a:p>
        </p:txBody>
      </p:sp>
      <p:sp>
        <p:nvSpPr>
          <p:cNvPr id="22" name="Text Placeholder 21">
            <a:extLst xmlns:a="http://schemas.openxmlformats.org/drawingml/2006/main">
              <a:ext uri="{FF2B5EF4-FFF2-40B4-BE49-F238E27FC236}">
                <a16:creationId xmlns:a16="http://schemas.microsoft.com/office/drawing/2014/main" id="{A9D6F848-75F8-FF26-30C6-79B07BA491F1}"/>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pPr>
              <a:defRPr sz="1200">
                <a:solidFill>
                  <a:srgbClr val="5B5652"/>
                </a:solidFill>
              </a:defRPr>
            </a:pPr>
            <a:r>
              <a:rPr sz="1200">
                <a:solidFill>
                  <a:srgbClr val="5B5652"/>
                </a:solidFill>
              </a:rPr>
              <a:t>The platform enforces common policy; source and business owners remain accountable for collection legality and retention.</a:t>
            </a:r>
          </a:p>
        </p:txBody>
      </p:sp>
      <p:sp>
        <p:nvSpPr>
          <p:cNvPr id="3" name="Content Placeholder 2">
            <a:extLst xmlns:a="http://schemas.openxmlformats.org/drawingml/2006/main">
              <a:ext uri="{FF2B5EF4-FFF2-40B4-BE49-F238E27FC236}">
                <a16:creationId xmlns:a16="http://schemas.microsoft.com/office/drawing/2014/main" id="{FE208D23-1337-8842-A381-F84FEFFC8368}"/>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p xmlns:a="http://schemas.openxmlformats.org/drawingml/2006/main">
            <a:r>
              <a:rPr sz="1275"/>
              <a:t>CENTRAL OBSERVABILITY &amp; SECURITY</a:t>
            </a:r>
          </a:p>
          <a:p xmlns:a="http://schemas.openxmlformats.org/drawingml/2006/main">
            <a:r>
              <a:rPr sz="1275"/>
              <a:t>• Common telemetry identity and time synchronization</a:t>
            </a:r>
          </a:p>
          <a:p xmlns:a="http://schemas.openxmlformats.org/drawingml/2006/main">
            <a:r>
              <a:rPr sz="1275"/>
              <a:t>• Freshness, completeness and parse-success SLOs</a:t>
            </a:r>
          </a:p>
          <a:p xmlns:a="http://schemas.openxmlformats.org/drawingml/2006/main">
            <a:r>
              <a:rPr sz="1275"/>
              <a:t>• Least privilege, encryption and access review</a:t>
            </a:r>
          </a:p>
          <a:p xmlns:a="http://schemas.openxmlformats.org/drawingml/2006/main">
            <a:r>
              <a:rPr sz="1275"/>
              <a:t>• Active/archive retention boundaries</a:t>
            </a:r>
          </a:p>
          <a:p xmlns:a="http://schemas.openxmlformats.org/drawingml/2006/main">
            <a:r>
              <a:rPr sz="1275"/>
              <a:t>• Evidence lineage from source to query/alert</a:t>
            </a:r>
          </a:p>
          <a:p xmlns:a="http://schemas.openxmlformats.org/drawingml/2006/main">
            <a:r>
              <a:rPr sz="1275"/>
              <a:t>• Platform audit, cost and capacity controls</a:t>
            </a:r>
          </a:p>
        </p:txBody>
      </p:sp>
      <p:sp>
        <p:nvSpPr>
          <p:cNvPr id="4" name="Content Placeholder 3">
            <a:extLst xmlns:a="http://schemas.openxmlformats.org/drawingml/2006/main">
              <a:ext uri="{FF2B5EF4-FFF2-40B4-BE49-F238E27FC236}">
                <a16:creationId xmlns:a16="http://schemas.microsoft.com/office/drawing/2014/main" id="{1BF7E6DE-6CC2-196D-7EAF-7F4A84EA6FC2}"/>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p xmlns:a="http://schemas.openxmlformats.org/drawingml/2006/main">
            <a:r>
              <a:rPr sz="1275"/>
              <a:t>PRODUCT / DATA / COUNTRY OWNERS</a:t>
            </a:r>
          </a:p>
          <a:p xmlns:a="http://schemas.openxmlformats.org/drawingml/2006/main">
            <a:r>
              <a:rPr sz="1275"/>
              <a:t>• Approve source onboarding and credentials</a:t>
            </a:r>
          </a:p>
          <a:p xmlns:a="http://schemas.openxmlformats.org/drawingml/2006/main">
            <a:r>
              <a:rPr sz="1275"/>
              <a:t>• Classify sensitive and regulated fields</a:t>
            </a:r>
          </a:p>
          <a:p xmlns:a="http://schemas.openxmlformats.org/drawingml/2006/main">
            <a:r>
              <a:rPr sz="1275"/>
              <a:t>• Confirm country residency and cross-border rules</a:t>
            </a:r>
          </a:p>
          <a:p xmlns:a="http://schemas.openxmlformats.org/drawingml/2006/main">
            <a:r>
              <a:rPr sz="1275"/>
              <a:t>• Instrument applications and maintain service IDs</a:t>
            </a:r>
          </a:p>
          <a:p xmlns:a="http://schemas.openxmlformats.org/drawingml/2006/main">
            <a:r>
              <a:rPr sz="1275"/>
              <a:t>• Own thresholds, maintenance and suppression semantics</a:t>
            </a:r>
          </a:p>
          <a:p xmlns:a="http://schemas.openxmlformats.org/drawingml/2006/main">
            <a:r>
              <a:rPr sz="1275"/>
              <a:t>• Approve remediation actions and closure evidence</a:t>
            </a:r>
          </a:p>
        </p:txBody>
      </p:sp>
      <p:sp>
        <p:nvSpPr>
          <p:cNvPr id="5" name="Slide Number Placeholder 4">
            <a:extLst xmlns:a="http://schemas.openxmlformats.org/drawingml/2006/main">
              <a:ext uri="{FF2B5EF4-FFF2-40B4-BE49-F238E27FC236}">
                <a16:creationId xmlns:a16="http://schemas.microsoft.com/office/drawing/2014/main" id="{D1C1AC08-3D17-B7B4-1AE3-423663671F05}"/>
              </a:ext>
            </a:extLst>
          </p:cNvPr>
          <p:cNvSpPr>
            <a:spLocks xmlns:a="http://schemas.openxmlformats.org/drawingml/2006/main" noGrp="1"/>
          </p:cNvSpPr>
          <p:nvPr>
            <p:ph type="sldNum" idx="18"/>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88</a:t>
            </a:fld>
          </a:p>
        </p:txBody>
      </p:sp>
      <p:sp>
        <p:nvSpPr>
          <p:cNvPr id="6" name="Footer Placeholder 5">
            <a:extLst xmlns:a="http://schemas.openxmlformats.org/drawingml/2006/main">
              <a:ext uri="{FF2B5EF4-FFF2-40B4-BE49-F238E27FC236}">
                <a16:creationId xmlns:a16="http://schemas.microsoft.com/office/drawing/2014/main" id="{0C96F817-67DC-36D5-86CB-CCBE3DAF9CDA}"/>
              </a:ext>
            </a:extLst>
          </p:cNvPr>
          <p:cNvSpPr>
            <a:spLocks xmlns:a="http://schemas.openxmlformats.org/drawingml/2006/main" noGrp="1"/>
          </p:cNvSpPr>
          <p:nvPr>
            <p:ph type="ftr" idx="17"/>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340900669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5CE079-B45D-A64A-7BEF-4BFA8120C395}"/>
              </a:ext>
            </a:extLst>
          </p:cNvPr>
          <p:cNvSpPr>
            <a:spLocks xmlns:a="http://schemas.openxmlformats.org/drawingml/2006/main" noGrp="1"/>
          </p:cNvSpPr>
          <p:nvPr>
            <p:ph type="title" idx="0"/>
          </p:nvPr>
        </p:nvSpPr>
        <p:spPr>
          <a:xfrm xmlns:a="http://schemas.openxmlformats.org/drawingml/2006/main">
            <a:off x="762000" y="2298982"/>
            <a:ext cx="4846320" cy="2260036"/>
          </a:xfrm>
        </p:spPr>
        <p:txBody>
          <a:bodyPr xmlns:a="http://schemas.openxmlformats.org/drawingml/2006/main"/>
          <a:lstStyle xmlns:a="http://schemas.openxmlformats.org/drawingml/2006/main"/>
          <a:p xmlns:a="http://schemas.openxmlformats.org/drawingml/2006/main">
            <a:r>
              <a:rPr sz="2550" b="1"/>
              <a:t>LoganAI assists analysis. Optional GenAI correlation remains external.</a:t>
            </a:r>
          </a:p>
        </p:txBody>
      </p:sp>
      <p:sp>
        <p:nvSpPr>
          <p:cNvPr id="3" name="Slide Number Placeholder 2">
            <a:extLst xmlns:a="http://schemas.openxmlformats.org/drawingml/2006/main">
              <a:ext uri="{FF2B5EF4-FFF2-40B4-BE49-F238E27FC236}">
                <a16:creationId xmlns:a16="http://schemas.microsoft.com/office/drawing/2014/main" id="{A5D77D09-5596-5143-4E97-85A0BB7AEC8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105</a:t>
            </a:fld>
          </a:p>
        </p:txBody>
      </p:sp>
      <p:sp>
        <p:nvSpPr>
          <p:cNvPr id="4" name="Footer Placeholder 3">
            <a:extLst xmlns:a="http://schemas.openxmlformats.org/drawingml/2006/main">
              <a:ext uri="{FF2B5EF4-FFF2-40B4-BE49-F238E27FC236}">
                <a16:creationId xmlns:a16="http://schemas.microsoft.com/office/drawing/2014/main" id="{66776457-ECA5-416A-58A2-D229F9AF0E3F}"/>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35" name="Rectangle 34">
            <a:extLst xmlns:a="http://schemas.openxmlformats.org/drawingml/2006/main">
              <a:ext uri="{FF2B5EF4-FFF2-40B4-BE49-F238E27FC236}">
                <a16:creationId xmlns:a16="http://schemas.microsoft.com/office/drawing/2014/main" id="{4EE573BB-7FC9-56B6-AAB8-EA4138B026F5}"/>
              </a:ext>
            </a:extLst>
          </p:cNvPr>
          <p:cNvSpPr>
            <a:spLocks xmlns:a="http://schemas.openxmlformats.org/drawingml/2006/main" noGrp="1"/>
          </p:cNvSpPr>
          <p:nvPr/>
        </p:nvSpPr>
        <p:spPr>
          <a:xfrm xmlns:a="http://schemas.openxmlformats.org/drawingml/2006/main" rot="0" flipH="0" flipV="0">
            <a:off x="5692286" y="612875"/>
            <a:ext cx="6152444" cy="5362222"/>
          </a:xfrm>
          <a:prstGeom xmlns:a="http://schemas.openxmlformats.org/drawingml/2006/main" prst="rect">
            <a:avLst/>
          </a:prstGeom>
          <a:noFill xmlns:a="http://schemas.openxmlformats.org/drawingml/2006/main"/>
          <a:ln xmlns:a="http://schemas.openxmlformats.org/drawingml/2006/main" w="38100">
            <a:solidFill>
              <a:srgbClr val="F1B13F"/>
            </a:solidFill>
            <a:prstDash val="sysDash"/>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r>
              <a:rPr>
                <a:solidFill>
                  <a:schemeClr val="tx1"/>
                </a:solidFill>
              </a:rPr>
              <a:t/>
            </a:r>
          </a:p>
        </p:txBody>
      </p:sp>
      <p:sp>
        <p:nvSpPr>
          <p:cNvPr id="37" name="Round Same Side Corner Rectangle 36">
            <a:extLst xmlns:a="http://schemas.openxmlformats.org/drawingml/2006/main">
              <a:ext uri="{FF2B5EF4-FFF2-40B4-BE49-F238E27FC236}">
                <a16:creationId xmlns:a16="http://schemas.microsoft.com/office/drawing/2014/main" id="{4C9CCAB7-754A-B863-42B2-3E2E3E9DEF25}"/>
              </a:ext>
            </a:extLst>
          </p:cNvPr>
          <p:cNvSpPr>
            <a:spLocks xmlns:a="http://schemas.openxmlformats.org/drawingml/2006/main" noGrp="1"/>
          </p:cNvSpPr>
          <p:nvPr/>
        </p:nvSpPr>
        <p:spPr>
          <a:xfrm xmlns:a="http://schemas.openxmlformats.org/drawingml/2006/main" rot="0" flipH="0" flipV="0">
            <a:off x="6267219" y="4828993"/>
            <a:ext cx="4986562" cy="871906"/>
          </a:xfrm>
          <a:prstGeom xmlns:a="http://schemas.openxmlformats.org/drawingml/2006/main" prst="round2SameRect">
            <a:avLst>
              <a:gd name="adj1" fmla="val 0"/>
              <a:gd name="adj2" fmla="val 0"/>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228600" tIns="228600" rIns="228600" bIns="228600" anchor="t"/>
          <a:lstStyle xmlns:a="http://schemas.openxmlformats.org/drawingml/2006/main"/>
          <a:p xmlns:a="http://schemas.openxmlformats.org/drawingml/2006/main">
            <a:r>
              <a:rPr sz="1300" b="1">
                <a:latin typeface="Oracle Sans Tab"/>
              </a:rPr>
              <a:t>4 Product-owner gate</a:t>
            </a:r>
          </a:p>
          <a:p xmlns:a="http://schemas.openxmlformats.org/drawingml/2006/main">
            <a:r>
              <a:rPr sz="1300" b="1">
                <a:latin typeface="Oracle Sans Tab"/>
              </a:rPr>
              <a:t>Review evidence • diagnose • remediate • verify • rollback</a:t>
            </a:r>
          </a:p>
        </p:txBody>
      </p:sp>
      <p:sp>
        <p:nvSpPr>
          <p:cNvPr id="38" name="Round Same Side Corner Rectangle 37">
            <a:extLst xmlns:a="http://schemas.openxmlformats.org/drawingml/2006/main">
              <a:ext uri="{FF2B5EF4-FFF2-40B4-BE49-F238E27FC236}">
                <a16:creationId xmlns:a16="http://schemas.microsoft.com/office/drawing/2014/main" id="{F322266F-3A82-F5B6-DECC-274D5100642D}"/>
              </a:ext>
            </a:extLst>
          </p:cNvPr>
          <p:cNvSpPr>
            <a:spLocks xmlns:a="http://schemas.openxmlformats.org/drawingml/2006/main" noGrp="1"/>
          </p:cNvSpPr>
          <p:nvPr/>
        </p:nvSpPr>
        <p:spPr>
          <a:xfrm xmlns:a="http://schemas.openxmlformats.org/drawingml/2006/main" rot="0" flipH="0" flipV="0">
            <a:off x="6267219" y="1937298"/>
            <a:ext cx="5002579" cy="1870286"/>
          </a:xfrm>
          <a:prstGeom xmlns:a="http://schemas.openxmlformats.org/drawingml/2006/main" prst="round2SameRect">
            <a:avLst>
              <a:gd name="adj1" fmla="val 0"/>
              <a:gd name="adj2" fmla="val 0"/>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228600" tIns="228600" rIns="228600" bIns="228600" anchor="t"/>
          <a:lstStyle xmlns:a="http://schemas.openxmlformats.org/drawingml/2006/main"/>
          <a:p xmlns:a="http://schemas.openxmlformats.org/drawingml/2006/main">
            <a:r>
              <a:rPr sz="1300">
                <a:latin typeface="Oracle Sans Tab"/>
              </a:rPr>
              <a:t>2 LoganAI-assisted investigation</a:t>
            </a:r>
          </a:p>
          <a:p xmlns:a="http://schemas.openxmlformats.org/drawingml/2006/main">
            <a:r>
              <a:rPr sz="1300">
                <a:latin typeface="Oracle Sans Tab"/>
              </a:rPr>
              <a:t>Explain/summarize logs, clusters and charts • human validation</a:t>
            </a:r>
          </a:p>
        </p:txBody>
      </p:sp>
      <p:sp>
        <p:nvSpPr>
          <p:cNvPr id="39" name="Round Same Side Corner Rectangle 38">
            <a:extLst xmlns:a="http://schemas.openxmlformats.org/drawingml/2006/main">
              <a:ext uri="{FF2B5EF4-FFF2-40B4-BE49-F238E27FC236}">
                <a16:creationId xmlns:a16="http://schemas.microsoft.com/office/drawing/2014/main" id="{A2FDF5F9-9AF1-AE21-BDF1-19C00AE5ADEA}"/>
              </a:ext>
            </a:extLst>
          </p:cNvPr>
          <p:cNvSpPr>
            <a:spLocks xmlns:a="http://schemas.openxmlformats.org/drawingml/2006/main" noGrp="1"/>
          </p:cNvSpPr>
          <p:nvPr/>
        </p:nvSpPr>
        <p:spPr>
          <a:xfrm xmlns:a="http://schemas.openxmlformats.org/drawingml/2006/main" rot="0" flipH="0" flipV="0">
            <a:off x="6267219" y="1070364"/>
            <a:ext cx="5002579" cy="871906"/>
          </a:xfrm>
          <a:prstGeom xmlns:a="http://schemas.openxmlformats.org/drawingml/2006/main" prst="round2SameRect">
            <a:avLst>
              <a:gd name="adj1" fmla="val 0"/>
              <a:gd name="adj2" fmla="val 0"/>
            </a:avLst>
          </a:prstGeom>
          <a:solidFill xmlns:a="http://schemas.openxmlformats.org/drawingml/2006/main">
            <a:srgbClr val="7A475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91440" bIns="91440" anchor="ctr"/>
          <a:lstStyle xmlns:a="http://schemas.openxmlformats.org/drawingml/2006/main"/>
          <a:p xmlns:a="http://schemas.openxmlformats.org/drawingml/2006/main">
            <a:r>
              <a:rPr sz="1300" b="1"/>
              <a:t>1 Curated evidence</a:t>
            </a:r>
          </a:p>
          <a:p xmlns:a="http://schemas.openxmlformats.org/drawingml/2006/main">
            <a:r>
              <a:rPr sz="1300" b="1"/>
              <a:t>Monitoring + Logging + Log Analytics + APM • documented APIs</a:t>
            </a:r>
          </a:p>
        </p:txBody>
      </p:sp>
      <p:sp>
        <p:nvSpPr>
          <p:cNvPr id="40" name="Round Same Side Corner Rectangle 39">
            <a:extLst xmlns:a="http://schemas.openxmlformats.org/drawingml/2006/main">
              <a:ext uri="{FF2B5EF4-FFF2-40B4-BE49-F238E27FC236}">
                <a16:creationId xmlns:a16="http://schemas.microsoft.com/office/drawing/2014/main" id="{53D253C6-97EF-58CA-C891-9FBC68DFCDBD}"/>
              </a:ext>
            </a:extLst>
          </p:cNvPr>
          <p:cNvSpPr>
            <a:spLocks xmlns:a="http://schemas.openxmlformats.org/drawingml/2006/main" noGrp="1"/>
          </p:cNvSpPr>
          <p:nvPr/>
        </p:nvSpPr>
        <p:spPr>
          <a:xfrm xmlns:a="http://schemas.openxmlformats.org/drawingml/2006/main" rot="0" flipH="0" flipV="0">
            <a:off x="6267219" y="3957087"/>
            <a:ext cx="4986562" cy="871906"/>
          </a:xfrm>
          <a:prstGeom xmlns:a="http://schemas.openxmlformats.org/drawingml/2006/main" prst="round2SameRect">
            <a:avLst>
              <a:gd name="adj1" fmla="val 0"/>
              <a:gd name="adj2" fmla="val 0"/>
            </a:avLst>
          </a:prstGeom>
          <a:solidFill xmlns:a="http://schemas.openxmlformats.org/drawingml/2006/main">
            <a:srgbClr val="634E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91440" bIns="91440" anchor="ctr"/>
          <a:lstStyle xmlns:a="http://schemas.openxmlformats.org/drawingml/2006/main"/>
          <a:p xmlns:a="http://schemas.openxmlformats.org/drawingml/2006/main">
            <a:r>
              <a:rPr sz="1300" b="1"/>
              <a:t>3 Optional GenAI correlation</a:t>
            </a:r>
          </a:p>
          <a:p xmlns:a="http://schemas.openxmlformats.org/drawingml/2006/main">
            <a:r>
              <a:rPr sz="1300" b="1"/>
              <a:t>Cited timeline + hypotheses + evidence package</a:t>
            </a:r>
          </a:p>
          <a:p xmlns:a="http://schemas.openxmlformats.org/drawingml/2006/main">
            <a:r>
              <a:rPr sz="1300" b="1"/>
              <a:t>OCI AI Team (Alex Negrea) • read-only by default</a:t>
            </a:r>
          </a:p>
        </p:txBody>
      </p:sp>
    </p:spTree>
    <p:extLst>
      <p:ext uri="{BB962C8B-B14F-4D97-AF65-F5344CB8AC3E}">
        <p14:creationId xmlns:p14="http://schemas.microsoft.com/office/powerpoint/2010/main" val="3609106221"/>
      </p:ext>
    </p:extLst>
  </p:cSld>
</p:sld>
</file>

<file path=ppt/slides/slide12.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8" name="Title 7">
            <a:extLst xmlns:a="http://schemas.openxmlformats.org/drawingml/2006/main">
              <a:ext uri="{FF2B5EF4-FFF2-40B4-BE49-F238E27FC236}">
                <a16:creationId xmlns:a16="http://schemas.microsoft.com/office/drawing/2014/main" id="{6EC3C982-A393-110A-F6B9-80C545F9A7AE}"/>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rPr sz="2550" b="1"/>
              <a:t>OCI Observability gaps and closure requirements</a:t>
            </a:r>
          </a:p>
        </p:txBody>
      </p:sp>
      <p:graphicFrame>
        <p:nvGraphicFramePr>
          <p:cNvPr id="27" name="Table 3"/>
          <p:cNvGraphicFramePr/>
          <p:nvPr/>
        </p:nvGraphicFramePr>
        <p:xfrm>
          <a:off xmlns:a="http://schemas.openxmlformats.org/drawingml/2006/main" x="766763" y="1600200"/>
          <a:ext xmlns:a="http://schemas.openxmlformats.org/drawingml/2006/main" cx="10671174" cy="4069080"/>
        </p:xfrm>
        <a:graphic xmlns:a="http://schemas.openxmlformats.org/drawingml/2006/main">
          <a:graphicData uri="http://schemas.openxmlformats.org/drawingml/2006/table">
            <a:tbl>
              <a:tblPr firstRow="1" bandRow="1">
                <a:tableStyleId>{5C22544A-7EE6-4342-B048-85BDC9FD1C3A}</a:tableStyleId>
              </a:tblPr>
              <a:tblGrid>
                <a:gridCol w="3429000"/>
                <a:gridCol w="3714750"/>
                <a:gridCol w="3524250"/>
              </a:tblGrid>
              <a:tr h="502920">
                <a:tc>
                  <a:txBody>
                    <a:bodyPr/>
                    <a:lstStyle/>
                    <a:p>
                      <a:r>
                        <a:rPr sz="1100"/>
                        <a:t>Requirement / gap</a:t>
                      </a:r>
                    </a:p>
                  </a:txBody>
                  <a:tcPr marL="137160" marR="137160" marT="137160" marB="137160" anchor="ctr">
                    <a:lnL w="12700" cmpd="sng">
                      <a:noFill/>
                    </a:lnL>
                    <a:lnR w="28575" cmpd="sng">
                      <a:noFill/>
                      <a:prstDash val="solid"/>
                    </a:lnR>
                    <a:lnT w="12700" cmpd="sng">
                      <a:noFill/>
                    </a:lnT>
                    <a:lnB w="6350" cmpd="sng">
                      <a:noFill/>
                      <a:prstDash val="solid"/>
                    </a:lnB>
                    <a:lnTlToBr w="12700" cmpd="sng">
                      <a:noFill/>
                      <a:prstDash val="solid"/>
                    </a:lnTlToBr>
                    <a:lnBlToTr w="12700" cmpd="sng">
                      <a:noFill/>
                      <a:prstDash val="solid"/>
                    </a:lnBlToTr>
                    <a:noFill/>
                  </a:tcPr>
                </a:tc>
                <a:tc>
                  <a:txBody>
                    <a:bodyPr/>
                    <a:lstStyle/>
                    <a:p>
                      <a:r>
                        <a:rPr sz="1100"/>
                        <a:t>Response state</a:t>
                      </a:r>
                    </a:p>
                  </a:txBody>
                  <a:tcPr marL="137160" marR="137160" marT="137160" marB="137160" anchor="ctr">
                    <a:lnL w="28575" cmpd="sng">
                      <a:noFill/>
                      <a:prstDash val="solid"/>
                    </a:lnL>
                    <a:lnR w="28575" cmpd="sng">
                      <a:noFill/>
                      <a:prstDash val="solid"/>
                    </a:lnR>
                    <a:lnT w="12700" cmpd="sng">
                      <a:noFill/>
                    </a:lnT>
                    <a:lnB w="6350" cmpd="sng">
                      <a:noFill/>
                      <a:prstDash val="solid"/>
                    </a:lnB>
                    <a:lnTlToBr w="12700" cmpd="sng">
                      <a:noFill/>
                      <a:prstDash val="solid"/>
                    </a:lnTlToBr>
                    <a:lnBlToTr w="12700" cmpd="sng">
                      <a:noFill/>
                      <a:prstDash val="solid"/>
                    </a:lnBlToTr>
                    <a:solidFill>
                      <a:srgbClr val="F0CC71">
                        <a:alpha val="25098"/>
                      </a:srgbClr>
                    </a:solidFill>
                  </a:tcPr>
                </a:tc>
                <a:tc>
                  <a:txBody>
                    <a:bodyPr/>
                    <a:lstStyle/>
                    <a:p>
                      <a:r>
                        <a:rPr sz="1100"/>
                        <a:t>Closure evidence</a:t>
                      </a:r>
                    </a:p>
                  </a:txBody>
                  <a:tcPr marL="137160" marR="137160" marT="137160" marB="137160" anchor="ctr">
                    <a:lnL w="28575" cmpd="sng">
                      <a:noFill/>
                      <a:prstDash val="solid"/>
                    </a:lnL>
                    <a:lnR w="12700" cmpd="sng">
                      <a:noFill/>
                    </a:lnR>
                    <a:lnT w="12700" cmpd="sng">
                      <a:noFill/>
                    </a:lnT>
                    <a:lnB w="6350" cmpd="sng">
                      <a:noFill/>
                      <a:prstDash val="solid"/>
                    </a:lnB>
                    <a:lnTlToBr w="12700" cmpd="sng">
                      <a:noFill/>
                      <a:prstDash val="solid"/>
                    </a:lnTlToBr>
                    <a:lnBlToTr w="12700" cmpd="sng">
                      <a:noFill/>
                      <a:prstDash val="solid"/>
                    </a:lnBlToTr>
                    <a:solidFill>
                      <a:srgbClr val="F0CC71">
                        <a:alpha val="25098"/>
                      </a:srgbClr>
                    </a:solidFill>
                  </a:tcPr>
                </a:tc>
              </a:tr>
              <a:tr h="502920">
                <a:tc>
                  <a:txBody>
                    <a:bodyPr/>
                    <a:lstStyle/>
                    <a:p>
                      <a:r>
                        <a:rPr sz="1100"/>
                        <a:t>Exact customer source formats</a:t>
                      </a:r>
                    </a:p>
                  </a:txBody>
                  <a:tcPr marL="137160" marR="137160" marT="137160" marB="137160" anchor="ctr">
                    <a:lnL w="12700" cmpd="sng">
                      <a:noFill/>
                      <a:prstDash val="solid"/>
                    </a:lnL>
                    <a:lnR w="28575" cmpd="sng">
                      <a:noFill/>
                      <a:prstDash val="solid"/>
                    </a:lnR>
                    <a:lnT w="6350" cmpd="sng">
                      <a:no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Partial — discover versions/schemas</a:t>
                      </a:r>
                    </a:p>
                  </a:txBody>
                  <a:tcPr marL="137160" marR="137160" marT="137160" marB="137160" anchor="ctr">
                    <a:lnL w="28575" cmpd="sng">
                      <a:noFill/>
                      <a:prstDash val="solid"/>
                    </a:lnL>
                    <a:lnR w="28575" cmpd="sng">
                      <a:noFill/>
                      <a:prstDash val="solid"/>
                    </a:lnR>
                    <a:lnT w="6350" cmpd="sng">
                      <a:no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Interface catalogue + parser compatibility PoV</a:t>
                      </a:r>
                    </a:p>
                  </a:txBody>
                  <a:tcPr marL="137160" marR="137160" marT="137160" marB="137160" anchor="ctr">
                    <a:lnL w="28575" cmpd="sng">
                      <a:noFill/>
                      <a:prstDash val="solid"/>
                    </a:lnL>
                    <a:lnR w="6350" cmpd="sng">
                      <a:noFill/>
                      <a:prstDash val="solid"/>
                    </a:lnR>
                    <a:lnT w="6350" cmpd="sng">
                      <a:noFill/>
                      <a:prstDash val="solid"/>
                    </a:lnT>
                    <a:lnB w="12700" cmpd="sng">
                      <a:solidFill>
                        <a:srgbClr val="8B8580"/>
                      </a:solidFill>
                      <a:prstDash val="solid"/>
                    </a:lnB>
                    <a:lnTlToBr w="12700" cmpd="sng">
                      <a:noFill/>
                      <a:prstDash val="solid"/>
                    </a:lnTlToBr>
                    <a:lnBlToTr w="12700" cmpd="sng">
                      <a:noFill/>
                      <a:prstDash val="solid"/>
                    </a:lnBlToTr>
                    <a:noFill/>
                  </a:tcPr>
                </a:tc>
              </a:tr>
              <a:tr h="502920">
                <a:tc>
                  <a:txBody>
                    <a:bodyPr/>
                    <a:lstStyle/>
                    <a:p>
                      <a:r>
                        <a:rPr sz="1100"/>
                        <a:t>Customer-managed K8s deployment</a:t>
                      </a:r>
                    </a:p>
                  </a:txBody>
                  <a:tcPr marL="137160" marR="137160" marT="137160" marB="137160" anchor="ctr">
                    <a:lnL w="12700"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Partial — distribution/version/access open</a:t>
                      </a:r>
                    </a:p>
                  </a:txBody>
                  <a:tcPr marL="137160" marR="137160" marT="137160" marB="137160" anchor="ctr">
                    <a:lnL w="28575"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Manual deployment, upgrade and rollback test</a:t>
                      </a:r>
                    </a:p>
                  </a:txBody>
                  <a:tcPr marL="137160" marR="137160" marT="137160" marB="137160" anchor="ctr">
                    <a:lnL w="28575" cmpd="sng">
                      <a:noFill/>
                      <a:prstDash val="solid"/>
                    </a:lnL>
                    <a:lnR w="6350"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502920">
                <a:tc>
                  <a:txBody>
                    <a:bodyPr/>
                    <a:lstStyle/>
                    <a:p>
                      <a:r>
                        <a:rPr sz="1100"/>
                        <a:t>APM instrumentation</a:t>
                      </a:r>
                    </a:p>
                  </a:txBody>
                  <a:tcPr marL="137160" marR="137160" marT="137160" marB="137160" anchor="ctr">
                    <a:lnL w="12700"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Partial — application-team implementation</a:t>
                      </a:r>
                    </a:p>
                  </a:txBody>
                  <a:tcPr marL="137160" marR="137160" marT="137160" marB="137160" anchor="ctr">
                    <a:lnL w="28575"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Trace continuity, sensitive-field and synthetic tests</a:t>
                      </a:r>
                    </a:p>
                  </a:txBody>
                  <a:tcPr marL="137160" marR="137160" marT="137160" marB="137160" anchor="ctr">
                    <a:lnL w="28575" cmpd="sng">
                      <a:noFill/>
                      <a:prstDash val="solid"/>
                    </a:lnL>
                    <a:lnR w="6350"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502920">
                <a:tc>
                  <a:txBody>
                    <a:bodyPr/>
                    <a:lstStyle/>
                    <a:p>
                      <a:r>
                        <a:rPr sz="1100"/>
                        <a:t>APM 300 GB / B95634 mapping</a:t>
                      </a:r>
                    </a:p>
                  </a:txBody>
                  <a:tcPr marL="137160" marR="137160" marT="137160" marB="137160" anchor="ctr">
                    <a:lnL w="12700"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Conditional — commercial presumption</a:t>
                      </a:r>
                    </a:p>
                  </a:txBody>
                  <a:tcPr marL="137160" marR="137160" marT="137160" marB="137160" anchor="ctr">
                    <a:lnL w="28575"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Final Oracle quote/rate-card confirmation</a:t>
                      </a:r>
                    </a:p>
                  </a:txBody>
                  <a:tcPr marL="137160" marR="137160" marT="137160" marB="137160" anchor="ctr">
                    <a:lnL w="28575" cmpd="sng">
                      <a:noFill/>
                      <a:prstDash val="solid"/>
                    </a:lnL>
                    <a:lnR w="6350"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502920">
                <a:tc>
                  <a:txBody>
                    <a:bodyPr/>
                    <a:lstStyle/>
                    <a:p>
                      <a:r>
                        <a:rPr sz="1100"/>
                        <a:t>LoganAI and optional GenAI</a:t>
                      </a:r>
                    </a:p>
                  </a:txBody>
                  <a:tcPr marL="137160" marR="137160" marT="137160" marB="137160" anchor="ctr">
                    <a:lnL w="12700"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Partial — region/IAM/quality validation</a:t>
                      </a:r>
                    </a:p>
                  </a:txBody>
                  <a:tcPr marL="137160" marR="137160" marT="137160" marB="137160" anchor="ctr">
                    <a:lnL w="28575"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Human evaluation + external AI-team design</a:t>
                      </a:r>
                    </a:p>
                  </a:txBody>
                  <a:tcPr marL="137160" marR="137160" marT="137160" marB="137160" anchor="ctr">
                    <a:lnL w="28575" cmpd="sng">
                      <a:noFill/>
                      <a:prstDash val="solid"/>
                    </a:lnL>
                    <a:lnR w="6350"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502920">
                <a:tc>
                  <a:txBody>
                    <a:bodyPr/>
                    <a:lstStyle/>
                    <a:p>
                      <a:r>
                        <a:rPr sz="1100"/>
                        <a:t>Volumes, retention and residency</a:t>
                      </a:r>
                    </a:p>
                  </a:txBody>
                  <a:tcPr marL="137160" marR="137160" marT="137160" marB="137160" anchor="ctr">
                    <a:lnL w="12700"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Partial — measured inputs required</a:t>
                      </a:r>
                    </a:p>
                  </a:txBody>
                  <a:tcPr marL="137160" marR="137160" marT="137160" marB="137160" anchor="ctr">
                    <a:lnL w="28575"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1100"/>
                        <a:t>Benchmark and approved sizing workbook</a:t>
                      </a:r>
                    </a:p>
                  </a:txBody>
                  <a:tcPr marL="137160" marR="137160" marT="137160" marB="137160" anchor="ctr">
                    <a:lnL w="28575" cmpd="sng">
                      <a:noFill/>
                      <a:prstDash val="solid"/>
                    </a:lnL>
                    <a:lnR w="6350"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502920">
                <a:tc>
                  <a:txBody>
                    <a:bodyPr/>
                    <a:lstStyle/>
                    <a:p>
                      <a:r>
                        <a:rPr sz="1100"/>
                        <a:t>HA, recovery and monitoring health</a:t>
                      </a:r>
                    </a:p>
                  </a:txBody>
                  <a:tcPr marL="137160" marR="137160" marT="137160" marB="137160" anchor="ctr">
                    <a:lnL w="12700" cmpd="sng">
                      <a:noFill/>
                      <a:prstDash val="solid"/>
                    </a:lnL>
                    <a:lnR w="28575" cmpd="sng">
                      <a:noFill/>
                      <a:prstDash val="solid"/>
                    </a:lnR>
                    <a:lnT w="12700" cmpd="sng">
                      <a:solidFill>
                        <a:srgbClr val="8B8580"/>
                      </a:solidFill>
                      <a:prstDash val="solid"/>
                    </a:lnT>
                    <a:lnB w="6350" cmpd="sng">
                      <a:noFill/>
                      <a:prstDash val="solid"/>
                    </a:lnB>
                    <a:lnTlToBr w="12700" cmpd="sng">
                      <a:noFill/>
                      <a:prstDash val="solid"/>
                    </a:lnTlToBr>
                    <a:lnBlToTr w="12700" cmpd="sng">
                      <a:noFill/>
                      <a:prstDash val="solid"/>
                    </a:lnBlToTr>
                    <a:noFill/>
                  </a:tcPr>
                </a:tc>
                <a:tc>
                  <a:txBody>
                    <a:bodyPr/>
                    <a:lstStyle/>
                    <a:p>
                      <a:r>
                        <a:rPr sz="1100"/>
                        <a:t>Partial — component tests required</a:t>
                      </a:r>
                    </a:p>
                  </a:txBody>
                  <a:tcPr marL="137160" marR="137160" marT="137160" marB="137160" anchor="ctr">
                    <a:lnL w="28575" cmpd="sng">
                      <a:noFill/>
                      <a:prstDash val="solid"/>
                    </a:lnL>
                    <a:lnR w="28575" cmpd="sng">
                      <a:noFill/>
                      <a:prstDash val="solid"/>
                    </a:lnR>
                    <a:lnT w="12700" cmpd="sng">
                      <a:solidFill>
                        <a:srgbClr val="8B8580"/>
                      </a:solidFill>
                      <a:prstDash val="solid"/>
                    </a:lnT>
                    <a:lnB w="6350" cmpd="sng">
                      <a:noFill/>
                      <a:prstDash val="solid"/>
                    </a:lnB>
                    <a:lnTlToBr w="12700" cmpd="sng">
                      <a:noFill/>
                      <a:prstDash val="solid"/>
                    </a:lnTlToBr>
                    <a:lnBlToTr w="12700" cmpd="sng">
                      <a:noFill/>
                      <a:prstDash val="solid"/>
                    </a:lnBlToTr>
                    <a:noFill/>
                  </a:tcPr>
                </a:tc>
                <a:tc>
                  <a:txBody>
                    <a:bodyPr/>
                    <a:lstStyle/>
                    <a:p>
                      <a:r>
                        <a:rPr sz="1100"/>
                        <a:t>Failure drill, reconnect, replay and restore evidence</a:t>
                      </a:r>
                    </a:p>
                  </a:txBody>
                  <a:tcPr marL="137160" marR="137160" marT="137160" marB="137160" anchor="ctr">
                    <a:lnL w="28575" cmpd="sng">
                      <a:noFill/>
                      <a:prstDash val="solid"/>
                    </a:lnL>
                    <a:lnR w="6350" cmpd="sng">
                      <a:noFill/>
                      <a:prstDash val="solid"/>
                    </a:lnR>
                    <a:lnT w="12700" cmpd="sng">
                      <a:solidFill>
                        <a:srgbClr val="8B8580"/>
                      </a:solidFill>
                      <a:prstDash val="solid"/>
                    </a:lnT>
                    <a:lnB w="6350" cmpd="sng">
                      <a:noFill/>
                      <a:prstDash val="solid"/>
                    </a:lnB>
                    <a:lnTlToBr w="12700" cmpd="sng">
                      <a:noFill/>
                      <a:prstDash val="solid"/>
                    </a:lnTlToBr>
                    <a:lnBlToTr w="12700" cmpd="sng">
                      <a:noFill/>
                      <a:prstDash val="solid"/>
                    </a:lnBlToTr>
                    <a:noFill/>
                  </a:tcPr>
                </a:tc>
              </a:tr>
            </a:tbl>
          </a:graphicData>
        </a:graphic>
      </p:graphicFrame>
      <p:sp>
        <p:nvSpPr>
          <p:cNvPr id="24" name="Slide Number Placeholder 23">
            <a:extLst xmlns:a="http://schemas.openxmlformats.org/drawingml/2006/main">
              <a:ext uri="{FF2B5EF4-FFF2-40B4-BE49-F238E27FC236}">
                <a16:creationId xmlns:a16="http://schemas.microsoft.com/office/drawing/2014/main" id="{EAEB680C-62F3-CD0A-EE33-EABF59805DA8}"/>
              </a:ext>
            </a:extLst>
          </p:cNvPr>
          <p:cNvSpPr>
            <a:spLocks xmlns:a="http://schemas.openxmlformats.org/drawingml/2006/main" noGrp="1"/>
          </p:cNvSpPr>
          <p:nvPr>
            <p:ph type="sldNum" idx="4"/>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124</a:t>
            </a:fld>
          </a:p>
        </p:txBody>
      </p:sp>
      <p:sp>
        <p:nvSpPr>
          <p:cNvPr id="23" name="Footer Placeholder 22">
            <a:extLst xmlns:a="http://schemas.openxmlformats.org/drawingml/2006/main">
              <a:ext uri="{FF2B5EF4-FFF2-40B4-BE49-F238E27FC236}">
                <a16:creationId xmlns:a16="http://schemas.microsoft.com/office/drawing/2014/main" id="{DD2112C4-8193-8564-C70A-7EE82CC9401B}"/>
              </a:ext>
            </a:extLst>
          </p:cNvPr>
          <p:cNvSpPr>
            <a:spLocks xmlns:a="http://schemas.openxmlformats.org/drawingml/2006/main" noGrp="1"/>
          </p:cNvSpPr>
          <p:nvPr>
            <p:ph type="ftr" idx="3"/>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401499765"/>
      </p:ext>
    </p:extLst>
  </p:cSld>
</p:sld>
</file>

<file path=ppt/slides/slide13.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79BB80-2677-0544-A4E8-8C81E63718DB}"/>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rPr sz="2550" b="1"/>
              <a:t>Observability resilience is component-specific, not a single checkbox</a:t>
            </a:r>
          </a:p>
        </p:txBody>
      </p:sp>
      <p:sp>
        <p:nvSpPr>
          <p:cNvPr id="22" name="Text Placeholder 21">
            <a:extLst xmlns:a="http://schemas.openxmlformats.org/drawingml/2006/main">
              <a:ext uri="{FF2B5EF4-FFF2-40B4-BE49-F238E27FC236}">
                <a16:creationId xmlns:a16="http://schemas.microsoft.com/office/drawing/2014/main" id="{A9D6F848-75F8-FF26-30C6-79B07BA491F1}"/>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r>
              <a:rPr sz="1200"/>
              <a:t>Commit availability and recovery objectives only after collection, routing, storage, APM and alert-delivery failure evidence are agreed.</a:t>
            </a:r>
          </a:p>
        </p:txBody>
      </p:sp>
      <p:sp>
        <p:nvSpPr>
          <p:cNvPr id="3" name="Content Placeholder 2">
            <a:extLst xmlns:a="http://schemas.openxmlformats.org/drawingml/2006/main">
              <a:ext uri="{FF2B5EF4-FFF2-40B4-BE49-F238E27FC236}">
                <a16:creationId xmlns:a16="http://schemas.microsoft.com/office/drawing/2014/main" id="{FE208D23-1337-8842-A381-F84FEFFC8368}"/>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p xmlns:a="http://schemas.openxmlformats.org/drawingml/2006/main">
            <a:r>
              <a:rPr sz="1275"/>
              <a:t>DESIGN PATTERNS</a:t>
            </a:r>
          </a:p>
          <a:p xmlns:a="http://schemas.openxmlformats.org/drawingml/2006/main">
            <a:r>
              <a:rPr sz="1275"/>
              <a:t>• Redundant Management Gateways for private zones</a:t>
            </a:r>
          </a:p>
          <a:p xmlns:a="http://schemas.openxmlformats.org/drawingml/2006/main">
            <a:r>
              <a:rPr sz="1275"/>
              <a:t>• Durable configuration and parser lifecycle</a:t>
            </a:r>
          </a:p>
          <a:p xmlns:a="http://schemas.openxmlformats.org/drawingml/2006/main">
            <a:r>
              <a:rPr sz="1275"/>
              <a:t>• Log Analytics active/archive retention design</a:t>
            </a:r>
          </a:p>
          <a:p xmlns:a="http://schemas.openxmlformats.org/drawingml/2006/main">
            <a:r>
              <a:rPr sz="1275"/>
              <a:t>• Monitoring of collectors, routes, backlog and dropped data</a:t>
            </a:r>
          </a:p>
          <a:p xmlns:a="http://schemas.openxmlformats.org/drawingml/2006/main">
            <a:r>
              <a:rPr sz="1275"/>
              <a:t>• APM sampling and agent reconnect behavior</a:t>
            </a:r>
          </a:p>
          <a:p xmlns:a="http://schemas.openxmlformats.org/drawingml/2006/main">
            <a:r>
              <a:rPr sz="1275"/>
              <a:t>• Kubernetes collector resource limits and rolling upgrade</a:t>
            </a:r>
          </a:p>
          <a:p xmlns:a="http://schemas.openxmlformats.org/drawingml/2006/main">
            <a:r>
              <a:rPr sz="1275"/>
              <a:t>• Product-owned source recovery procedures</a:t>
            </a:r>
          </a:p>
        </p:txBody>
      </p:sp>
      <p:sp>
        <p:nvSpPr>
          <p:cNvPr id="4" name="Content Placeholder 3">
            <a:extLst xmlns:a="http://schemas.openxmlformats.org/drawingml/2006/main">
              <a:ext uri="{FF2B5EF4-FFF2-40B4-BE49-F238E27FC236}">
                <a16:creationId xmlns:a16="http://schemas.microsoft.com/office/drawing/2014/main" id="{1BF7E6DE-6CC2-196D-7EAF-7F4A84EA6FC2}"/>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p xmlns:a="http://schemas.openxmlformats.org/drawingml/2006/main">
            <a:r>
              <a:rPr sz="1275"/>
              <a:t>ACCEPTANCE EVIDENCE</a:t>
            </a:r>
          </a:p>
          <a:p xmlns:a="http://schemas.openxmlformats.org/drawingml/2006/main">
            <a:r>
              <a:rPr sz="1275"/>
              <a:t>• Collector/gateway outage and reconnect</a:t>
            </a:r>
          </a:p>
          <a:p xmlns:a="http://schemas.openxmlformats.org/drawingml/2006/main">
            <a:r>
              <a:rPr sz="1275"/>
              <a:t>• Route backlog, replay and duplicate handling</a:t>
            </a:r>
          </a:p>
          <a:p xmlns:a="http://schemas.openxmlformats.org/drawingml/2006/main">
            <a:r>
              <a:rPr sz="1275"/>
              <a:t>• Parser failure and data-quality alerting</a:t>
            </a:r>
          </a:p>
          <a:p xmlns:a="http://schemas.openxmlformats.org/drawingml/2006/main">
            <a:r>
              <a:rPr sz="1275"/>
              <a:t>• Kubernetes node/namespace collection continuity</a:t>
            </a:r>
          </a:p>
          <a:p xmlns:a="http://schemas.openxmlformats.org/drawingml/2006/main">
            <a:r>
              <a:rPr sz="1275"/>
              <a:t>• APM agent outage and trace-gap detection</a:t>
            </a:r>
          </a:p>
          <a:p xmlns:a="http://schemas.openxmlformats.org/drawingml/2006/main">
            <a:r>
              <a:rPr sz="1275"/>
              <a:t>• Alert-delivery retry and suppression</a:t>
            </a:r>
          </a:p>
          <a:p xmlns:a="http://schemas.openxmlformats.org/drawingml/2006/main">
            <a:r>
              <a:rPr sz="1275"/>
              <a:t>• Restore dashboards/configuration and prove rollback</a:t>
            </a:r>
          </a:p>
        </p:txBody>
      </p:sp>
      <p:sp>
        <p:nvSpPr>
          <p:cNvPr id="5" name="Slide Number Placeholder 4">
            <a:extLst xmlns:a="http://schemas.openxmlformats.org/drawingml/2006/main">
              <a:ext uri="{FF2B5EF4-FFF2-40B4-BE49-F238E27FC236}">
                <a16:creationId xmlns:a16="http://schemas.microsoft.com/office/drawing/2014/main" id="{D1C1AC08-3D17-B7B4-1AE3-423663671F05}"/>
              </a:ext>
            </a:extLst>
          </p:cNvPr>
          <p:cNvSpPr>
            <a:spLocks xmlns:a="http://schemas.openxmlformats.org/drawingml/2006/main" noGrp="1"/>
          </p:cNvSpPr>
          <p:nvPr>
            <p:ph type="sldNum" idx="18"/>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88</a:t>
            </a:fld>
          </a:p>
        </p:txBody>
      </p:sp>
      <p:sp>
        <p:nvSpPr>
          <p:cNvPr id="6" name="Footer Placeholder 5">
            <a:extLst xmlns:a="http://schemas.openxmlformats.org/drawingml/2006/main">
              <a:ext uri="{FF2B5EF4-FFF2-40B4-BE49-F238E27FC236}">
                <a16:creationId xmlns:a16="http://schemas.microsoft.com/office/drawing/2014/main" id="{0C96F817-67DC-36D5-86CB-CCBE3DAF9CDA}"/>
              </a:ext>
            </a:extLst>
          </p:cNvPr>
          <p:cNvSpPr>
            <a:spLocks xmlns:a="http://schemas.openxmlformats.org/drawingml/2006/main" noGrp="1"/>
          </p:cNvSpPr>
          <p:nvPr>
            <p:ph type="ftr" idx="17"/>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3409006694"/>
      </p:ext>
    </p:extLst>
  </p:cSld>
</p:sld>
</file>

<file path=ppt/slides/slide14.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ABC8B0E2-9520-9DAB-3609-0E52922869BC}"/>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Engineering delivery and evidence sequence</a:t>
            </a:r>
          </a:p>
        </p:txBody>
      </p:sp>
      <p:sp>
        <p:nvSpPr>
          <p:cNvPr id="4" name="Slide Number Placeholder 3">
            <a:extLst xmlns:a="http://schemas.openxmlformats.org/drawingml/2006/main">
              <a:ext uri="{FF2B5EF4-FFF2-40B4-BE49-F238E27FC236}">
                <a16:creationId xmlns:a16="http://schemas.microsoft.com/office/drawing/2014/main" id="{A3A77F5F-204E-33C9-3C2B-B6E56517D148}"/>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115</a:t>
            </a:fld>
          </a:p>
        </p:txBody>
      </p:sp>
      <p:sp>
        <p:nvSpPr>
          <p:cNvPr id="3" name="Footer Placeholder 2">
            <a:extLst xmlns:a="http://schemas.openxmlformats.org/drawingml/2006/main">
              <a:ext uri="{FF2B5EF4-FFF2-40B4-BE49-F238E27FC236}">
                <a16:creationId xmlns:a16="http://schemas.microsoft.com/office/drawing/2014/main" id="{9CA7517F-E4F1-74DE-6AEE-64AC421930F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7" name="Straight Connector 6">
            <a:extLst xmlns:a="http://schemas.openxmlformats.org/drawingml/2006/main">
              <a:ext uri="{FF2B5EF4-FFF2-40B4-BE49-F238E27FC236}">
                <a16:creationId xmlns:a16="http://schemas.microsoft.com/office/drawing/2014/main" id="{1C7F0ABF-1790-4DC7-83F4-B8BDDB9EB955}"/>
              </a:ext>
            </a:extLst>
          </p:cNvPr>
          <p:cNvSpPr>
            <a:spLocks xmlns:a="http://schemas.openxmlformats.org/drawingml/2006/main" noGrp="1"/>
          </p:cNvSpPr>
          <p:nvPr/>
        </p:nvSpPr>
        <p:spPr>
          <a:xfrm xmlns:a="http://schemas.openxmlformats.org/drawingml/2006/main" rot="0" flipH="0" flipV="1">
            <a:off x="1050625" y="2023062"/>
            <a:ext cx="0" cy="149737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6" name="Text Placeholder 1">
            <a:extLst xmlns:a="http://schemas.openxmlformats.org/drawingml/2006/main">
              <a:ext uri="{FF2B5EF4-FFF2-40B4-BE49-F238E27FC236}">
                <a16:creationId xmlns:a16="http://schemas.microsoft.com/office/drawing/2014/main" id="{8F0D7682-F3B0-2488-9BE1-17DF4EB3FBBC}"/>
              </a:ext>
            </a:extLst>
          </p:cNvPr>
          <p:cNvSpPr>
            <a:spLocks xmlns:a="http://schemas.openxmlformats.org/drawingml/2006/main" noGrp="1"/>
          </p:cNvSpPr>
          <p:nvPr/>
        </p:nvSpPr>
        <p:spPr>
          <a:xfrm xmlns:a="http://schemas.openxmlformats.org/drawingml/2006/main" rot="0" flipH="0" flipV="0">
            <a:off x="1050625" y="1967132"/>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400" b="1"/>
              <a:t>Now Sources, product owners and decisions</a:t>
            </a:r>
          </a:p>
        </p:txBody>
      </p:sp>
      <p:sp>
        <p:nvSpPr>
          <p:cNvPr id="10" name="Straight Connector 9">
            <a:extLst xmlns:a="http://schemas.openxmlformats.org/drawingml/2006/main">
              <a:ext uri="{FF2B5EF4-FFF2-40B4-BE49-F238E27FC236}">
                <a16:creationId xmlns:a16="http://schemas.microsoft.com/office/drawing/2014/main" id="{282E6FFB-32A4-41AC-A64D-F173D01EAABE}"/>
              </a:ext>
            </a:extLst>
          </p:cNvPr>
          <p:cNvSpPr>
            <a:spLocks xmlns:a="http://schemas.openxmlformats.org/drawingml/2006/main" noGrp="1"/>
          </p:cNvSpPr>
          <p:nvPr/>
        </p:nvSpPr>
        <p:spPr>
          <a:xfrm xmlns:a="http://schemas.openxmlformats.org/drawingml/2006/main" rot="0" flipH="0" flipV="1">
            <a:off x="2776670" y="3429000"/>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6" name="Text Placeholder 1">
            <a:extLst xmlns:a="http://schemas.openxmlformats.org/drawingml/2006/main">
              <a:ext uri="{FF2B5EF4-FFF2-40B4-BE49-F238E27FC236}">
                <a16:creationId xmlns:a16="http://schemas.microsoft.com/office/drawing/2014/main" id="{20D300A2-6218-2EFF-BA88-8A177A37B6B6}"/>
              </a:ext>
            </a:extLst>
          </p:cNvPr>
          <p:cNvSpPr>
            <a:spLocks xmlns:a="http://schemas.openxmlformats.org/drawingml/2006/main" noGrp="1"/>
          </p:cNvSpPr>
          <p:nvPr/>
        </p:nvSpPr>
        <p:spPr>
          <a:xfrm xmlns:a="http://schemas.openxmlformats.org/drawingml/2006/main" rot="0" flipH="0" flipV="0">
            <a:off x="2794222" y="4038537"/>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400" b="1"/>
              <a:t>Month 1 Measure rates, traces, clusters and residency</a:t>
            </a:r>
          </a:p>
        </p:txBody>
      </p:sp>
      <p:sp>
        <p:nvSpPr>
          <p:cNvPr id="11" name="Straight Connector 10">
            <a:extLst xmlns:a="http://schemas.openxmlformats.org/drawingml/2006/main">
              <a:ext uri="{FF2B5EF4-FFF2-40B4-BE49-F238E27FC236}">
                <a16:creationId xmlns:a16="http://schemas.microsoft.com/office/drawing/2014/main" id="{AD1C1E95-419B-42D5-A6BC-207E84DC0368}"/>
              </a:ext>
            </a:extLst>
          </p:cNvPr>
          <p:cNvSpPr>
            <a:spLocks xmlns:a="http://schemas.openxmlformats.org/drawingml/2006/main" noGrp="1"/>
          </p:cNvSpPr>
          <p:nvPr/>
        </p:nvSpPr>
        <p:spPr>
          <a:xfrm xmlns:a="http://schemas.openxmlformats.org/drawingml/2006/main" rot="0" flipH="0" flipV="1">
            <a:off x="4502715" y="1967132"/>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7" name="Text Placeholder 1">
            <a:extLst xmlns:a="http://schemas.openxmlformats.org/drawingml/2006/main">
              <a:ext uri="{FF2B5EF4-FFF2-40B4-BE49-F238E27FC236}">
                <a16:creationId xmlns:a16="http://schemas.microsoft.com/office/drawing/2014/main" id="{B116CD03-750F-8CF2-E9C5-820E21F10F7D}"/>
              </a:ext>
            </a:extLst>
          </p:cNvPr>
          <p:cNvSpPr>
            <a:spLocks xmlns:a="http://schemas.openxmlformats.org/drawingml/2006/main" noGrp="1"/>
          </p:cNvSpPr>
          <p:nvPr/>
        </p:nvSpPr>
        <p:spPr>
          <a:xfrm xmlns:a="http://schemas.openxmlformats.org/drawingml/2006/main" rot="0" flipH="0" flipV="0">
            <a:off x="4502715" y="1970822"/>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400" b="1"/>
              <a:t>Month 1–2 OCI Observability foundation + private collection</a:t>
            </a:r>
          </a:p>
        </p:txBody>
      </p:sp>
      <p:sp>
        <p:nvSpPr>
          <p:cNvPr id="13" name="Straight Connector 12">
            <a:extLst xmlns:a="http://schemas.openxmlformats.org/drawingml/2006/main">
              <a:ext uri="{FF2B5EF4-FFF2-40B4-BE49-F238E27FC236}">
                <a16:creationId xmlns:a16="http://schemas.microsoft.com/office/drawing/2014/main" id="{ACCDCAB0-A3FD-49E8-891E-02B7580B8355}"/>
              </a:ext>
            </a:extLst>
          </p:cNvPr>
          <p:cNvSpPr>
            <a:spLocks xmlns:a="http://schemas.openxmlformats.org/drawingml/2006/main" noGrp="1"/>
          </p:cNvSpPr>
          <p:nvPr/>
        </p:nvSpPr>
        <p:spPr>
          <a:xfrm xmlns:a="http://schemas.openxmlformats.org/drawingml/2006/main" rot="0" flipH="0" flipV="1">
            <a:off x="7954805" y="2016035"/>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8" name="Text Placeholder 1">
            <a:extLst xmlns:a="http://schemas.openxmlformats.org/drawingml/2006/main">
              <a:ext uri="{FF2B5EF4-FFF2-40B4-BE49-F238E27FC236}">
                <a16:creationId xmlns:a16="http://schemas.microsoft.com/office/drawing/2014/main" id="{13B5F750-089F-FB01-6FAD-6DED66B9BAD4}"/>
              </a:ext>
            </a:extLst>
          </p:cNvPr>
          <p:cNvSpPr>
            <a:spLocks xmlns:a="http://schemas.openxmlformats.org/drawingml/2006/main" noGrp="1"/>
          </p:cNvSpPr>
          <p:nvPr/>
        </p:nvSpPr>
        <p:spPr>
          <a:xfrm xmlns:a="http://schemas.openxmlformats.org/drawingml/2006/main" rot="0" flipH="0" flipV="0">
            <a:off x="7954805" y="1967132"/>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400" b="1"/>
              <a:t>Month 3 LoganAI validation + optional read-only GenAI PoV</a:t>
            </a:r>
          </a:p>
        </p:txBody>
      </p:sp>
      <p:sp>
        <p:nvSpPr>
          <p:cNvPr id="12" name="Straight Connector 11">
            <a:extLst xmlns:a="http://schemas.openxmlformats.org/drawingml/2006/main">
              <a:ext uri="{FF2B5EF4-FFF2-40B4-BE49-F238E27FC236}">
                <a16:creationId xmlns:a16="http://schemas.microsoft.com/office/drawing/2014/main" id="{690E7010-48CF-4AC5-A026-BE2F611C7DBC}"/>
              </a:ext>
            </a:extLst>
          </p:cNvPr>
          <p:cNvSpPr>
            <a:spLocks xmlns:a="http://schemas.openxmlformats.org/drawingml/2006/main" noGrp="1"/>
          </p:cNvSpPr>
          <p:nvPr/>
        </p:nvSpPr>
        <p:spPr>
          <a:xfrm xmlns:a="http://schemas.openxmlformats.org/drawingml/2006/main" rot="0" flipH="0" flipV="1">
            <a:off x="6228760" y="3197219"/>
            <a:ext cx="0" cy="1335845"/>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9" name="Text Placeholder 1">
            <a:extLst xmlns:a="http://schemas.openxmlformats.org/drawingml/2006/main">
              <a:ext uri="{FF2B5EF4-FFF2-40B4-BE49-F238E27FC236}">
                <a16:creationId xmlns:a16="http://schemas.microsoft.com/office/drawing/2014/main" id="{D58A2187-CEBA-3A56-E2C8-EC10D031CC2E}"/>
              </a:ext>
            </a:extLst>
          </p:cNvPr>
          <p:cNvSpPr>
            <a:spLocks xmlns:a="http://schemas.openxmlformats.org/drawingml/2006/main" noGrp="1"/>
          </p:cNvSpPr>
          <p:nvPr/>
        </p:nvSpPr>
        <p:spPr>
          <a:xfrm xmlns:a="http://schemas.openxmlformats.org/drawingml/2006/main" rot="0" flipH="0" flipV="0">
            <a:off x="6228759" y="4038537"/>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400" b="1"/>
              <a:t>Month 2 Manual Kubernetes monitoring + priority APM</a:t>
            </a:r>
          </a:p>
        </p:txBody>
      </p:sp>
      <p:sp>
        <p:nvSpPr>
          <p:cNvPr id="14" name="Straight Connector 13">
            <a:extLst xmlns:a="http://schemas.openxmlformats.org/drawingml/2006/main">
              <a:ext uri="{FF2B5EF4-FFF2-40B4-BE49-F238E27FC236}">
                <a16:creationId xmlns:a16="http://schemas.microsoft.com/office/drawing/2014/main" id="{758FBE81-0045-4CC0-8EFC-0BB96EA0D4A7}"/>
              </a:ext>
            </a:extLst>
          </p:cNvPr>
          <p:cNvSpPr>
            <a:spLocks xmlns:a="http://schemas.openxmlformats.org/drawingml/2006/main" noGrp="1"/>
          </p:cNvSpPr>
          <p:nvPr/>
        </p:nvSpPr>
        <p:spPr>
          <a:xfrm xmlns:a="http://schemas.openxmlformats.org/drawingml/2006/main" rot="0" flipH="0" flipV="1">
            <a:off x="9680850" y="3429000"/>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20" name="Text Placeholder 1">
            <a:extLst xmlns:a="http://schemas.openxmlformats.org/drawingml/2006/main">
              <a:ext uri="{FF2B5EF4-FFF2-40B4-BE49-F238E27FC236}">
                <a16:creationId xmlns:a16="http://schemas.microsoft.com/office/drawing/2014/main" id="{352E93C6-296F-081A-1ED7-8EC12C3EAEE7}"/>
              </a:ext>
            </a:extLst>
          </p:cNvPr>
          <p:cNvSpPr>
            <a:spLocks xmlns:a="http://schemas.openxmlformats.org/drawingml/2006/main" noGrp="1"/>
          </p:cNvSpPr>
          <p:nvPr/>
        </p:nvSpPr>
        <p:spPr>
          <a:xfrm xmlns:a="http://schemas.openxmlformats.org/drawingml/2006/main" rot="0" flipH="0" flipV="0">
            <a:off x="9680850" y="4038537"/>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400" b="1"/>
              <a:t>Post-pilot OPCO onboarding factory and handover</a:t>
            </a:r>
          </a:p>
        </p:txBody>
      </p:sp>
      <p:sp>
        <p:nvSpPr>
          <p:cNvPr id="81" name="Graphic 78">
            <a:extLst xmlns:a="http://schemas.openxmlformats.org/drawingml/2006/main">
              <a:ext uri="{FF2B5EF4-FFF2-40B4-BE49-F238E27FC236}">
                <a16:creationId xmlns:a16="http://schemas.microsoft.com/office/drawing/2014/main" id="{E80E9854-ACB0-FA78-B447-080F8FAE86E2}"/>
              </a:ext>
            </a:extLst>
          </p:cNvPr>
          <p:cNvSpPr>
            <a:spLocks xmlns:a="http://schemas.openxmlformats.org/drawingml/2006/main" noGrp="1"/>
          </p:cNvSpPr>
          <p:nvPr/>
        </p:nvSpPr>
        <p:spPr>
          <a:xfrm xmlns:a="http://schemas.openxmlformats.org/drawingml/2006/main">
            <a:off x="-2" y="3125465"/>
            <a:ext cx="12188952" cy="672401"/>
          </a:xfrm>
          <a:custGeom xmlns:a="http://schemas.openxmlformats.org/drawingml/2006/main">
            <a:gdLst>
              <a:gd name="connsiteX0" fmla="*/ 0 w 12188952"/>
              <a:gd name="connsiteY0" fmla="*/ 527004 h 672401"/>
              <a:gd name="connsiteX1" fmla="*/ 5358124 w 12188952"/>
              <a:gd name="connsiteY1" fmla="*/ 8062 h 672401"/>
              <a:gd name="connsiteX2" fmla="*/ 12188952 w 12188952"/>
              <a:gd name="connsiteY2" fmla="*/ 523844 h 672401"/>
              <a:gd name="connsiteX3" fmla="*/ 12188952 w 12188952"/>
              <a:gd name="connsiteY3" fmla="*/ 672402 h 672401"/>
              <a:gd name="connsiteX4" fmla="*/ 6674023 w 12188952"/>
              <a:gd name="connsiteY4" fmla="*/ 150488 h 672401"/>
              <a:gd name="connsiteX5" fmla="*/ 0 w 12188952"/>
              <a:gd name="connsiteY5" fmla="*/ 672402 h 672401"/>
              <a:gd name="connsiteX6" fmla="*/ 0 w 12188952"/>
              <a:gd name="connsiteY6" fmla="*/ 527004 h 672401"/>
            </a:gdLst>
            <a:rect l="l" t="t" r="r" b="b"/>
            <a:pathLst>
              <a:path w="12188952" h="672401">
                <a:moveTo>
                  <a:pt x="0" y="527004"/>
                </a:moveTo>
                <a:cubicBezTo>
                  <a:pt x="1767144" y="203274"/>
                  <a:pt x="3563300" y="45549"/>
                  <a:pt x="5358124" y="8062"/>
                </a:cubicBezTo>
                <a:cubicBezTo>
                  <a:pt x="7644124" y="-39540"/>
                  <a:pt x="9936598" y="122547"/>
                  <a:pt x="12188952" y="523844"/>
                </a:cubicBezTo>
                <a:lnTo>
                  <a:pt x="12188952" y="672402"/>
                </a:lnTo>
                <a:cubicBezTo>
                  <a:pt x="10369561" y="341022"/>
                  <a:pt x="8520522" y="179252"/>
                  <a:pt x="6674023" y="150488"/>
                </a:cubicBezTo>
                <a:cubicBezTo>
                  <a:pt x="4439953" y="113823"/>
                  <a:pt x="2200804" y="276605"/>
                  <a:pt x="0" y="672402"/>
                </a:cubicBezTo>
                <a:cubicBezTo>
                  <a:pt x="0" y="623915"/>
                  <a:pt x="0" y="575491"/>
                  <a:pt x="0" y="527004"/>
                </a:cubicBezTo>
                <a:close/>
              </a:path>
            </a:pathLst>
          </a:custGeom>
          <a:blipFill xmlns:a="http://schemas.openxmlformats.org/drawingml/2006/main">
            <a:blip xmlns:r="http://schemas.openxmlformats.org/officeDocument/2006/relationships" r:embed="R14d3da2cca8f4ebc"/>
            <a:stretch>
              <a:fillRect l="0" t="0" r="0" b="0"/>
            </a:stretch>
          </a:blipFill>
          <a:ln xmlns:a="http://schemas.openxmlformats.org/drawingml/2006/main" w="6345">
            <a:noFill/>
            <a:prstDash val="solid"/>
          </a:ln>
        </p:spPr>
        <p:txBody>
          <a:bodyPr xmlns:a="http://schemas.openxmlformats.org/drawingml/2006/main" anchor="ctr"/>
          <a:lstStyle xmlns:a="http://schemas.openxmlformats.org/drawingml/2006/main"/>
          <a:p xmlns:a="http://schemas.openxmlformats.org/drawingml/2006/main"/>
        </p:txBody>
      </p:sp>
    </p:spTree>
    <p:extLst>
      <p:ext uri="{BB962C8B-B14F-4D97-AF65-F5344CB8AC3E}">
        <p14:creationId xmlns:p14="http://schemas.microsoft.com/office/powerpoint/2010/main" val="3558220840"/>
      </p:ext>
    </p:extLst>
  </p:cSld>
</p:sld>
</file>

<file path=ppt/slides/slide15.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5BF5B32-5673-FE26-55FA-DACAF8ED12FA}"/>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Proof-of-value acceptance evidence</a:t>
            </a:r>
          </a:p>
        </p:txBody>
      </p:sp>
      <p:sp>
        <p:nvSpPr>
          <p:cNvPr id="13" name="Text Placeholder 12">
            <a:extLst xmlns:a="http://schemas.openxmlformats.org/drawingml/2006/main">
              <a:ext uri="{FF2B5EF4-FFF2-40B4-BE49-F238E27FC236}">
                <a16:creationId xmlns:a16="http://schemas.microsoft.com/office/drawing/2014/main" id="{CFF435D0-81B7-AB05-F9E6-8C0DC23D4FDD}"/>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r>
              <a:rPr sz="1200"/>
              <a:t>Recommend representative customer-managed Kubernetes clusters, priority applications/APIs and supported hybrid log sources with explicit exit criteria.</a:t>
            </a:r>
          </a:p>
        </p:txBody>
      </p:sp>
      <p:sp>
        <p:nvSpPr>
          <p:cNvPr id="4" name="Content Placeholder 3">
            <a:extLst xmlns:a="http://schemas.openxmlformats.org/drawingml/2006/main">
              <a:ext uri="{FF2B5EF4-FFF2-40B4-BE49-F238E27FC236}">
                <a16:creationId xmlns:a16="http://schemas.microsoft.com/office/drawing/2014/main" id="{89B14E70-C901-18B9-02B9-95109794A95F}"/>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p xmlns:a="http://schemas.openxmlformats.org/drawingml/2006/main">
            <a:r>
              <a:rPr sz="1350"/>
              <a:t>1. Ingest agreed logs and metrics with measured freshness, completeness and parse success.</a:t>
            </a:r>
          </a:p>
          <a:p xmlns:a="http://schemas.openxmlformats.org/drawingml/2006/main">
            <a:r>
              <a:rPr sz="1350"/>
              <a:t>2. Deploy the Kubernetes Monitoring Solution manually and prove cluster/workload/node/pod visibility.</a:t>
            </a:r>
          </a:p>
          <a:p xmlns:a="http://schemas.openxmlformats.org/drawingml/2006/main">
            <a:r>
              <a:rPr sz="1350"/>
              <a:t>3. Demonstrate collector/gateway health, backlog detection, reconnect and rollback.</a:t>
            </a:r>
          </a:p>
          <a:p xmlns:a="http://schemas.openxmlformats.org/drawingml/2006/main">
            <a:r>
              <a:rPr sz="1350"/>
              <a:t>4. Instrument priority applications/APIs and prove trace continuity, topology and synthetic journeys.</a:t>
            </a:r>
          </a:p>
          <a:p xmlns:a="http://schemas.openxmlformats.org/drawingml/2006/main">
            <a:r>
              <a:rPr sz="1350"/>
              <a:t>5. Validate the 300 GB = 1 × B95634 APM presumption against observed volumes and the final Oracle quote.</a:t>
            </a:r>
          </a:p>
          <a:p xmlns:a="http://schemas.openxmlformats.org/drawingml/2006/main">
            <a:r>
              <a:rPr sz="1350"/>
              <a:t>6. Compare human analysis with LoganAI; validate explanations and false conclusions.</a:t>
            </a:r>
          </a:p>
          <a:p xmlns:a="http://schemas.openxmlformats.org/drawingml/2006/main">
            <a:r>
              <a:rPr sz="1350"/>
              <a:t>7. If selected, validate the external GenAI prototype with citations, least privilege and human approval.</a:t>
            </a:r>
          </a:p>
          <a:p xmlns:a="http://schemas.openxmlformats.org/drawingml/2006/main">
            <a:r>
              <a:rPr sz="1350"/>
              <a:t>8. Produce sizing, cost, residency, resilience and handover evidence for the production decision.</a:t>
            </a:r>
          </a:p>
        </p:txBody>
      </p:sp>
      <p:sp>
        <p:nvSpPr>
          <p:cNvPr id="5" name="Slide Number Placeholder 4">
            <a:extLst xmlns:a="http://schemas.openxmlformats.org/drawingml/2006/main">
              <a:ext uri="{FF2B5EF4-FFF2-40B4-BE49-F238E27FC236}">
                <a16:creationId xmlns:a16="http://schemas.microsoft.com/office/drawing/2014/main" id="{0F19F57A-909E-2983-0980-685432E89B71}"/>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87</a:t>
            </a:fld>
          </a:p>
        </p:txBody>
      </p:sp>
      <p:sp>
        <p:nvSpPr>
          <p:cNvPr id="6" name="Footer Placeholder 5">
            <a:extLst xmlns:a="http://schemas.openxmlformats.org/drawingml/2006/main">
              <a:ext uri="{FF2B5EF4-FFF2-40B4-BE49-F238E27FC236}">
                <a16:creationId xmlns:a16="http://schemas.microsoft.com/office/drawing/2014/main" id="{76E7FDAC-F657-5FC0-FB0D-697DE5BE953E}"/>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3528075305"/>
      </p:ext>
    </p:extLst>
  </p:cSld>
</p:sld>
</file>

<file path=ppt/slides/slide16.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5ADEEC5-73E7-0B48-41C4-55F4C2CCA504}"/>
              </a:ext>
            </a:extLst>
          </p:cNvPr>
          <p:cNvSpPr>
            <a:spLocks xmlns:a="http://schemas.openxmlformats.org/drawingml/2006/main" noGrp="1"/>
          </p:cNvSpPr>
          <p:nvPr>
            <p:ph type="title" idx="0"/>
          </p:nvPr>
        </p:nvSpPr>
        <p:spPr>
          <a:xfrm xmlns:a="http://schemas.openxmlformats.org/drawingml/2006/main">
            <a:off x="768875" y="3483973"/>
            <a:ext cx="5029200" cy="822960"/>
          </a:xfrm>
        </p:spPr>
        <p:txBody>
          <a:bodyPr xmlns:a="http://schemas.openxmlformats.org/drawingml/2006/main"/>
          <a:lstStyle xmlns:a="http://schemas.openxmlformats.org/drawingml/2006/main"/>
          <a:p xmlns:a="http://schemas.openxmlformats.org/drawingml/2006/main">
            <a:pPr>
              <a:defRPr sz="3000" b="1">
                <a:solidFill>
                  <a:srgbClr val="312D2A"/>
                </a:solidFill>
              </a:defRPr>
            </a:pPr>
            <a:r>
              <a:rPr sz="3000" b="1">
                <a:solidFill>
                  <a:srgbClr val="312D2A"/>
                </a:solidFill>
              </a:rPr>
              <a:t>Confirm the two-OPCO engineering PoV</a:t>
            </a:r>
          </a:p>
        </p:txBody>
      </p:sp>
      <p:sp>
        <p:nvSpPr>
          <p:cNvPr id="3" name="Text Placeholder 2">
            <a:extLst xmlns:a="http://schemas.openxmlformats.org/drawingml/2006/main">
              <a:ext uri="{FF2B5EF4-FFF2-40B4-BE49-F238E27FC236}">
                <a16:creationId xmlns:a16="http://schemas.microsoft.com/office/drawing/2014/main" id="{EC3DB056-1E32-1F29-A3F5-665131570313}"/>
              </a:ext>
            </a:extLst>
          </p:cNvPr>
          <p:cNvSpPr>
            <a:spLocks xmlns:a="http://schemas.openxmlformats.org/drawingml/2006/main" noGrp="1"/>
          </p:cNvSpPr>
          <p:nvPr>
            <p:ph type="body" idx="37"/>
          </p:nvPr>
        </p:nvSpPr>
        <p:spPr>
          <a:xfrm xmlns:a="http://schemas.openxmlformats.org/drawingml/2006/main">
            <a:off x="762000" y="4773585"/>
            <a:ext cx="5029200" cy="266291"/>
          </a:xfrm>
        </p:spPr>
        <p:txBody>
          <a:bodyPr xmlns:a="http://schemas.openxmlformats.org/drawingml/2006/main"/>
          <a:lstStyle xmlns:a="http://schemas.openxmlformats.org/drawingml/2006/main"/>
          <a:p xmlns:a="http://schemas.openxmlformats.org/drawingml/2006/main">
            <a:pPr>
              <a:defRPr sz="1350" b="1">
                <a:solidFill>
                  <a:srgbClr val="C74634"/>
                </a:solidFill>
              </a:defRPr>
            </a:pPr>
            <a:r>
              <a:rPr sz="1350" b="1">
                <a:solidFill>
                  <a:srgbClr val="C74634"/>
                </a:solidFill>
              </a:rPr>
              <a:t>Immediate inputs</a:t>
            </a:r>
          </a:p>
        </p:txBody>
      </p:sp>
      <p:sp>
        <p:nvSpPr>
          <p:cNvPr id="4" name="Text Placeholder 3">
            <a:extLst xmlns:a="http://schemas.openxmlformats.org/drawingml/2006/main">
              <a:ext uri="{FF2B5EF4-FFF2-40B4-BE49-F238E27FC236}">
                <a16:creationId xmlns:a16="http://schemas.microsoft.com/office/drawing/2014/main" id="{CD831383-4CC3-AACE-12EE-7C034C8E48A9}"/>
              </a:ext>
            </a:extLst>
          </p:cNvPr>
          <p:cNvSpPr>
            <a:spLocks xmlns:a="http://schemas.openxmlformats.org/drawingml/2006/main" noGrp="1"/>
          </p:cNvSpPr>
          <p:nvPr>
            <p:ph type="body" idx="36"/>
          </p:nvPr>
        </p:nvSpPr>
        <p:spPr>
          <a:xfrm xmlns:a="http://schemas.openxmlformats.org/drawingml/2006/main">
            <a:off x="762000" y="5111178"/>
            <a:ext cx="5029200" cy="895181"/>
          </a:xfrm>
        </p:spPr>
        <p:txBody>
          <a:bodyPr xmlns:a="http://schemas.openxmlformats.org/drawingml/2006/main"/>
          <a:lstStyle xmlns:a="http://schemas.openxmlformats.org/drawingml/2006/main"/>
          <a:p xmlns:a="http://schemas.openxmlformats.org/drawingml/2006/main">
            <a:r>
              <a:rPr sz="1400"/>
              <a:t>K8s distribution/version + cluster inventory • priority apps/APIs • telemetry samples • B95634 quote validation • retention/residency • agent/gateway network paths • recovery targets • optional GenAI evaluation</a:t>
            </a:r>
          </a:p>
        </p:txBody>
      </p:sp>
      <p:sp>
        <p:nvSpPr>
          <p:cNvPr id="12" name="Footer Placeholder 11">
            <a:extLst xmlns:a="http://schemas.openxmlformats.org/drawingml/2006/main">
              <a:ext uri="{FF2B5EF4-FFF2-40B4-BE49-F238E27FC236}">
                <a16:creationId xmlns:a16="http://schemas.microsoft.com/office/drawing/2014/main" id="{4E7517AB-6B80-2E20-DB16-AB6DF856EA47}"/>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3" name="Slide Number Placeholder 12">
            <a:extLst xmlns:a="http://schemas.openxmlformats.org/drawingml/2006/main">
              <a:ext uri="{FF2B5EF4-FFF2-40B4-BE49-F238E27FC236}">
                <a16:creationId xmlns:a16="http://schemas.microsoft.com/office/drawing/2014/main" id="{5A6DB53D-050F-84A0-9415-F53B1F12FB7D}"/>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121</a:t>
            </a:fld>
          </a:p>
        </p:txBody>
      </p:sp>
    </p:spTree>
    <p:extLst>
      <p:ext uri="{BB962C8B-B14F-4D97-AF65-F5344CB8AC3E}">
        <p14:creationId xmlns:p14="http://schemas.microsoft.com/office/powerpoint/2010/main" val="3910000547"/>
      </p:ext>
    </p:extLst>
  </p:cSld>
</p:sld>
</file>

<file path=ppt/theme/theme1.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2026-07-31T19:21:10.2750000Z</dcterms:created>
  <dcterms:modified xsi:type="dcterms:W3CDTF">2026-07-31T19:21:10.2750000Z</dcterms:modified>
</coreProperties>
</file>