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0a49a530294c8f" /><Relationship Type="http://schemas.openxmlformats.org/officeDocument/2006/relationships/extended-properties" Target="/docProps/app.xml" Id="R423a16c3b2d249cd" /><Relationship Type="http://schemas.openxmlformats.org/officeDocument/2006/relationships/officeDocument" Target="/ppt/presentation.xml" Id="Rbb41e627e7f84f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dc33a9bbf34aa5"/>
  </p:sldMasterIdLst>
  <p:notesMasterIdLst>
    <p:notesMasterId xmlns:r="http://schemas.openxmlformats.org/officeDocument/2006/relationships" r:id="Rd09397cd10f840a7"/>
  </p:notesMasterIdLst>
  <p:sldIdLst>
    <p:sldId xmlns:r="http://schemas.openxmlformats.org/officeDocument/2006/relationships" id="256" r:id="R58a4cbf55b5d4a8c"/>
    <p:sldId xmlns:r="http://schemas.openxmlformats.org/officeDocument/2006/relationships" id="257" r:id="Rca46f5a8f05d4a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09ada2869d4ded" /><Relationship Type="http://schemas.openxmlformats.org/officeDocument/2006/relationships/slideMaster" Target="/ppt/slideMasters/slideMaster1.xml" Id="Rfcdc33a9bbf34aa5" /><Relationship Type="http://schemas.openxmlformats.org/officeDocument/2006/relationships/notesMaster" Target="/ppt/notesMasters/notesMaster1.xml" Id="Rd09397cd10f840a7" /><Relationship Type="http://schemas.openxmlformats.org/officeDocument/2006/relationships/presProps" Target="/ppt/presProps.xml" Id="R6c8099bb6c9b422b" /><Relationship Type="http://schemas.openxmlformats.org/officeDocument/2006/relationships/viewProps" Target="/ppt/viewProps.xml" Id="R72fa8069a8e84fd8" /><Relationship Type="http://schemas.openxmlformats.org/officeDocument/2006/relationships/tableStyles" Target="/ppt/tableStyles.xml" Id="R2710a861299c4145" /><Relationship Type="http://schemas.openxmlformats.org/officeDocument/2006/relationships/slide" Target="/ppt/slides/slide1.xml" Id="R58a4cbf55b5d4a8c" /><Relationship Type="http://schemas.openxmlformats.org/officeDocument/2006/relationships/slide" Target="/ppt/slides/slide2.xml" Id="Rca46f5a8f05d4a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c8b4734f384a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racle-FY26-8.3">
  <a:themeElements>
    <a:clrScheme name="Custom 77">
      <a:dk1>
        <a:srgbClr val="2A2F2F"/>
      </a:dk1>
      <a:lt1>
        <a:srgbClr val="FFFFFF"/>
      </a:lt1>
      <a:dk2>
        <a:srgbClr val="2A2F2F"/>
      </a:dk2>
      <a:lt2>
        <a:srgbClr val="FBF9F8"/>
      </a:lt2>
      <a:accent1>
        <a:srgbClr val="04536F"/>
      </a:accent1>
      <a:accent2>
        <a:srgbClr val="6C3F49"/>
      </a:accent2>
      <a:accent3>
        <a:srgbClr val="C74634"/>
      </a:accent3>
      <a:accent4>
        <a:srgbClr val="F0CC71"/>
      </a:accent4>
      <a:accent5>
        <a:srgbClr val="89B2B0"/>
      </a:accent5>
      <a:accent6>
        <a:srgbClr val="86B596"/>
      </a:accent6>
      <a:hlink>
        <a:srgbClr val="00688C"/>
      </a:hlink>
      <a:folHlink>
        <a:srgbClr val="F0CC71"/>
      </a:folHlink>
    </a:clrScheme>
    <a:fontScheme name="Oracle Pillars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Custom 77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>
          <a:solidFill>
            <a:schemeClr val="phClr">
              <a:shade val="65000"/>
            </a:schemeClr>
          </a:solidFill>
          <a:prstDash val="solid"/>
        </a:ln>
        <a:ln w="3175">
          <a:solidFill>
            <a:schemeClr val="phClr"/>
          </a:solidFill>
          <a:prstDash val="solid"/>
        </a:ln>
        <a:ln w="0"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cd365cda184b49" /><Relationship Type="http://schemas.openxmlformats.org/officeDocument/2006/relationships/notesMaster" Target="/ppt/notesMasters/notesMaster1.xml" Id="R7188d39ce45a46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2e11f16ce2430d" /><Relationship Type="http://schemas.openxmlformats.org/officeDocument/2006/relationships/notesMaster" Target="/ppt/notesMasters/notesMaster1.xml" Id="R2ead34a8ad4043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https://docs.oracle.com/en/industries/communications/unified-assurance/7.0/concepts/what-is-unified-assurance.html (accessed 2026-07-31)</a:t>
            </a:r>
          </a:p>
          <a:p xmlns:a="http://schemas.openxmlformats.org/drawingml/2006/main">
            <a:r>
              <a:t>- https://docs.oracle.com/en-us/iaas/application-performance-monitoring/home.htm (accessed 2026-07-31)</a:t>
            </a:r>
          </a:p>
          <a:p xmlns:a="http://schemas.openxmlformats.org/drawingml/2006/main">
            <a:r>
              <a:t>- https://docs.oracle.com/iaas/log-analytics/doc/kubernetes-solution.html (accessed 2026-07-31)</a:t>
            </a:r>
          </a:p>
          <a:p xmlns:a="http://schemas.openxmlformats.org/drawingml/2006/main">
            <a:r>
              <a:t>- https://docs.oracle.com/en-us/iaas/Content/generative-ai-agents/overview.htm (accessed 2026-07-31)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https://docs.oracle.com/en/industries/communications/unified-assurance/7.0/concepts/what-is-unified-assurance.html (accessed 2026-07-31)</a:t>
            </a:r>
          </a:p>
          <a:p xmlns:a="http://schemas.openxmlformats.org/drawingml/2006/main">
            <a:r>
              <a:t>- https://docs.oracle.com/en/industries/communications/unified-assurance/7.0/enterprise-licensing-info/licensing-information.html (accessed 2026-07-31)</a:t>
            </a:r>
          </a:p>
          <a:p xmlns:a="http://schemas.openxmlformats.org/drawingml/2006/main">
            <a:r>
              <a:t>- https://docs.oracle.com/en-us/iaas/application-performance-monitoring/home.htm (accessed 2026-07-31)</a:t>
            </a:r>
          </a:p>
          <a:p xmlns:a="http://schemas.openxmlformats.org/drawingml/2006/main">
            <a:r>
              <a:t>- https://docs.oracle.com/iaas/log-analytics/doc/kubernetes-solution.html (accessed 2026-07-31)</a:t>
            </a:r>
          </a:p>
          <a:p xmlns:a="http://schemas.openxmlformats.org/drawingml/2006/main">
            <a:r>
              <a:t>- https://docs.oracle.com/en-us/iaas/Content/generative-ai/responses-api.htm (accessed 2026-07-31)</a:t>
            </a:r>
          </a:p>
          <a:p xmlns:a="http://schemas.openxmlformats.org/drawingml/2006/main">
            <a:r>
              <a:t>- https://docs.oracle.com/en-us/iaas/Content/generative-ai-agents/agent-as-tool-guidelines.htm (accessed 2026-07-31)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2826e611ab41ac" /><Relationship Type="http://schemas.openxmlformats.org/officeDocument/2006/relationships/image" Target="/ppt/media/image.png" Id="R6a6c47bc49034801" /><Relationship Type="http://schemas.openxmlformats.org/officeDocument/2006/relationships/image" Target="/ppt/media/image.svg" Id="R3112ca5a40724747" /><Relationship Type="http://schemas.openxmlformats.org/officeDocument/2006/relationships/image" Target="/ppt/media/image.emf" Id="R07c16f67423f43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5f2c7e8ce64622" /><Relationship Type="http://schemas.openxmlformats.org/officeDocument/2006/relationships/image" Target="/ppt/media/image2.png" Id="R666c46ed7c2a4c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bbd60a09f4dcf" /><Relationship Type="http://schemas.openxmlformats.org/officeDocument/2006/relationships/image" Target="/ppt/media/image.jpeg" Id="R62176fa346e7449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351020fba64187" /><Relationship Type="http://schemas.openxmlformats.org/officeDocument/2006/relationships/image" Target="/ppt/media/image2.jpeg" Id="Rf1e84e39227c48ca" /><Relationship Type="http://schemas.openxmlformats.org/officeDocument/2006/relationships/image" Target="/ppt/media/image2.svg" Id="R05a0fcae676a44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c3a47be1947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e126c46084d3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0b39907172414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1b845174264e2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d0fc6380444cb4" /><Relationship Type="http://schemas.openxmlformats.org/officeDocument/2006/relationships/image" Target="/ppt/media/image.emf" Id="R3eb0233d70d243d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9822a8029b444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a416bda54453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181c1e1ac544f6" /><Relationship Type="http://schemas.openxmlformats.org/officeDocument/2006/relationships/image" Target="/ppt/media/image3.png" Id="R057a05312d874476" /><Relationship Type="http://schemas.openxmlformats.org/officeDocument/2006/relationships/image" Target="/ppt/media/image4.png" Id="R2ce811ccabfa493d" /><Relationship Type="http://schemas.openxmlformats.org/officeDocument/2006/relationships/image" Target="/ppt/media/image5.png" Id="R76501bedaf9543c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e80f9b58244b19" /><Relationship Type="http://schemas.openxmlformats.org/officeDocument/2006/relationships/image" Target="/ppt/media/image6.png" Id="R288f565e08124f48" /><Relationship Type="http://schemas.openxmlformats.org/officeDocument/2006/relationships/image" Target="/ppt/media/image7.png" Id="Rfaf598243f344d17" /><Relationship Type="http://schemas.openxmlformats.org/officeDocument/2006/relationships/image" Target="/ppt/media/image8.png" Id="Rd2769826041740d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5a97680ddb42ce" /><Relationship Type="http://schemas.openxmlformats.org/officeDocument/2006/relationships/image" Target="/ppt/media/image9.png" Id="R7300a302f1114157" /><Relationship Type="http://schemas.openxmlformats.org/officeDocument/2006/relationships/image" Target="/ppt/media/image10.png" Id="Rab0b97290d2f4f7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b32ec4cd6a446b" /><Relationship Type="http://schemas.openxmlformats.org/officeDocument/2006/relationships/image" Target="/ppt/media/image11.png" Id="R690faa27105d4135" /><Relationship Type="http://schemas.openxmlformats.org/officeDocument/2006/relationships/image" Target="/ppt/media/image12.png" Id="Re020134dc00448a7" /><Relationship Type="http://schemas.openxmlformats.org/officeDocument/2006/relationships/image" Target="/ppt/media/image13.png" Id="R4179009355d14eff" /><Relationship Type="http://schemas.openxmlformats.org/officeDocument/2006/relationships/image" Target="/ppt/media/image3.jpeg" Id="R3159b4b331ed48b3" /><Relationship Type="http://schemas.openxmlformats.org/officeDocument/2006/relationships/image" Target="/ppt/media/image3.svg" Id="R5237018b6f4d4b8a" /><Relationship Type="http://schemas.openxmlformats.org/officeDocument/2006/relationships/image" Target="/ppt/media/image14.png" Id="R3e7759df3cb14cfa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3aa3a90eb42a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ba9eb858542c8" /><Relationship Type="http://schemas.openxmlformats.org/officeDocument/2006/relationships/image" Target="/ppt/media/image4.jpeg" Id="R0c9ed8f4bc4043c3" /><Relationship Type="http://schemas.openxmlformats.org/officeDocument/2006/relationships/image" Target="/ppt/media/image4.svg" Id="Ree90b48c74d24967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ca61a6ac8441f1" /><Relationship Type="http://schemas.openxmlformats.org/officeDocument/2006/relationships/image" Target="/ppt/media/image2.jpeg" Id="Rd26414a33460475f" /><Relationship Type="http://schemas.openxmlformats.org/officeDocument/2006/relationships/image" Target="/ppt/media/image5.jpeg" Id="R519db86dbe664f30" /><Relationship Type="http://schemas.openxmlformats.org/officeDocument/2006/relationships/image" Target="/ppt/media/image5.svg" Id="Rd8950acaabac4f07" /><Relationship Type="http://schemas.openxmlformats.org/officeDocument/2006/relationships/image" Target="/ppt/media/image6.svg" Id="R853163b432e44013" /><Relationship Type="http://schemas.openxmlformats.org/officeDocument/2006/relationships/image" Target="/ppt/media/image6.png" Id="R03ce2a8a6b1b4129" /><Relationship Type="http://schemas.openxmlformats.org/officeDocument/2006/relationships/image" Target="/ppt/media/image7.svg" Id="Raf6c6de5f6e84f04" /><Relationship Type="http://schemas.openxmlformats.org/officeDocument/2006/relationships/image" Target="/ppt/media/image7.png" Id="Ra191c230637a4fa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49a926a2344cab" /><Relationship Type="http://schemas.openxmlformats.org/officeDocument/2006/relationships/image" Target="/ppt/media/image8.svg" Id="R18a2860163fb4b82" /><Relationship Type="http://schemas.openxmlformats.org/officeDocument/2006/relationships/image" Target="/ppt/media/image8.png" Id="Rff33c6a9fdfb42f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fc59c2b734d40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d81d4f54344989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38cbd69684d11" /><Relationship Type="http://schemas.openxmlformats.org/officeDocument/2006/relationships/image" Target="/ppt/media/image15.png" Id="R9478b7af3d9146fd" /><Relationship Type="http://schemas.openxmlformats.org/officeDocument/2006/relationships/image" Target="/ppt/media/image.emf" Id="R4f3b12e90cfc4f4d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d2ed29bbe34d38" /><Relationship Type="http://schemas.openxmlformats.org/officeDocument/2006/relationships/image" Target="/ppt/media/image3.jpeg" Id="R8becd334cc814500" /><Relationship Type="http://schemas.openxmlformats.org/officeDocument/2006/relationships/image" Target="/ppt/media/image9.svg" Id="R272ca739b8504bf4" /><Relationship Type="http://schemas.openxmlformats.org/officeDocument/2006/relationships/image" Target="/ppt/media/image9.png" Id="R2d3f61c39bc8451d" /><Relationship Type="http://schemas.openxmlformats.org/officeDocument/2006/relationships/image" Target="/ppt/media/image10.svg" Id="Re58f0ddf3a114478" /><Relationship Type="http://schemas.openxmlformats.org/officeDocument/2006/relationships/image" Target="/ppt/media/image10.png" Id="R45a9e1c1f9474829" /><Relationship Type="http://schemas.openxmlformats.org/officeDocument/2006/relationships/image" Target="/ppt/media/image11.svg" Id="Re5e62a0170f04fe6" /><Relationship Type="http://schemas.openxmlformats.org/officeDocument/2006/relationships/image" Target="/ppt/media/image11.png" Id="R99003c2cf566499e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e2bc4547c4262" /><Relationship Type="http://schemas.openxmlformats.org/officeDocument/2006/relationships/image" Target="/ppt/media/image4.jpeg" Id="R5d8441f8672a411d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baa30f69943ad" /><Relationship Type="http://schemas.openxmlformats.org/officeDocument/2006/relationships/image" Target="/ppt/media/image16.png" Id="R991356fcdb7d418e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b7be92e6cd4b73" /><Relationship Type="http://schemas.openxmlformats.org/officeDocument/2006/relationships/image" Target="/ppt/media/image17.png" Id="Ra64627080b7f4f19" /><Relationship Type="http://schemas.openxmlformats.org/officeDocument/2006/relationships/image" Target="/ppt/media/image.emf" Id="R2fd7a02e39724e7f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eb549a712c4603" /><Relationship Type="http://schemas.openxmlformats.org/officeDocument/2006/relationships/image" Target="/ppt/media/image5.jpeg" Id="Rf3e752dd9ff44164" /></Relationships>
</file>

<file path=ppt/slideLayouts/slideLayout1.xml><?xml version="1.0" encoding="utf-8"?>
<p:sldLayout xmlns:p="http://schemas.openxmlformats.org/presentationml/2006/main" preserve="1">
  <p:cSld name="Light - Title_2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6204AF-CFD8-7CED-4E39-54AF670244A8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792538" y="2148840"/>
            <a:ext cx="64008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General/fusion title</a:t>
            </a:r>
            <a:br/>
            <a:r>
              <a:t>Oracle Sans Tab Bold</a:t>
            </a:r>
          </a:p>
        </p:txBody>
      </p:sp>
      <p:sp>
        <p:nvSpPr>
          <p:cNvPr id="7" name="Subhead">
            <a:extLst xmlns:a="http://schemas.openxmlformats.org/drawingml/2006/main">
              <a:ext uri="{FF2B5EF4-FFF2-40B4-BE49-F238E27FC236}">
                <a16:creationId xmlns:a16="http://schemas.microsoft.com/office/drawing/2014/main" id="{FC046655-F632-39CF-A827-AEF7BEDCA8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792538" y="3519553"/>
            <a:ext cx="6400800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line.</a:t>
            </a:r>
          </a:p>
        </p:txBody>
      </p:sp>
      <p:sp>
        <p:nvSpPr>
          <p:cNvPr id="8" name="Text Field">
            <a:extLst xmlns:a="http://schemas.openxmlformats.org/drawingml/2006/main">
              <a:ext uri="{FF2B5EF4-FFF2-40B4-BE49-F238E27FC236}">
                <a16:creationId xmlns:a16="http://schemas.microsoft.com/office/drawing/2014/main" id="{396B045C-5351-70B5-4F7C-3804C75BD4B2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792538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b="1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9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997BC39A-E5C4-5AD8-8642-A190BFB4DF55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792538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2023</a:t>
            </a:r>
          </a:p>
        </p:txBody>
      </p:sp>
      <p:pic>
        <p:nvPicPr>
          <p:cNvPr id="1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c47bc49034801"/>
          <a:srcRect xmlns:a="http://schemas.openxmlformats.org/drawingml/2006/main" l="32750" t="0" r="0" b="38000"/>
          <a:stretch xmlns:a="http://schemas.openxmlformats.org/drawingml/2006/main"/>
        </p:blipFill>
        <p:spPr>
          <a:xfrm xmlns:a="http://schemas.openxmlformats.org/drawingml/2006/main">
            <a:off x="3992902" y="0"/>
            <a:ext cx="8199097" cy="4251948"/>
          </a:xfrm>
          <a:prstGeom xmlns:a="http://schemas.openxmlformats.org/drawingml/2006/main" prst="rect">
            <a:avLst/>
          </a:prstGeom>
        </p:spPr>
      </p:pic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8620179-92E2-B33C-7BF7-7DD2B9A699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62000" y="6995117"/>
            <a:ext cx="365760" cy="3657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3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234D53E-E775-84ED-87D4-03A6155462F2}"/>
              </a:ext>
            </a:extLst>
          </p:cNvPr>
          <p:cNvSpPr>
            <a:spLocks xmlns:a="http://schemas.openxmlformats.org/drawingml/2006/main" noGrp="1"/>
          </p:cNvSpPr>
          <p:nvPr>
            <p:ph type="ftr" idx="36"/>
          </p:nvPr>
        </p:nvSpPr>
        <p:spPr>
          <a:xfrm xmlns:a="http://schemas.openxmlformats.org/drawingml/2006/main">
            <a:off x="1127759" y="6995435"/>
            <a:ext cx="5745379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/>
        </p:txBody>
      </p:sp>
      <p:sp>
        <p:nvSpPr>
          <p:cNvPr id="2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B203E0B-C243-2092-E571-D8301E6712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873138" y="6997061"/>
            <a:ext cx="2743200" cy="3635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  <p:pic>
        <p:nvPicPr>
          <p:cNvPr id="2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16f67423f433b">
            <a:extLst>
              <a:ext uri="{96DAC541-7B7A-43D3-8B79-37D633B846F1}">
                <asvg:svgBlip xmlns:asvg="http://schemas.microsoft.com/office/drawing/2016/SVG/main" r:embed="R3112ca5a4072474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0669" y="1132368"/>
            <a:ext cx="1524893" cy="320039"/>
          </a:xfrm>
          <a:prstGeom xmlns:a="http://schemas.openxmlformats.org/drawingml/2006/main" prst="rect">
            <a:avLst/>
          </a:prstGeom>
        </p:spPr>
      </p:pic>
      <p:sp>
        <p:nvSpPr>
          <p:cNvPr id="6" name="Accent mark">
            <a:extLst xmlns:a="http://schemas.openxmlformats.org/drawingml/2006/main">
              <a:ext uri="{FF2B5EF4-FFF2-40B4-BE49-F238E27FC236}">
                <a16:creationId xmlns:a16="http://schemas.microsoft.com/office/drawing/2014/main" id="{F3B22FDD-1B93-0A37-25CC-77AE4A31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805" y="4166108"/>
            <a:ext cx="3657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>
  <p:cSld name="Dark - Divider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5">
            <a:extLst xmlns:a="http://schemas.openxmlformats.org/drawingml/2006/main">
              <a:ext uri="{FF2B5EF4-FFF2-40B4-BE49-F238E27FC236}">
                <a16:creationId xmlns:a16="http://schemas.microsoft.com/office/drawing/2014/main" id="{1232B6FB-CB36-8E10-0171-4DD434FB37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1" y="2337132"/>
            <a:ext cx="64008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Cross-pillar, Industries, and General Divider Title</a:t>
            </a:r>
          </a:p>
        </p:txBody>
      </p:sp>
      <p:sp>
        <p:nvSpPr>
          <p:cNvPr id="10" name="Subhead">
            <a:extLst xmlns:a="http://schemas.openxmlformats.org/drawingml/2006/main">
              <a:ext uri="{FF2B5EF4-FFF2-40B4-BE49-F238E27FC236}">
                <a16:creationId xmlns:a16="http://schemas.microsoft.com/office/drawing/2014/main" id="{E9558DCD-9619-43EF-806C-010C13A1116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776689" y="4135193"/>
            <a:ext cx="6400800" cy="6812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defRPr sz="2000" b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here.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848B57A4-1EA3-47FA-AD37-31BB82676B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62000" y="6903682"/>
            <a:ext cx="365760" cy="3657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638588-07BC-4F98-97FA-975AE1443B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27759" y="6904000"/>
            <a:ext cx="5745379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/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BAE7266-CBC0-47D9-85A0-91E0110938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873138" y="6905626"/>
            <a:ext cx="2743200" cy="3635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  <p:pic>
        <p:nvPicPr>
          <p:cNvPr id="1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c46ed7c2a4c28"/>
          <a:srcRect xmlns:a="http://schemas.openxmlformats.org/drawingml/2006/main" l="44000" t="0" r="0" b="0"/>
          <a:stretch xmlns:a="http://schemas.openxmlformats.org/drawingml/2006/main"/>
        </p:blipFill>
        <p:spPr>
          <a:xfrm xmlns:a="http://schemas.openxmlformats.org/drawingml/2006/main">
            <a:off x="5364488" y="0"/>
            <a:ext cx="682751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Accent mark">
            <a:extLst xmlns:a="http://schemas.openxmlformats.org/drawingml/2006/main">
              <a:ext uri="{FF2B5EF4-FFF2-40B4-BE49-F238E27FC236}">
                <a16:creationId xmlns:a16="http://schemas.microsoft.com/office/drawing/2014/main" id="{FCC5560E-F594-D1CD-5CDD-54514D4D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89" y="3867907"/>
            <a:ext cx="3657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C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Divider_8">
    <p:bg>
      <p:bgPr>
        <a:blipFill xmlns:a="http://schemas.openxmlformats.org/drawingml/2006/main" rotWithShape="1">
          <a:blip xmlns:r="http://schemas.openxmlformats.org/officeDocument/2006/relationships" r:embed="R62176fa346e7449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5">
            <a:extLst xmlns:a="http://schemas.openxmlformats.org/drawingml/2006/main">
              <a:ext uri="{FF2B5EF4-FFF2-40B4-BE49-F238E27FC236}">
                <a16:creationId xmlns:a16="http://schemas.microsoft.com/office/drawing/2014/main" id="{7856B97A-8557-4DB6-9175-7EBD0C8937D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1" y="2337132"/>
            <a:ext cx="64008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CX Section</a:t>
            </a:r>
            <a:br/>
            <a:r>
              <a:t>Oracle Sans Tab Bold</a:t>
            </a:r>
          </a:p>
        </p:txBody>
      </p:sp>
      <p:sp>
        <p:nvSpPr>
          <p:cNvPr id="10" name="Subhead">
            <a:extLst xmlns:a="http://schemas.openxmlformats.org/drawingml/2006/main">
              <a:ext uri="{FF2B5EF4-FFF2-40B4-BE49-F238E27FC236}">
                <a16:creationId xmlns:a16="http://schemas.microsoft.com/office/drawing/2014/main" id="{E9558DCD-9619-43EF-806C-010C13A1116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776689" y="4135193"/>
            <a:ext cx="6400800" cy="6812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defRPr sz="2000" b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here.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848B57A4-1EA3-47FA-AD37-31BB82676B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62000" y="6903678"/>
            <a:ext cx="365760" cy="3657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638588-07BC-4F98-97FA-975AE1443B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27759" y="6903996"/>
            <a:ext cx="5745379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/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BAE7266-CBC0-47D9-85A0-91E0110938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873138" y="6905622"/>
            <a:ext cx="2743200" cy="3635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noFill/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  <p:sp>
        <p:nvSpPr>
          <p:cNvPr id="2" name="Accent mark">
            <a:extLst xmlns:a="http://schemas.openxmlformats.org/drawingml/2006/main">
              <a:ext uri="{FF2B5EF4-FFF2-40B4-BE49-F238E27FC236}">
                <a16:creationId xmlns:a16="http://schemas.microsoft.com/office/drawing/2014/main" id="{9FE68091-5CE6-8692-5C8A-45B15B05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89" y="3867907"/>
            <a:ext cx="3657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C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Dark - Agenda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E5F7DB7-92B5-4EA1-8540-53C2A222376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403"/>
            <a:ext cx="5383380" cy="82296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="1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t>Agenda title</a:t>
            </a:r>
          </a:p>
        </p:txBody>
      </p:sp>
      <p:sp>
        <p:nvSpPr>
          <p:cNvPr id="2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28D9ACAF-6547-62AC-0612-33ACEEA4384B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>
          <a:xfrm xmlns:a="http://schemas.openxmlformats.org/drawingml/2006/main">
            <a:off x="762000" y="6423660"/>
            <a:ext cx="365760" cy="3657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5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9C717BFB-739A-8ECB-A222-BA193D79F699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>
          <a:xfrm xmlns:a="http://schemas.openxmlformats.org/drawingml/2006/main">
            <a:off x="1127759" y="6423978"/>
            <a:ext cx="5745379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r>
              <a:t>Copyright © 2026, Oracle and/or its affiliates |  Confidential: Internal</a:t>
            </a:r>
          </a:p>
        </p:txBody>
      </p:sp>
      <p:sp>
        <p:nvSpPr>
          <p:cNvPr id="8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6AB9331-6119-874E-6BF2-D968C0DB95A7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>
          <a:xfrm xmlns:a="http://schemas.openxmlformats.org/drawingml/2006/main">
            <a:off x="6873138" y="6425604"/>
            <a:ext cx="2743200" cy="3635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r>
              <a:t>[Date]</a:t>
            </a:r>
          </a:p>
        </p:txBody>
      </p:sp>
      <p:pic>
        <p:nvPicPr>
          <p:cNvPr id="14" name="Graphic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84e39227c48ca">
            <a:extLst>
              <a:ext uri="{96DAC541-7B7A-43D3-8B79-37D633B846F1}">
                <asvg:svgBlip xmlns:asvg="http://schemas.microsoft.com/office/drawing/2016/SVG/main" r:embed="R05a0fcae676a44ee"/>
              </a:ext>
            </a:extLst>
          </a:blip>
          <a:srcRect xmlns:a="http://schemas.openxmlformats.org/drawingml/2006/main" l="5687" t="0" r="0" b="27270"/>
          <a:stretch xmlns:a="http://schemas.openxmlformats.org/drawingml/2006/main"/>
        </p:blipFill>
        <p:spPr>
          <a:xfrm xmlns:a="http://schemas.openxmlformats.org/drawingml/2006/main">
            <a:off x="6856133" y="0"/>
            <a:ext cx="5335866" cy="27432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preserve="1">
  <p:cSld name="Light - Title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3">
            <a:extLst xmlns:a="http://schemas.openxmlformats.org/drawingml/2006/main">
              <a:ext uri="{FF2B5EF4-FFF2-40B4-BE49-F238E27FC236}">
                <a16:creationId xmlns:a16="http://schemas.microsoft.com/office/drawing/2014/main" id="{0638DF7B-BBB6-684E-A5BB-80F1125943E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403"/>
            <a:ext cx="10671048" cy="82296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="1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96566A-34C0-2909-1BBA-2F1E01266A07}"/>
              </a:ext>
            </a:extLst>
          </p:cNvPr>
          <p:cNvSpPr>
            <a:spLocks xmlns:a="http://schemas.openxmlformats.org/drawingml/2006/main" noGrp="1"/>
          </p:cNvSpPr>
          <p:nvPr>
            <p:ph type="sldNum" idx="40"/>
          </p:nvPr>
        </p:nvSpPr>
        <p:spPr>
          <a:xfrm xmlns:a="http://schemas.openxmlformats.org/drawingml/2006/main">
            <a:off x="762000" y="6423660"/>
            <a:ext cx="365760" cy="3657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D75A6B-90D9-58CE-7BC7-31C53C19C8F9}"/>
              </a:ext>
            </a:extLst>
          </p:cNvPr>
          <p:cNvSpPr>
            <a:spLocks xmlns:a="http://schemas.openxmlformats.org/drawingml/2006/main" noGrp="1"/>
          </p:cNvSpPr>
          <p:nvPr>
            <p:ph type="ftr" idx="39"/>
          </p:nvPr>
        </p:nvSpPr>
        <p:spPr>
          <a:xfrm xmlns:a="http://schemas.openxmlformats.org/drawingml/2006/main">
            <a:off x="1127759" y="6423978"/>
            <a:ext cx="5745379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3C7F88C-022C-DC8C-F4BA-18F89F1E4ADA}"/>
              </a:ext>
            </a:extLst>
          </p:cNvPr>
          <p:cNvSpPr>
            <a:spLocks xmlns:a="http://schemas.openxmlformats.org/drawingml/2006/main" noGrp="1"/>
          </p:cNvSpPr>
          <p:nvPr>
            <p:ph type="dt" idx="38"/>
          </p:nvPr>
        </p:nvSpPr>
        <p:spPr>
          <a:xfrm xmlns:a="http://schemas.openxmlformats.org/drawingml/2006/main">
            <a:off x="6873138" y="6425604"/>
            <a:ext cx="2743200" cy="3635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Light - Title/Subtitle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="1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20DA5B7-17E8-2CF4-4B51-F677DF6CE73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0990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2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EEF32F-ED74-47E3-D2C3-F1B1AD13F3F5}"/>
              </a:ext>
            </a:extLst>
          </p:cNvPr>
          <p:cNvSpPr>
            <a:spLocks xmlns:a="http://schemas.openxmlformats.org/drawingml/2006/main" noGrp="1"/>
          </p:cNvSpPr>
          <p:nvPr>
            <p:ph type="sldNum" idx="40"/>
          </p:nvPr>
        </p:nvSpPr>
        <p:spPr>
          <a:xfrm xmlns:a="http://schemas.openxmlformats.org/drawingml/2006/main">
            <a:off x="762000" y="6423660"/>
            <a:ext cx="365760" cy="3657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FD6C787-D3B4-031A-8D4C-3A19D9BDFA78}"/>
              </a:ext>
            </a:extLst>
          </p:cNvPr>
          <p:cNvSpPr>
            <a:spLocks xmlns:a="http://schemas.openxmlformats.org/drawingml/2006/main" noGrp="1"/>
          </p:cNvSpPr>
          <p:nvPr>
            <p:ph type="ftr" idx="39"/>
          </p:nvPr>
        </p:nvSpPr>
        <p:spPr>
          <a:xfrm xmlns:a="http://schemas.openxmlformats.org/drawingml/2006/main">
            <a:off x="1127759" y="6423978"/>
            <a:ext cx="5745379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05CA9E8-9559-78FA-E425-B044F817EEE2}"/>
              </a:ext>
            </a:extLst>
          </p:cNvPr>
          <p:cNvSpPr>
            <a:spLocks xmlns:a="http://schemas.openxmlformats.org/drawingml/2006/main" noGrp="1"/>
          </p:cNvSpPr>
          <p:nvPr>
            <p:ph type="dt" idx="38"/>
          </p:nvPr>
        </p:nvSpPr>
        <p:spPr>
          <a:xfrm xmlns:a="http://schemas.openxmlformats.org/drawingml/2006/main">
            <a:off x="6873138" y="6425604"/>
            <a:ext cx="2743200" cy="3635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>
  <p:cSld name="Dark - Title/Subtitle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1FF06-338B-46FE-B4FE-F72B7ABAED7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="1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756DCC98-315C-61EE-3BD9-275F39B0D5BB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0990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5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0511B848-5314-5CFA-E302-CF9747E005C9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>
          <a:xfrm xmlns:a="http://schemas.openxmlformats.org/drawingml/2006/main">
            <a:off x="762000" y="6423660"/>
            <a:ext cx="365760" cy="3657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8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68D47112-C304-3F08-B268-4678B7957255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>
          <a:xfrm xmlns:a="http://schemas.openxmlformats.org/drawingml/2006/main">
            <a:off x="1127759" y="6423978"/>
            <a:ext cx="5745379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986AE2C-3C8D-7087-0A03-7B9F6CF293A3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>
          <a:xfrm xmlns:a="http://schemas.openxmlformats.org/drawingml/2006/main">
            <a:off x="6873138" y="6425604"/>
            <a:ext cx="2743200" cy="3635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>
  <p:cSld name="Light - Title/Subtitle 1 Column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="1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28271ED-B1CF-9F0D-4AA0-883D80DEDBF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0990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9" name="Content">
            <a:extLst xmlns:a="http://schemas.openxmlformats.org/drawingml/2006/main">
              <a:ext uri="{FF2B5EF4-FFF2-40B4-BE49-F238E27FC236}">
                <a16:creationId xmlns:a16="http://schemas.microsoft.com/office/drawing/2014/main" id="{B95271D6-CF2C-D8C3-F7FB-D555FC2D9469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2" y="1600199"/>
            <a:ext cx="10671048" cy="4507992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1600" b="0" i="0">
                <a:latin typeface="Oracle Sans Tab"/>
                <a:ea typeface="Oracle Sans Tab"/>
                <a:cs typeface="Oracle Sans Tab"/>
              </a:defRPr>
            </a:lvl1pPr>
            <a:lvl2pPr>
              <a:lnSpc>
                <a:spcPct val="100000"/>
              </a:lnSpc>
              <a:buNone/>
              <a:defRPr sz="1600" b="0" i="0">
                <a:latin typeface="Oracle Sans Tab"/>
                <a:ea typeface="Oracle Sans Tab"/>
                <a:cs typeface="Oracle Sans Tab"/>
              </a:defRPr>
            </a:lvl2pPr>
            <a:lvl3pPr>
              <a:lnSpc>
                <a:spcPct val="100000"/>
              </a:lnSpc>
              <a:buNone/>
              <a:defRPr sz="1600" b="0" i="0">
                <a:latin typeface="Oracle Sans Tab"/>
                <a:ea typeface="Oracle Sans Tab"/>
                <a:cs typeface="Oracle Sans Tab"/>
              </a:defRPr>
            </a:lvl3pPr>
            <a:lvl4pPr>
              <a:lnSpc>
                <a:spcPct val="100000"/>
              </a:lnSpc>
              <a:buNone/>
              <a:defRPr sz="1600" b="0" i="0">
                <a:latin typeface="Oracle Sans Tab"/>
                <a:ea typeface="Oracle Sans Tab"/>
                <a:cs typeface="Oracle Sans Tab"/>
              </a:defRPr>
            </a:lvl4pPr>
            <a:lvl5pPr>
              <a:lnSpc>
                <a:spcPct val="100000"/>
              </a:lnSpc>
              <a:buNone/>
              <a:defRPr sz="1600" b="0" i="0">
                <a:latin typeface="Oracle Sans Tab"/>
                <a:ea typeface="Oracle Sans Tab"/>
                <a:cs typeface="Oracle Sans Tab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E2CE12F3-375D-4B05-A71D-DA14DF8ADB8E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8C5C278-52DE-4C8A-933B-1109B3282E51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>
  <p:cSld name="Content + Illustration_Light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 1">
            <a:extLst xmlns:a="http://schemas.openxmlformats.org/drawingml/2006/main">
              <a:ext uri="{FF2B5EF4-FFF2-40B4-BE49-F238E27FC236}">
                <a16:creationId xmlns:a16="http://schemas.microsoft.com/office/drawing/2014/main" id="{8A0A7166-96D6-457B-8CE6-21491B0153C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403"/>
            <a:ext cx="4754880" cy="82296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="1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2F837A2F-4A14-0DC4-608A-F65C24823266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66763" y="1009904"/>
            <a:ext cx="4754880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18" name="Picture Placeholder 17">
            <a:extLst xmlns:a="http://schemas.openxmlformats.org/drawingml/2006/main">
              <a:ext uri="{FF2B5EF4-FFF2-40B4-BE49-F238E27FC236}">
                <a16:creationId xmlns:a16="http://schemas.microsoft.com/office/drawing/2014/main" id="{BB55E146-CDC2-714E-AEDA-21D37E508E2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A8A2"/>
          </a:solidFill>
        </p:spPr>
        <p:txBody>
          <a:bodyPr xmlns:a="http://schemas.openxmlformats.org/drawingml/2006/main" lIns="72000" tIns="72000" rIns="0"/>
          <a:lstStyle xmlns:a="http://schemas.openxmlformats.org/drawingml/2006/main">
            <a:lvl1pPr algn="ctr">
              <a:buNone/>
              <a:defRPr sz="14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t>Click to add photo or illustration</a:t>
            </a:r>
          </a:p>
        </p:txBody>
      </p:sp>
      <p:pic>
        <p:nvPicPr>
          <p:cNvPr id="28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0233d70d243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5616" y="6464808"/>
            <a:ext cx="393192" cy="393192"/>
          </a:xfrm>
          <a:prstGeom xmlns:a="http://schemas.openxmlformats.org/drawingml/2006/main" prst="rect">
            <a:avLst/>
          </a:prstGeom>
        </p:spPr>
      </p:pic>
      <p:sp>
        <p:nvSpPr>
          <p:cNvPr id="14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91B7B17D-763D-5F99-0CC2-80B2CC63E130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762191" y="1965976"/>
            <a:ext cx="4764024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 typeface="Arial"/>
              <a:buNone/>
              <a:defRPr sz="1600" b="1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Subhead goes here.</a:t>
            </a:r>
          </a:p>
        </p:txBody>
      </p:sp>
      <p:sp>
        <p:nvSpPr>
          <p:cNvPr id="17" name="Text Placeholder 19">
            <a:extLst xmlns:a="http://schemas.openxmlformats.org/drawingml/2006/main">
              <a:ext uri="{FF2B5EF4-FFF2-40B4-BE49-F238E27FC236}">
                <a16:creationId xmlns:a16="http://schemas.microsoft.com/office/drawing/2014/main" id="{F95C4F20-D940-4F84-4840-DD649575E2CD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60698" y="2309418"/>
            <a:ext cx="4764024" cy="4572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/>
            </a:lvl1pPr>
            <a:lvl2pPr>
              <a:lnSpc>
                <a:spcPct val="100000"/>
              </a:lnSpc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</p:txBody>
      </p:sp>
      <p:sp>
        <p:nvSpPr>
          <p:cNvPr id="15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5DE24B9A-F5B4-C415-A25C-25FE02976EEF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762191" y="3222718"/>
            <a:ext cx="476253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 typeface="Arial"/>
              <a:buNone/>
              <a:defRPr sz="1600" b="1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Subhead goes here.</a:t>
            </a:r>
          </a:p>
        </p:txBody>
      </p:sp>
      <p:sp>
        <p:nvSpPr>
          <p:cNvPr id="19" name="Text Placeholder 19">
            <a:extLst xmlns:a="http://schemas.openxmlformats.org/drawingml/2006/main">
              <a:ext uri="{FF2B5EF4-FFF2-40B4-BE49-F238E27FC236}">
                <a16:creationId xmlns:a16="http://schemas.microsoft.com/office/drawing/2014/main" id="{E725E68E-222F-2174-3EDA-49279B3A0D6A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60698" y="3567051"/>
            <a:ext cx="4764024" cy="4572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/>
            </a:lvl1pPr>
            <a:lvl2pPr>
              <a:lnSpc>
                <a:spcPct val="100000"/>
              </a:lnSpc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</p:txBody>
      </p:sp>
      <p:sp>
        <p:nvSpPr>
          <p:cNvPr id="16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2080E49F-0C27-1D0D-3ADD-B37ABD6F37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762191" y="4594303"/>
            <a:ext cx="4762532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 typeface="Arial"/>
              <a:buNone/>
              <a:defRPr sz="1600" b="1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Subhead goes here.</a:t>
            </a:r>
          </a:p>
        </p:txBody>
      </p:sp>
      <p:sp>
        <p:nvSpPr>
          <p:cNvPr id="20" name="Text Placeholder 19">
            <a:extLst xmlns:a="http://schemas.openxmlformats.org/drawingml/2006/main">
              <a:ext uri="{FF2B5EF4-FFF2-40B4-BE49-F238E27FC236}">
                <a16:creationId xmlns:a16="http://schemas.microsoft.com/office/drawing/2014/main" id="{85BD9371-1A26-2813-D974-5AAA802C8FF9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60698" y="4937745"/>
            <a:ext cx="4764024" cy="45720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/>
            </a:lvl1pPr>
            <a:lvl2pPr>
              <a:lnSpc>
                <a:spcPct val="100000"/>
              </a:lnSpc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4AF7987-C710-3871-B657-891515739542}"/>
              </a:ext>
            </a:extLst>
          </p:cNvPr>
          <p:cNvSpPr>
            <a:spLocks xmlns:a="http://schemas.openxmlformats.org/drawingml/2006/main" noGrp="1"/>
          </p:cNvSpPr>
          <p:nvPr>
            <p:ph type="dt" idx="47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47B4B01-B49C-CB08-78E3-DAB353AFE68D}"/>
              </a:ext>
            </a:extLst>
          </p:cNvPr>
          <p:cNvSpPr>
            <a:spLocks xmlns:a="http://schemas.openxmlformats.org/drawingml/2006/main" noGrp="1"/>
          </p:cNvSpPr>
          <p:nvPr>
            <p:ph type="ftr" idx="48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378DD8F-6EC1-338B-B6F1-7361BA5C390D}"/>
              </a:ext>
            </a:extLst>
          </p:cNvPr>
          <p:cNvSpPr>
            <a:spLocks xmlns:a="http://schemas.openxmlformats.org/drawingml/2006/main" noGrp="1"/>
          </p:cNvSpPr>
          <p:nvPr>
            <p:ph type="sldNum" idx="49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Dark - Blank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B9BE1098-CB0B-6118-9F18-F82F79BCD072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>
          <a:xfrm xmlns:a="http://schemas.openxmlformats.org/drawingml/2006/main">
            <a:off x="762000" y="6423660"/>
            <a:ext cx="365760" cy="3657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4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8EF60680-0B89-E284-0AFC-7DCC64BF7750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>
          <a:xfrm xmlns:a="http://schemas.openxmlformats.org/drawingml/2006/main">
            <a:off x="1127759" y="6423978"/>
            <a:ext cx="5745379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3EE420-175F-A11D-96CB-D1ABB088F9CF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>
          <a:xfrm xmlns:a="http://schemas.openxmlformats.org/drawingml/2006/main">
            <a:off x="6873138" y="6425604"/>
            <a:ext cx="2743200" cy="3635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Light - Blank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6FB920-929F-CD50-52DB-2267C19E529C}"/>
              </a:ext>
            </a:extLst>
          </p:cNvPr>
          <p:cNvSpPr>
            <a:spLocks xmlns:a="http://schemas.openxmlformats.org/drawingml/2006/main" noGrp="1"/>
          </p:cNvSpPr>
          <p:nvPr>
            <p:ph type="sldNum" idx="40"/>
          </p:nvPr>
        </p:nvSpPr>
        <p:spPr>
          <a:xfrm xmlns:a="http://schemas.openxmlformats.org/drawingml/2006/main">
            <a:off x="762000" y="6423660"/>
            <a:ext cx="365760" cy="3657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934CA2-9189-BBDA-2D47-6B62E59B566E}"/>
              </a:ext>
            </a:extLst>
          </p:cNvPr>
          <p:cNvSpPr>
            <a:spLocks xmlns:a="http://schemas.openxmlformats.org/drawingml/2006/main" noGrp="1"/>
          </p:cNvSpPr>
          <p:nvPr>
            <p:ph type="ftr" idx="39"/>
          </p:nvPr>
        </p:nvSpPr>
        <p:spPr>
          <a:xfrm xmlns:a="http://schemas.openxmlformats.org/drawingml/2006/main">
            <a:off x="1127759" y="6423978"/>
            <a:ext cx="5745379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B26826-CB7B-F2D0-E18C-8AA5414C58D7}"/>
              </a:ext>
            </a:extLst>
          </p:cNvPr>
          <p:cNvSpPr>
            <a:spLocks xmlns:a="http://schemas.openxmlformats.org/drawingml/2006/main" noGrp="1"/>
          </p:cNvSpPr>
          <p:nvPr>
            <p:ph type="dt" idx="38"/>
          </p:nvPr>
        </p:nvSpPr>
        <p:spPr>
          <a:xfrm xmlns:a="http://schemas.openxmlformats.org/drawingml/2006/main">
            <a:off x="6873138" y="6425604"/>
            <a:ext cx="2743200" cy="3635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Only" preserve="1">
  <p:cSld name="1_Title Only">
    <p:bg>
      <p:bgPr>
        <a:blipFill xmlns:a="http://schemas.openxmlformats.org/drawingml/2006/main" rotWithShape="1">
          <a:blip xmlns:r="http://schemas.openxmlformats.org/officeDocument/2006/relationships" r:embed="R057a05312d87447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604F85-F34E-08F4-8747-9AD5EBFFCF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40D76F8-70C1-8934-023B-4AFB1F6E3AD0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13F3451-CD7E-98B3-07D0-E353F4A0BEB9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0A5701-D230-7945-A037-EEE96ABC51FA}" type="slidenum">
              <a:t>‹#›</a:t>
            </a:fld>
          </a:p>
        </p:txBody>
      </p:sp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e811ccabfa493d"/>
          <a:srcRect xmlns:a="http://schemas.openxmlformats.org/drawingml/2006/main" l="53464" t="22322" r="0" b="0"/>
          <a:stretch xmlns:a="http://schemas.openxmlformats.org/drawingml/2006/main"/>
        </p:blipFill>
        <p:spPr>
          <a:xfrm xmlns:a="http://schemas.openxmlformats.org/drawingml/2006/main" rot="5400000">
            <a:off x="9520491" y="-1235329"/>
            <a:ext cx="1436180" cy="3906839"/>
          </a:xfrm>
          <a:prstGeom xmlns:a="http://schemas.openxmlformats.org/drawingml/2006/main" prst="rect">
            <a:avLst/>
          </a:prstGeom>
        </p:spPr>
      </p:pic>
      <p:pic>
        <p:nvPicPr>
          <p:cNvPr id="14" name="Picture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501bedaf9543c9"/>
          <a:srcRect xmlns:a="http://schemas.openxmlformats.org/drawingml/2006/main" l="0" t="0" r="41634" b="5405"/>
          <a:stretch xmlns:a="http://schemas.openxmlformats.org/drawingml/2006/main"/>
        </p:blipFill>
        <p:spPr>
          <a:xfrm xmlns:a="http://schemas.openxmlformats.org/drawingml/2006/main" flipH="1">
            <a:off x="8901137" y="0"/>
            <a:ext cx="3290863" cy="54864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3.xml><?xml version="1.0" encoding="utf-8"?>
<p:sldLayout xmlns:p="http://schemas.openxmlformats.org/presentationml/2006/main" preserve="1">
  <p:cSld name="2_Title and Content_04">
    <p:bg>
      <p:bgPr>
        <a:blipFill xmlns:a="http://schemas.openxmlformats.org/drawingml/2006/main" rotWithShape="1">
          <a:blip xmlns:r="http://schemas.openxmlformats.org/officeDocument/2006/relationships" r:embed="R288f565e08124f48">
            <a:alphaModFix amt="82000"/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f598243f344d17"/>
          <a:srcRect xmlns:a="http://schemas.openxmlformats.org/drawingml/2006/main" l="-7841" t="-42622" r="13196" b="50873"/>
          <a:stretch xmlns:a="http://schemas.openxmlformats.org/drawingml/2006/main"/>
        </p:blipFill>
        <p:spPr>
          <a:xfrm xmlns:a="http://schemas.openxmlformats.org/drawingml/2006/main" rot="5400000" flipH="1" flipV="1">
            <a:off x="9300557" y="-138416"/>
            <a:ext cx="2744724" cy="3038171"/>
          </a:xfrm>
          <a:prstGeom xmlns:a="http://schemas.openxmlformats.org/drawingml/2006/main" prst="rect">
            <a:avLst/>
          </a:prstGeom>
        </p:spPr>
      </p:pic>
      <p:pic>
        <p:nvPicPr>
          <p:cNvPr id="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69826041740d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98039" y="-236427"/>
            <a:ext cx="2251091" cy="1660619"/>
          </a:xfrm>
          <a:prstGeom xmlns:a="http://schemas.openxmlformats.org/drawingml/2006/main" prst="rect">
            <a:avLst/>
          </a:prstGeom>
        </p:spPr>
      </p:pic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AD6D7E08-508A-A290-725C-2D87C8DB6A2C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33A9D7C2-08CE-2DE0-1D62-20B48EF992AA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0A5701-D230-7945-A037-EEE96ABC51FA}" type="slidenum">
              <a:t>‹#›</a:t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Full Page - Illustration 1 Light Orange">
    <p:bg>
      <p:bgPr>
        <a:solidFill xmlns:a="http://schemas.openxmlformats.org/drawingml/2006/main">
          <a:srgbClr val="F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Graphic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300a302f111415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161429" y="112748"/>
            <a:ext cx="1030571" cy="1576529"/>
          </a:xfrm>
          <a:prstGeom xmlns:a="http://schemas.openxmlformats.org/drawingml/2006/main" prst="rect">
            <a:avLst/>
          </a:prstGeom>
        </p:spPr>
      </p:pic>
      <p:pic>
        <p:nvPicPr>
          <p:cNvPr id="18" name="Picture 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b0b97290d2f4f7d">
            <a:duotone>
              <a:prstClr val="black"/>
              <a:srgbClr val="D9C3A5">
                <a:tint val="50000"/>
                <a:satMod val="180000"/>
              </a:srgbClr>
            </a:duotone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68000" y="323955"/>
            <a:ext cx="1553789" cy="1124192"/>
          </a:xfrm>
          <a:prstGeom xmlns:a="http://schemas.openxmlformats.org/drawingml/2006/main" prst="rect">
            <a:avLst/>
          </a:prstGeom>
        </p:spPr>
      </p:pic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2874B2E-860E-1B20-F0B1-B57C442DD4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37160" y="6414001"/>
            <a:ext cx="365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ctr">
              <a:buNone/>
              <a:defRPr sz="800" b="0" i="0">
                <a:solidFill>
                  <a:schemeClr val="tx1">
                    <a:lumMod val="25000"/>
                    <a:lumOff val="75000"/>
                  </a:schemeClr>
                </a:solidFill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C44F199-B4A4-220C-FB91-DB5578CF27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3559" y="6414319"/>
            <a:ext cx="2098107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800" b="0" i="0">
                <a:solidFill>
                  <a:schemeClr val="tx1">
                    <a:lumMod val="25000"/>
                    <a:lumOff val="75000"/>
                  </a:schemeClr>
                </a:solidFill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/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F18D6510-346E-3ABF-D6EF-3B14CA3EDB2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3559" y="797786"/>
            <a:ext cx="1111504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t"/>
          <a:lstStyle xmlns:a="http://schemas.openxmlformats.org/drawingml/2006/main">
            <a:lvl1pPr>
              <a:lnSpc>
                <a:spcPts val="2800"/>
              </a:lnSpc>
              <a:buNone/>
              <a:defRPr sz="2500" b="0" i="0">
                <a:solidFill>
                  <a:schemeClr val="tx2">
                    <a:lumMod val="75000"/>
                    <a:lumOff val="25000"/>
                  </a:schemeClr>
                </a:solidFill>
                <a:latin typeface="Georgia"/>
                <a:ea typeface="Georgia"/>
                <a:cs typeface="Georgia"/>
              </a:defRPr>
            </a:lvl1pPr>
          </a:lstStyle>
          <a:p xmlns:a="http://schemas.openxmlformats.org/drawingml/2006/main">
            <a:r>
              <a:t>Main topic here – One line </a:t>
            </a:r>
          </a:p>
        </p:txBody>
      </p:sp>
      <p:sp>
        <p:nvSpPr>
          <p:cNvPr id="10" name="Freeform 9">
            <a:extLst xmlns:a="http://schemas.openxmlformats.org/drawingml/2006/main">
              <a:ext uri="{FF2B5EF4-FFF2-40B4-BE49-F238E27FC236}">
                <a16:creationId xmlns:a16="http://schemas.microsoft.com/office/drawing/2014/main" id="{E050C845-D282-5544-2AD0-B5A672B7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3806022"/>
            <a:ext cx="355952" cy="1016791"/>
          </a:xfrm>
          <a:custGeom xmlns:a="http://schemas.openxmlformats.org/drawingml/2006/main">
            <a:gdLst>
              <a:gd name="connsiteX0" fmla="*/ 355952 w 355952"/>
              <a:gd name="connsiteY0" fmla="*/ 0 h 1016791"/>
              <a:gd name="connsiteX1" fmla="*/ 353882 w 355952"/>
              <a:gd name="connsiteY1" fmla="*/ 265 h 1016791"/>
              <a:gd name="connsiteX2" fmla="*/ 105416 w 355952"/>
              <a:gd name="connsiteY2" fmla="*/ 107899 h 1016791"/>
              <a:gd name="connsiteX3" fmla="*/ 20598 w 355952"/>
              <a:gd name="connsiteY3" fmla="*/ 287965 h 1016791"/>
              <a:gd name="connsiteX4" fmla="*/ 25048 w 355952"/>
              <a:gd name="connsiteY4" fmla="*/ 735249 h 1016791"/>
              <a:gd name="connsiteX5" fmla="*/ 161700 w 355952"/>
              <a:gd name="connsiteY5" fmla="*/ 1006428 h 1016791"/>
              <a:gd name="connsiteX6" fmla="*/ 255635 w 355952"/>
              <a:gd name="connsiteY6" fmla="*/ 1015972 h 1016791"/>
              <a:gd name="connsiteX7" fmla="*/ 355952 w 355952"/>
              <a:gd name="connsiteY7" fmla="*/ 998350 h 1016791"/>
            </a:gdLst>
            <a:rect l="l" t="t" r="r" b="b"/>
            <a:pathLst>
              <a:path w="355952" h="1016791">
                <a:moveTo>
                  <a:pt x="355952" y="0"/>
                </a:moveTo>
                <a:lnTo>
                  <a:pt x="353882" y="265"/>
                </a:lnTo>
                <a:cubicBezTo>
                  <a:pt x="266545" y="16516"/>
                  <a:pt x="181595" y="45957"/>
                  <a:pt x="105416" y="107899"/>
                </a:cubicBezTo>
                <a:cubicBezTo>
                  <a:pt x="53059" y="148594"/>
                  <a:pt x="33687" y="220981"/>
                  <a:pt x="20598" y="287965"/>
                </a:cubicBezTo>
                <a:cubicBezTo>
                  <a:pt x="-11340" y="438500"/>
                  <a:pt x="-3225" y="590836"/>
                  <a:pt x="25048" y="735249"/>
                </a:cubicBezTo>
                <a:cubicBezTo>
                  <a:pt x="50179" y="835726"/>
                  <a:pt x="64054" y="970775"/>
                  <a:pt x="161700" y="1006428"/>
                </a:cubicBezTo>
                <a:cubicBezTo>
                  <a:pt x="188075" y="1015792"/>
                  <a:pt x="220372" y="1018313"/>
                  <a:pt x="255635" y="1015972"/>
                </a:cubicBezTo>
                <a:lnTo>
                  <a:pt x="355952" y="998350"/>
                </a:lnTo>
                <a:close/>
              </a:path>
            </a:pathLst>
          </a:custGeom>
          <a:solidFill xmlns:a="http://schemas.openxmlformats.org/drawingml/2006/main">
            <a:srgbClr val="B4BBAF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F8750539-FD2B-DD9D-97EC-05C2DD46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332743">
            <a:off x="11380443" y="962090"/>
            <a:ext cx="556312" cy="488928"/>
          </a:xfrm>
          <a:custGeom xmlns:a="http://schemas.openxmlformats.org/drawingml/2006/main">
            <a:gdLst>
              <a:gd name="T0" fmla="*/ 4113 w 6262"/>
              <a:gd name="T1" fmla="*/ 5503 h 5504"/>
              <a:gd name="T2" fmla="*/ 2206 w 6262"/>
              <a:gd name="T3" fmla="*/ 5156 h 5504"/>
              <a:gd name="T4" fmla="*/ 1111 w 6262"/>
              <a:gd name="T5" fmla="*/ 4973 h 5504"/>
              <a:gd name="T6" fmla="*/ 448 w 6262"/>
              <a:gd name="T7" fmla="*/ 4496 h 5504"/>
              <a:gd name="T8" fmla="*/ 0 w 6262"/>
              <a:gd name="T9" fmla="*/ 3565 h 5504"/>
              <a:gd name="T10" fmla="*/ 1024 w 6262"/>
              <a:gd name="T11" fmla="*/ 3003 h 5504"/>
              <a:gd name="T12" fmla="*/ 2531 w 6262"/>
              <a:gd name="T13" fmla="*/ 3215 h 5504"/>
              <a:gd name="T14" fmla="*/ 1250 w 6262"/>
              <a:gd name="T15" fmla="*/ 1854 h 5504"/>
              <a:gd name="T16" fmla="*/ 629 w 6262"/>
              <a:gd name="T17" fmla="*/ 1140 h 5504"/>
              <a:gd name="T18" fmla="*/ 268 w 6262"/>
              <a:gd name="T19" fmla="*/ 342 h 5504"/>
              <a:gd name="T20" fmla="*/ 1594 w 6262"/>
              <a:gd name="T21" fmla="*/ 204 h 5504"/>
              <a:gd name="T22" fmla="*/ 2963 w 6262"/>
              <a:gd name="T23" fmla="*/ 1076 h 5504"/>
              <a:gd name="T24" fmla="*/ 3256 w 6262"/>
              <a:gd name="T25" fmla="*/ 1756 h 5504"/>
              <a:gd name="T26" fmla="*/ 3879 w 6262"/>
              <a:gd name="T27" fmla="*/ 2216 h 5504"/>
              <a:gd name="T28" fmla="*/ 4271 w 6262"/>
              <a:gd name="T29" fmla="*/ 1809 h 5504"/>
              <a:gd name="T30" fmla="*/ 4449 w 6262"/>
              <a:gd name="T31" fmla="*/ 1121 h 5504"/>
              <a:gd name="T32" fmla="*/ 4742 w 6262"/>
              <a:gd name="T33" fmla="*/ 0 h 5504"/>
              <a:gd name="T34" fmla="*/ 5902 w 6262"/>
              <a:gd name="T35" fmla="*/ 421 h 5504"/>
              <a:gd name="T36" fmla="*/ 5798 w 6262"/>
              <a:gd name="T37" fmla="*/ 2374 h 5504"/>
              <a:gd name="T38" fmla="*/ 4113 w 6262"/>
              <a:gd name="T39" fmla="*/ 5503 h 5504"/>
            </a:gdLst>
            <a:rect l="0" t="0" r="r" b="b"/>
            <a:pathLst>
              <a:path w="6262" h="5504">
                <a:moveTo>
                  <a:pt x="4113" y="5503"/>
                </a:moveTo>
                <a:cubicBezTo>
                  <a:pt x="4113" y="5503"/>
                  <a:pt x="2717" y="5139"/>
                  <a:pt x="2206" y="5156"/>
                </a:cubicBezTo>
                <a:cubicBezTo>
                  <a:pt x="1772" y="5179"/>
                  <a:pt x="1515" y="5125"/>
                  <a:pt x="1111" y="4973"/>
                </a:cubicBezTo>
                <a:cubicBezTo>
                  <a:pt x="922" y="4891"/>
                  <a:pt x="544" y="4710"/>
                  <a:pt x="448" y="4496"/>
                </a:cubicBezTo>
                <a:cubicBezTo>
                  <a:pt x="333" y="4225"/>
                  <a:pt x="0" y="3565"/>
                  <a:pt x="0" y="3565"/>
                </a:cubicBezTo>
                <a:cubicBezTo>
                  <a:pt x="0" y="3565"/>
                  <a:pt x="739" y="2997"/>
                  <a:pt x="1024" y="3003"/>
                </a:cubicBezTo>
                <a:cubicBezTo>
                  <a:pt x="1921" y="3014"/>
                  <a:pt x="1935" y="3765"/>
                  <a:pt x="2531" y="3215"/>
                </a:cubicBezTo>
                <a:cubicBezTo>
                  <a:pt x="2827" y="2941"/>
                  <a:pt x="1450" y="2046"/>
                  <a:pt x="1250" y="1854"/>
                </a:cubicBezTo>
                <a:cubicBezTo>
                  <a:pt x="993" y="1663"/>
                  <a:pt x="781" y="1420"/>
                  <a:pt x="629" y="1140"/>
                </a:cubicBezTo>
                <a:cubicBezTo>
                  <a:pt x="499" y="887"/>
                  <a:pt x="268" y="342"/>
                  <a:pt x="268" y="342"/>
                </a:cubicBezTo>
                <a:cubicBezTo>
                  <a:pt x="268" y="342"/>
                  <a:pt x="942" y="3"/>
                  <a:pt x="1594" y="204"/>
                </a:cubicBezTo>
                <a:cubicBezTo>
                  <a:pt x="2175" y="381"/>
                  <a:pt x="2717" y="446"/>
                  <a:pt x="2963" y="1076"/>
                </a:cubicBezTo>
                <a:cubicBezTo>
                  <a:pt x="3070" y="1299"/>
                  <a:pt x="3163" y="1527"/>
                  <a:pt x="3256" y="1756"/>
                </a:cubicBezTo>
                <a:cubicBezTo>
                  <a:pt x="3361" y="2046"/>
                  <a:pt x="3547" y="2388"/>
                  <a:pt x="3879" y="2216"/>
                </a:cubicBezTo>
                <a:cubicBezTo>
                  <a:pt x="4054" y="2128"/>
                  <a:pt x="4192" y="1984"/>
                  <a:pt x="4271" y="1809"/>
                </a:cubicBezTo>
                <a:cubicBezTo>
                  <a:pt x="4373" y="1592"/>
                  <a:pt x="4421" y="1361"/>
                  <a:pt x="4449" y="1121"/>
                </a:cubicBezTo>
                <a:cubicBezTo>
                  <a:pt x="4505" y="621"/>
                  <a:pt x="4742" y="0"/>
                  <a:pt x="4742" y="0"/>
                </a:cubicBezTo>
                <a:cubicBezTo>
                  <a:pt x="4742" y="0"/>
                  <a:pt x="5626" y="68"/>
                  <a:pt x="5902" y="421"/>
                </a:cubicBezTo>
                <a:cubicBezTo>
                  <a:pt x="6261" y="991"/>
                  <a:pt x="6151" y="1826"/>
                  <a:pt x="5798" y="2374"/>
                </a:cubicBezTo>
                <a:cubicBezTo>
                  <a:pt x="4884" y="3683"/>
                  <a:pt x="4113" y="5503"/>
                  <a:pt x="4113" y="5503"/>
                </a:cubicBezTo>
              </a:path>
            </a:pathLst>
          </a:custGeom>
          <a:solidFill xmlns:a="http://schemas.openxmlformats.org/drawingml/2006/main">
            <a:srgbClr val="C96C4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Freeform 10">
            <a:extLst xmlns:a="http://schemas.openxmlformats.org/drawingml/2006/main">
              <a:ext uri="{FF2B5EF4-FFF2-40B4-BE49-F238E27FC236}">
                <a16:creationId xmlns:a16="http://schemas.microsoft.com/office/drawing/2014/main" id="{0FE2467C-2492-6B5A-D090-FE307F03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779614">
            <a:off x="13608" y="4408970"/>
            <a:ext cx="438318" cy="413396"/>
          </a:xfrm>
          <a:custGeom xmlns:a="http://schemas.openxmlformats.org/drawingml/2006/main">
            <a:gdLst>
              <a:gd name="T0" fmla="*/ 3304 w 4948"/>
              <a:gd name="T1" fmla="*/ 2310 h 5847"/>
              <a:gd name="T2" fmla="*/ 1177 w 4948"/>
              <a:gd name="T3" fmla="*/ 5846 h 5847"/>
              <a:gd name="T4" fmla="*/ 234 w 4948"/>
              <a:gd name="T5" fmla="*/ 3521 h 5847"/>
              <a:gd name="T6" fmla="*/ 1713 w 4948"/>
              <a:gd name="T7" fmla="*/ 443 h 5847"/>
              <a:gd name="T8" fmla="*/ 2224 w 4948"/>
              <a:gd name="T9" fmla="*/ 194 h 5847"/>
              <a:gd name="T10" fmla="*/ 3767 w 4948"/>
              <a:gd name="T11" fmla="*/ 158 h 5847"/>
              <a:gd name="T12" fmla="*/ 4775 w 4948"/>
              <a:gd name="T13" fmla="*/ 1207 h 5847"/>
              <a:gd name="T14" fmla="*/ 4018 w 4948"/>
              <a:gd name="T15" fmla="*/ 1682 h 5847"/>
              <a:gd name="T16" fmla="*/ 3304 w 4948"/>
              <a:gd name="T17" fmla="*/ 2310 h 5847"/>
            </a:gdLst>
            <a:rect l="0" t="0" r="r" b="b"/>
            <a:pathLst>
              <a:path w="4948" h="5847">
                <a:moveTo>
                  <a:pt x="3304" y="2310"/>
                </a:moveTo>
                <a:cubicBezTo>
                  <a:pt x="2509" y="3416"/>
                  <a:pt x="2034" y="4601"/>
                  <a:pt x="1177" y="5846"/>
                </a:cubicBezTo>
                <a:cubicBezTo>
                  <a:pt x="420" y="5253"/>
                  <a:pt x="0" y="4257"/>
                  <a:pt x="234" y="3521"/>
                </a:cubicBezTo>
                <a:cubicBezTo>
                  <a:pt x="443" y="2437"/>
                  <a:pt x="917" y="1461"/>
                  <a:pt x="1713" y="443"/>
                </a:cubicBezTo>
                <a:cubicBezTo>
                  <a:pt x="1854" y="313"/>
                  <a:pt x="2040" y="245"/>
                  <a:pt x="2224" y="194"/>
                </a:cubicBezTo>
                <a:cubicBezTo>
                  <a:pt x="2729" y="53"/>
                  <a:pt x="3271" y="0"/>
                  <a:pt x="3767" y="158"/>
                </a:cubicBezTo>
                <a:cubicBezTo>
                  <a:pt x="4064" y="254"/>
                  <a:pt x="4947" y="781"/>
                  <a:pt x="4775" y="1207"/>
                </a:cubicBezTo>
                <a:cubicBezTo>
                  <a:pt x="4707" y="1377"/>
                  <a:pt x="4176" y="1574"/>
                  <a:pt x="4018" y="1682"/>
                </a:cubicBezTo>
                <a:cubicBezTo>
                  <a:pt x="3795" y="1842"/>
                  <a:pt x="3561" y="1972"/>
                  <a:pt x="3304" y="2310"/>
                </a:cubicBezTo>
              </a:path>
            </a:pathLst>
          </a:custGeom>
          <a:solidFill xmlns:a="http://schemas.openxmlformats.org/drawingml/2006/main">
            <a:srgbClr val="F9BA69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E238F29-457C-782A-191E-ABED39E07107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542925" y="1752600"/>
            <a:ext cx="11115675" cy="449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rIns="0"/>
          <a:lstStyle xmlns:a="http://schemas.openxmlformats.org/drawingml/2006/main">
            <a:lvl1pPr>
              <a:buNone/>
              <a:defRPr sz="1200" b="0" i="0">
                <a:solidFill>
                  <a:schemeClr val="tx2">
                    <a:lumMod val="75000"/>
                    <a:lumOff val="25000"/>
                  </a:schemeClr>
                </a:solidFill>
                <a:latin typeface="Oracle Sans Light"/>
                <a:ea typeface="Oracle Sans Light"/>
                <a:cs typeface="Oracle Sans Light"/>
              </a:defRPr>
            </a:lvl1pPr>
            <a:lvl2pPr>
              <a:buNone/>
              <a:defRPr sz="1200" b="0" i="0">
                <a:solidFill>
                  <a:schemeClr val="tx2">
                    <a:lumMod val="75000"/>
                    <a:lumOff val="25000"/>
                  </a:schemeClr>
                </a:solidFill>
                <a:latin typeface="Oracle Sans Light"/>
                <a:ea typeface="Oracle Sans Light"/>
                <a:cs typeface="Oracle Sans Light"/>
              </a:defRPr>
            </a:lvl2pPr>
            <a:lvl3pPr>
              <a:buNone/>
              <a:defRPr sz="1200" b="0" i="0">
                <a:solidFill>
                  <a:schemeClr val="tx2">
                    <a:lumMod val="75000"/>
                    <a:lumOff val="25000"/>
                  </a:schemeClr>
                </a:solidFill>
                <a:latin typeface="Oracle Sans Light"/>
                <a:ea typeface="Oracle Sans Light"/>
                <a:cs typeface="Oracle Sans Light"/>
              </a:defRPr>
            </a:lvl3pPr>
            <a:lvl4pPr>
              <a:buNone/>
              <a:defRPr sz="1200" b="0" i="0">
                <a:solidFill>
                  <a:schemeClr val="tx2">
                    <a:lumMod val="75000"/>
                    <a:lumOff val="25000"/>
                  </a:schemeClr>
                </a:solidFill>
                <a:latin typeface="Oracle Sans Light"/>
                <a:ea typeface="Oracle Sans Light"/>
                <a:cs typeface="Oracle Sans Light"/>
              </a:defRPr>
            </a:lvl4pPr>
            <a:lvl5pPr>
              <a:buNone/>
              <a:defRPr sz="1200" b="0" i="0">
                <a:solidFill>
                  <a:schemeClr val="tx2">
                    <a:lumMod val="75000"/>
                    <a:lumOff val="25000"/>
                  </a:schemeClr>
                </a:solidFill>
                <a:latin typeface="Oracle Sans Light"/>
                <a:ea typeface="Oracle Sans Light"/>
                <a:cs typeface="Oracle Sans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7C46E7F4-7BD4-5CFD-D995-EE8AB5A986C8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2924" y="1185770"/>
            <a:ext cx="11115039" cy="473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/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buNone/>
              <a:defRPr sz="1300" b="0" i="0">
                <a:solidFill>
                  <a:schemeClr val="tx2">
                    <a:lumMod val="75000"/>
                    <a:lumOff val="25000"/>
                  </a:schemeClr>
                </a:solidFill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Subhead line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>
  <p:cSld name="Divider 2 - Illustration Light Orange">
    <p:bg>
      <p:bgPr>
        <a:solidFill xmlns:a="http://schemas.openxmlformats.org/drawingml/2006/main">
          <a:srgbClr val="F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5D6CCC5-8BAD-AC6A-2D0D-A4EE2A59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43326">
            <a:off x="10061460" y="-284546"/>
            <a:ext cx="2612225" cy="2306250"/>
          </a:xfrm>
          <a:custGeom xmlns:a="http://schemas.openxmlformats.org/drawingml/2006/main">
            <a:gdLst>
              <a:gd name="connsiteX0" fmla="*/ 129253 w 2612225"/>
              <a:gd name="connsiteY0" fmla="*/ 784626 h 2306250"/>
              <a:gd name="connsiteX1" fmla="*/ 1643675 w 2612225"/>
              <a:gd name="connsiteY1" fmla="*/ 0 h 2306250"/>
              <a:gd name="connsiteX2" fmla="*/ 2612225 w 2612225"/>
              <a:gd name="connsiteY2" fmla="*/ 1869419 h 2306250"/>
              <a:gd name="connsiteX3" fmla="*/ 2605162 w 2612225"/>
              <a:gd name="connsiteY3" fmla="*/ 1878368 h 2306250"/>
              <a:gd name="connsiteX4" fmla="*/ 2519061 w 2612225"/>
              <a:gd name="connsiteY4" fmla="*/ 1962822 h 2306250"/>
              <a:gd name="connsiteX5" fmla="*/ 2069774 w 2612225"/>
              <a:gd name="connsiteY5" fmla="*/ 2219122 h 2306250"/>
              <a:gd name="connsiteX6" fmla="*/ 1497761 w 2612225"/>
              <a:gd name="connsiteY6" fmla="*/ 2305676 h 2306250"/>
              <a:gd name="connsiteX7" fmla="*/ 1000981 w 2612225"/>
              <a:gd name="connsiteY7" fmla="*/ 2219122 h 2306250"/>
              <a:gd name="connsiteX8" fmla="*/ 318013 w 2612225"/>
              <a:gd name="connsiteY8" fmla="*/ 1864503 h 2306250"/>
              <a:gd name="connsiteX9" fmla="*/ 11623 w 2612225"/>
              <a:gd name="connsiteY9" fmla="*/ 1183835 h 2306250"/>
              <a:gd name="connsiteX10" fmla="*/ 93527 w 2612225"/>
              <a:gd name="connsiteY10" fmla="*/ 862986 h 2306250"/>
            </a:gdLst>
            <a:rect l="l" t="t" r="r" b="b"/>
            <a:pathLst>
              <a:path w="2612225" h="2306250">
                <a:moveTo>
                  <a:pt x="129253" y="784626"/>
                </a:moveTo>
                <a:lnTo>
                  <a:pt x="1643675" y="0"/>
                </a:lnTo>
                <a:lnTo>
                  <a:pt x="2612225" y="1869419"/>
                </a:lnTo>
                <a:lnTo>
                  <a:pt x="2605162" y="1878368"/>
                </a:lnTo>
                <a:cubicBezTo>
                  <a:pt x="2578742" y="1907649"/>
                  <a:pt x="2549952" y="1935826"/>
                  <a:pt x="2519061" y="1962822"/>
                </a:cubicBezTo>
                <a:cubicBezTo>
                  <a:pt x="2395917" y="2070804"/>
                  <a:pt x="2240411" y="2157358"/>
                  <a:pt x="2069774" y="2219122"/>
                </a:cubicBezTo>
                <a:cubicBezTo>
                  <a:pt x="1881064" y="2256937"/>
                  <a:pt x="1666297" y="2305676"/>
                  <a:pt x="1497761" y="2305676"/>
                </a:cubicBezTo>
                <a:cubicBezTo>
                  <a:pt x="1317878" y="2309038"/>
                  <a:pt x="1171618" y="2299794"/>
                  <a:pt x="1000981" y="2219122"/>
                </a:cubicBezTo>
                <a:cubicBezTo>
                  <a:pt x="797141" y="2114501"/>
                  <a:pt x="533620" y="1986771"/>
                  <a:pt x="318013" y="1864503"/>
                </a:cubicBezTo>
                <a:cubicBezTo>
                  <a:pt x="93578" y="1694756"/>
                  <a:pt x="-41754" y="1558622"/>
                  <a:pt x="11623" y="1183835"/>
                </a:cubicBezTo>
                <a:cubicBezTo>
                  <a:pt x="43144" y="1049382"/>
                  <a:pt x="61322" y="953689"/>
                  <a:pt x="93527" y="862986"/>
                </a:cubicBezTo>
                <a:close/>
              </a:path>
            </a:pathLst>
          </a:cu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Text Placeholder 19">
            <a:extLst xmlns:a="http://schemas.openxmlformats.org/drawingml/2006/main">
              <a:ext uri="{FF2B5EF4-FFF2-40B4-BE49-F238E27FC236}">
                <a16:creationId xmlns:a16="http://schemas.microsoft.com/office/drawing/2014/main" id="{3E6A45B8-D185-6E45-A878-5972592903A9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543559" y="2779090"/>
            <a:ext cx="4768274" cy="1002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b"/>
          <a:lstStyle xmlns:a="http://schemas.openxmlformats.org/drawingml/2006/main">
            <a:lvl1pPr marL="0" indent="0" algn="l" defTabSz="914400">
              <a:lnSpc>
                <a:spcPts val="3600"/>
              </a:lnSpc>
              <a:spcBef>
                <a:spcPts val="0"/>
              </a:spcBef>
              <a:buFont typeface="Arial"/>
              <a:buNone/>
              <a:defRPr sz="3000" b="0" i="0" kern="1200">
                <a:solidFill>
                  <a:srgbClr val="494D53"/>
                </a:solidFill>
                <a:latin typeface="Georgia"/>
                <a:ea typeface="Georgia"/>
                <a:cs typeface="Georgia"/>
              </a:defRPr>
            </a:lvl1pPr>
          </a:lstStyle>
          <a:p xmlns:a="http://schemas.openxmlformats.org/drawingml/2006/main">
            <a:pPr lvl="0">
              <a:buNone/>
            </a:pPr>
            <a:r>
              <a:t>Divider</a:t>
            </a:r>
          </a:p>
          <a:p xmlns:a="http://schemas.openxmlformats.org/drawingml/2006/main">
            <a:pPr lvl="0">
              <a:buNone/>
            </a:pPr>
            <a:r>
              <a:t>Two </a:t>
            </a:r>
          </a:p>
        </p:txBody>
      </p:sp>
      <p:sp>
        <p:nvSpPr>
          <p:cNvPr id="8" name="Text Placeholder 19">
            <a:extLst xmlns:a="http://schemas.openxmlformats.org/drawingml/2006/main">
              <a:ext uri="{FF2B5EF4-FFF2-40B4-BE49-F238E27FC236}">
                <a16:creationId xmlns:a16="http://schemas.microsoft.com/office/drawing/2014/main" id="{85644723-250E-484D-AA79-B7F2518A0BA7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543559" y="3826030"/>
            <a:ext cx="4768273" cy="446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/>
          <a:lstStyle xmlns:a="http://schemas.openxmlformats.org/drawingml/2006/main">
            <a:lvl1pPr marL="0" indent="0" algn="l" defTabSz="914400">
              <a:lnSpc>
                <a:spcPts val="1860"/>
              </a:lnSpc>
              <a:spcBef>
                <a:spcPts val="1000"/>
              </a:spcBef>
              <a:buFont typeface="Arial"/>
              <a:buNone/>
              <a:defRPr sz="1300" b="0" i="0" kern="1200" spc="100" baseline="0">
                <a:solidFill>
                  <a:srgbClr val="494D53"/>
                </a:solidFill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>
            <a:pPr lvl="0">
              <a:buNone/>
            </a:pPr>
            <a:r>
              <a:t>Subtitle (if needed)</a:t>
            </a:r>
          </a:p>
        </p:txBody>
      </p:sp>
      <p:sp>
        <p:nvSpPr>
          <p:cNvPr id="1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3F4FB16-D447-DBE9-9FE9-4C26E34363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37160" y="6414001"/>
            <a:ext cx="365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ctr">
              <a:buNone/>
              <a:defRPr sz="800" b="0" i="0">
                <a:solidFill>
                  <a:schemeClr val="tx1">
                    <a:lumMod val="25000"/>
                    <a:lumOff val="75000"/>
                  </a:schemeClr>
                </a:solidFill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330118BF-1BF2-1F78-BE68-058B6C737E7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543559" y="6414319"/>
            <a:ext cx="2098107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800" b="0" i="0">
                <a:solidFill>
                  <a:schemeClr val="tx1">
                    <a:lumMod val="25000"/>
                    <a:lumOff val="75000"/>
                  </a:schemeClr>
                </a:solidFill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/>
        </p:txBody>
      </p:sp>
      <p:pic>
        <p:nvPicPr>
          <p:cNvPr id="29" name="Picture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0faa27105d413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24336" y="1125857"/>
            <a:ext cx="2167664" cy="2303143"/>
          </a:xfrm>
          <a:prstGeom xmlns:a="http://schemas.openxmlformats.org/drawingml/2006/main" prst="rect">
            <a:avLst/>
          </a:prstGeom>
        </p:spPr>
      </p:pic>
      <p:sp>
        <p:nvSpPr>
          <p:cNvPr id="5" name="Freeform 9">
            <a:extLst xmlns:a="http://schemas.openxmlformats.org/drawingml/2006/main">
              <a:ext uri="{FF2B5EF4-FFF2-40B4-BE49-F238E27FC236}">
                <a16:creationId xmlns:a16="http://schemas.microsoft.com/office/drawing/2014/main" id="{34F38D31-4C0C-80DF-117E-1B410077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117682" y="2589994"/>
            <a:ext cx="530472" cy="662228"/>
          </a:xfrm>
          <a:custGeom xmlns:a="http://schemas.openxmlformats.org/drawingml/2006/main">
            <a:gdLst>
              <a:gd name="T0" fmla="*/ 290 w 4064"/>
              <a:gd name="T1" fmla="*/ 956 h 5077"/>
              <a:gd name="T2" fmla="*/ 59 w 4064"/>
              <a:gd name="T3" fmla="*/ 2082 h 5077"/>
              <a:gd name="T4" fmla="*/ 59 w 4064"/>
              <a:gd name="T5" fmla="*/ 3259 h 5077"/>
              <a:gd name="T6" fmla="*/ 330 w 4064"/>
              <a:gd name="T7" fmla="*/ 4193 h 5077"/>
              <a:gd name="T8" fmla="*/ 558 w 4064"/>
              <a:gd name="T9" fmla="*/ 4613 h 5077"/>
              <a:gd name="T10" fmla="*/ 982 w 4064"/>
              <a:gd name="T11" fmla="*/ 4850 h 5077"/>
              <a:gd name="T12" fmla="*/ 3084 w 4064"/>
              <a:gd name="T13" fmla="*/ 4822 h 5077"/>
              <a:gd name="T14" fmla="*/ 3968 w 4064"/>
              <a:gd name="T15" fmla="*/ 4046 h 5077"/>
              <a:gd name="T16" fmla="*/ 3824 w 4064"/>
              <a:gd name="T17" fmla="*/ 3062 h 5077"/>
              <a:gd name="T18" fmla="*/ 2565 w 4064"/>
              <a:gd name="T19" fmla="*/ 880 h 5077"/>
              <a:gd name="T20" fmla="*/ 1902 w 4064"/>
              <a:gd name="T21" fmla="*/ 276 h 5077"/>
              <a:gd name="T22" fmla="*/ 290 w 4064"/>
              <a:gd name="T23" fmla="*/ 956 h 5077"/>
            </a:gdLst>
            <a:rect l="0" t="0" r="r" b="b"/>
            <a:pathLst>
              <a:path w="4064" h="5077">
                <a:moveTo>
                  <a:pt x="290" y="956"/>
                </a:moveTo>
                <a:cubicBezTo>
                  <a:pt x="118" y="1301"/>
                  <a:pt x="87" y="1699"/>
                  <a:pt x="59" y="2082"/>
                </a:cubicBezTo>
                <a:cubicBezTo>
                  <a:pt x="31" y="2475"/>
                  <a:pt x="0" y="2870"/>
                  <a:pt x="59" y="3259"/>
                </a:cubicBezTo>
                <a:cubicBezTo>
                  <a:pt x="110" y="3581"/>
                  <a:pt x="217" y="3888"/>
                  <a:pt x="330" y="4193"/>
                </a:cubicBezTo>
                <a:cubicBezTo>
                  <a:pt x="386" y="4343"/>
                  <a:pt x="446" y="4498"/>
                  <a:pt x="558" y="4613"/>
                </a:cubicBezTo>
                <a:cubicBezTo>
                  <a:pt x="671" y="4728"/>
                  <a:pt x="827" y="4796"/>
                  <a:pt x="982" y="4850"/>
                </a:cubicBezTo>
                <a:cubicBezTo>
                  <a:pt x="1665" y="5076"/>
                  <a:pt x="2407" y="5064"/>
                  <a:pt x="3084" y="4822"/>
                </a:cubicBezTo>
                <a:cubicBezTo>
                  <a:pt x="3468" y="4683"/>
                  <a:pt x="3852" y="4436"/>
                  <a:pt x="3968" y="4046"/>
                </a:cubicBezTo>
                <a:cubicBezTo>
                  <a:pt x="4063" y="3722"/>
                  <a:pt x="3951" y="3375"/>
                  <a:pt x="3824" y="3062"/>
                </a:cubicBezTo>
                <a:cubicBezTo>
                  <a:pt x="3505" y="2280"/>
                  <a:pt x="3081" y="1546"/>
                  <a:pt x="2565" y="880"/>
                </a:cubicBezTo>
                <a:cubicBezTo>
                  <a:pt x="2381" y="643"/>
                  <a:pt x="2175" y="406"/>
                  <a:pt x="1902" y="276"/>
                </a:cubicBezTo>
                <a:cubicBezTo>
                  <a:pt x="1323" y="0"/>
                  <a:pt x="553" y="426"/>
                  <a:pt x="290" y="956"/>
                </a:cubicBezTo>
              </a:path>
            </a:pathLst>
          </a:cu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/>
        </p:txBody>
      </p:sp>
      <p:pic>
        <p:nvPicPr>
          <p:cNvPr id="3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20134dc00448a7">
            <a:alphaModFix amt="80000"/>
            <a:duotone>
              <a:prstClr val="black"/>
              <a:srgbClr val="D9C3A5">
                <a:tint val="50000"/>
                <a:satMod val="180000"/>
              </a:srgbClr>
            </a:duotone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820881" y="2626250"/>
            <a:ext cx="2370417" cy="1715035"/>
          </a:xfrm>
          <a:prstGeom xmlns:a="http://schemas.openxmlformats.org/drawingml/2006/main" prst="rect">
            <a:avLst/>
          </a:prstGeom>
        </p:spPr>
      </p:pic>
      <p:pic>
        <p:nvPicPr>
          <p:cNvPr id="32" name="Picture 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179009355d14ef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10800000">
            <a:off x="-10854" y="4495800"/>
            <a:ext cx="452773" cy="1549508"/>
          </a:xfrm>
          <a:prstGeom xmlns:a="http://schemas.openxmlformats.org/drawingml/2006/main" prst="rect">
            <a:avLst/>
          </a:prstGeom>
        </p:spPr>
      </p:pic>
      <p:pic>
        <p:nvPicPr>
          <p:cNvPr id="33" name="Graphic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9b4b331ed48b3">
            <a:extLst>
              <a:ext uri="{96DAC541-7B7A-43D3-8B79-37D633B846F1}">
                <asvg:svgBlip xmlns:asvg="http://schemas.microsoft.com/office/drawing/2016/SVG/main" r:embed="R5237018b6f4d4b8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8123079">
            <a:off x="9892231" y="1164453"/>
            <a:ext cx="1250471" cy="844912"/>
          </a:xfrm>
          <a:prstGeom xmlns:a="http://schemas.openxmlformats.org/drawingml/2006/main" prst="rect">
            <a:avLst/>
          </a:prstGeom>
        </p:spPr>
      </p:pic>
      <p:pic>
        <p:nvPicPr>
          <p:cNvPr id="34" name="Graphic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759df3cb14cf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3139379">
            <a:off x="8900728" y="1560280"/>
            <a:ext cx="1636851" cy="123122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6.xml><?xml version="1.0" encoding="utf-8"?>
<p:sldLayout xmlns:p="http://schemas.openxmlformats.org/presentationml/2006/main">
  <p:cSld name="Light - Title/Subtitle 2 Column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b="1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002F888E-0FBB-6617-9462-4201B11F2A4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2" y="1600199"/>
            <a:ext cx="5084064" cy="4507992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  <a:lvl2pPr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2pPr>
            <a:lvl3pPr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3pPr>
            <a:lvl4pPr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4pPr>
            <a:lvl5pPr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78C90754-1276-44BA-A5A1-ADB1ED63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9577" y="1608575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4F57E862-706F-9432-1E5B-C66745958B78}"/>
              </a:ext>
            </a:extLst>
          </p:cNvPr>
          <p:cNvSpPr>
            <a:spLocks xmlns:a="http://schemas.openxmlformats.org/drawingml/2006/main" noGrp="1"/>
          </p:cNvSpPr>
          <p:nvPr>
            <p:ph idx="19"/>
          </p:nvPr>
        </p:nvSpPr>
        <p:spPr>
          <a:xfrm xmlns:a="http://schemas.openxmlformats.org/drawingml/2006/main">
            <a:off x="6370317" y="1600220"/>
            <a:ext cx="5084064" cy="4507992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  <a:lvl2pPr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2pPr>
            <a:lvl3pPr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3pPr>
            <a:lvl4pPr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4pPr>
            <a:lvl5pPr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24C32FC-D616-45B7-A051-90859CE92D73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8F71CDA-982A-476F-ADB7-47031714FD6F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B5A409C-CB05-4133-9F5F-1D2097DE34E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14C47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1C3705B9-F5B6-D7DA-A986-BD252292278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0990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>
  <p:cSld name="Speaker_1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Graphic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ed8f4bc4043c3">
            <a:extLst>
              <a:ext uri="{96DAC541-7B7A-43D3-8B79-37D633B846F1}">
                <asvg:svgBlip xmlns:asvg="http://schemas.microsoft.com/office/drawing/2016/SVG/main" r:embed="Ree90b48c74d24967"/>
              </a:ext>
            </a:extLst>
          </a:blip>
          <a:srcRect xmlns:a="http://schemas.openxmlformats.org/drawingml/2006/main" l="42612" t="12210" r="14437" b="12837"/>
          <a:stretch xmlns:a="http://schemas.openxmlformats.org/drawingml/2006/main"/>
        </p:blipFill>
        <p:spPr>
          <a:xfrm xmlns:a="http://schemas.openxmlformats.org/drawingml/2006/main">
            <a:off x="6307189" y="868568"/>
            <a:ext cx="4093374" cy="410347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8DD237-1E40-4383-9C51-545B9C5DD60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2000" y="1600200"/>
            <a:ext cx="3697357" cy="1320103"/>
          </a:xfr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 sz="3200" b="1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marL="0" lvl="0">
              <a:lnSpc>
                <a:spcPct val="100000"/>
              </a:lnSpc>
              <a:buNone/>
            </a:pPr>
            <a:r>
              <a:t>Speaker</a:t>
            </a:r>
          </a:p>
        </p:txBody>
      </p:sp>
      <p:sp>
        <p:nvSpPr>
          <p:cNvPr id="19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EEA7EE7-413E-4F05-94D2-2DA6180164CA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730914" y="1325903"/>
            <a:ext cx="3227476" cy="3247119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37" name="Text Placeholder 33">
            <a:extLst xmlns:a="http://schemas.openxmlformats.org/drawingml/2006/main">
              <a:ext uri="{FF2B5EF4-FFF2-40B4-BE49-F238E27FC236}">
                <a16:creationId xmlns:a16="http://schemas.microsoft.com/office/drawing/2014/main" id="{4B94D438-35CF-4631-8709-33AB89A0307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730914" y="4847342"/>
            <a:ext cx="3236480" cy="365125"/>
          </a:xfr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2000" b="1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spcBef>
                <a:spcPct val="0"/>
              </a:spcBef>
              <a:buNone/>
            </a:pPr>
            <a:r>
              <a:t>Add speaker name</a:t>
            </a:r>
          </a:p>
        </p:txBody>
      </p:sp>
      <p:sp>
        <p:nvSpPr>
          <p:cNvPr id="38" name="Text Placeholder 33">
            <a:extLst xmlns:a="http://schemas.openxmlformats.org/drawingml/2006/main">
              <a:ext uri="{FF2B5EF4-FFF2-40B4-BE49-F238E27FC236}">
                <a16:creationId xmlns:a16="http://schemas.microsoft.com/office/drawing/2014/main" id="{F34D25E2-243D-4B96-8C35-F96C56B3482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730914" y="5211447"/>
            <a:ext cx="3236480" cy="365125"/>
          </a:xfr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spcBef>
                <a:spcPct val="0"/>
              </a:spcBef>
              <a:buNone/>
            </a:pPr>
            <a:r>
              <a:t>Add speaker title</a:t>
            </a:r>
          </a:p>
        </p:txBody>
      </p:sp>
      <p:sp>
        <p:nvSpPr>
          <p:cNvPr id="3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372A12C9-976F-C50B-EE5B-FC3F2A92A432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>
          <a:xfrm xmlns:a="http://schemas.openxmlformats.org/drawingml/2006/main">
            <a:off x="762000" y="6423660"/>
            <a:ext cx="365760" cy="3657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4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6D5DD198-A04A-6BCB-84FC-559437A1F04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>
          <a:xfrm xmlns:a="http://schemas.openxmlformats.org/drawingml/2006/main">
            <a:off x="1127759" y="6423978"/>
            <a:ext cx="5745379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D89F2E8-180E-4047-0986-0F230D404FF7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>
          <a:xfrm xmlns:a="http://schemas.openxmlformats.org/drawingml/2006/main">
            <a:off x="6873138" y="6425604"/>
            <a:ext cx="2743200" cy="3635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>
  <p:cSld name="Oracle Cloud Applications">
    <p:bg>
      <p:bgPr>
        <a:solidFill xmlns:a="http://schemas.openxmlformats.org/drawingml/2006/main">
          <a:schemeClr val="tx1">
            <a:lumMod val="85000"/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414a33460475f">
            <a:alphaModFix amt="1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4665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EA5ABEA4-B9A4-2D9C-BB48-255BB530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105" y="2558676"/>
            <a:ext cx="2743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</a:p>
          <a:p xmlns:a="http://schemas.openxmlformats.org/drawingml/2006/main">
            <a:pPr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</a:p>
          <a:p xmlns:a="http://schemas.openxmlformats.org/drawingml/2006/main">
            <a:pPr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b="1">
                <a:solidFill>
                  <a:schemeClr val="tx1"/>
                </a:solidFill>
                <a:latin typeface="Oracle Sans Extra Bold"/>
                <a:ea typeface="Oracle Sans Extra Bold"/>
                <a:cs typeface="Oracle Sans Extra Bold"/>
              </a:rPr>
              <a:t>Committed to</a:t>
            </a:r>
            <a:br/>
            <a:r>
              <a:rPr b="1">
                <a:solidFill>
                  <a:schemeClr val="tx1"/>
                </a:solidFill>
                <a:latin typeface="Oracle Sans Extra Bold"/>
                <a:ea typeface="Oracle Sans Extra Bold"/>
                <a:cs typeface="Oracle Sans Extra Bold"/>
              </a:rPr>
              <a:t>your Success</a:t>
            </a:r>
          </a:p>
        </p:txBody>
      </p:sp>
      <p:sp>
        <p:nvSpPr>
          <p:cNvPr id="8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D601E40E-86BC-BE4E-BDDE-EFFE8F6D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58676"/>
            <a:ext cx="2743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</a:p>
          <a:p xmlns:a="http://schemas.openxmlformats.org/drawingml/2006/main">
            <a:pPr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</a:p>
          <a:p xmlns:a="http://schemas.openxmlformats.org/drawingml/2006/main">
            <a:pPr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b="1">
                <a:solidFill>
                  <a:schemeClr val="tx1"/>
                </a:solidFill>
                <a:latin typeface="Oracle Sans Extra Bold"/>
                <a:ea typeface="Oracle Sans Extra Bold"/>
                <a:cs typeface="Oracle Sans Extra Bold"/>
              </a:rPr>
              <a:t>Innovation</a:t>
            </a:r>
            <a:br/>
            <a:r>
              <a:rPr b="1">
                <a:solidFill>
                  <a:schemeClr val="tx1"/>
                </a:solidFill>
                <a:latin typeface="Oracle Sans Extra Bold"/>
                <a:ea typeface="Oracle Sans Extra Bold"/>
                <a:cs typeface="Oracle Sans Extra Bold"/>
              </a:rPr>
              <a:t>that Matters</a:t>
            </a:r>
          </a:p>
        </p:txBody>
      </p:sp>
      <p:sp>
        <p:nvSpPr>
          <p:cNvPr id="11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58C70F85-5AE8-A1CF-F343-225A14F9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695" y="2558676"/>
            <a:ext cx="2743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</a:p>
          <a:p xmlns:a="http://schemas.openxmlformats.org/drawingml/2006/main"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</a:p>
          <a:p xmlns:a="http://schemas.openxmlformats.org/drawingml/2006/main"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b="1">
                <a:solidFill>
                  <a:schemeClr val="tx1"/>
                </a:solidFill>
                <a:latin typeface="Oracle Sans Extra Bold"/>
                <a:ea typeface="Oracle Sans Extra Bold"/>
                <a:cs typeface="Oracle Sans Extra Bold"/>
              </a:rPr>
              <a:t>Everything</a:t>
            </a:r>
            <a:br/>
            <a:r>
              <a:rPr b="1">
                <a:solidFill>
                  <a:schemeClr val="tx1"/>
                </a:solidFill>
                <a:latin typeface="Oracle Sans Extra Bold"/>
                <a:ea typeface="Oracle Sans Extra Bold"/>
                <a:cs typeface="Oracle Sans Extra Bold"/>
              </a:rPr>
              <a:t>you Need</a:t>
            </a:r>
          </a:p>
        </p:txBody>
      </p:sp>
      <p:sp>
        <p:nvSpPr>
          <p:cNvPr id="17" name="TextBox16">
            <a:extLst xmlns:a="http://schemas.openxmlformats.org/drawingml/2006/main">
              <a:ext uri="{FF2B5EF4-FFF2-40B4-BE49-F238E27FC236}">
                <a16:creationId xmlns:a16="http://schemas.microsoft.com/office/drawing/2014/main" id="{9D5CE588-6FCF-1B43-BC42-68EEB2CA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44894"/>
            <a:ext cx="12192000" cy="4765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Oracle Applications for Communications</a:t>
            </a:r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5A1BADE-4D64-02A6-1CBB-14A34BC1F817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2BAB47F-6EF3-4B78-5D13-567A18C98C84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pic>
        <p:nvPicPr>
          <p:cNvPr id="29" name="Picture Placeholder 9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9db86dbe664f30">
            <a:extLst>
              <a:ext uri="{96DAC541-7B7A-43D3-8B79-37D633B846F1}">
                <asvg:svgBlip xmlns:asvg="http://schemas.microsoft.com/office/drawing/2016/SVG/main" r:embed="Rd8950acaabac4f07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771575" y="2717378"/>
            <a:ext cx="755441" cy="755441"/>
          </a:xfrm>
          <a:prstGeom xmlns:a="http://schemas.openxmlformats.org/drawingml/2006/main" prst="rect">
            <a:avLst/>
          </a:prstGeom>
        </p:spPr>
      </p:pic>
      <p:pic>
        <p:nvPicPr>
          <p:cNvPr id="30" name="Picture Placeholder 9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ce2a8a6b1b4129">
            <a:extLst>
              <a:ext uri="{96DAC541-7B7A-43D3-8B79-37D633B846F1}">
                <asvg:svgBlip xmlns:asvg="http://schemas.microsoft.com/office/drawing/2016/SVG/main" r:embed="R853163b432e44013"/>
              </a:ext>
            </a:extLst>
          </a:blip>
          <a:srcRect xmlns:a="http://schemas.openxmlformats.org/drawingml/2006/main" l="0" t="85" r="0" b="85"/>
          <a:stretch xmlns:a="http://schemas.openxmlformats.org/drawingml/2006/main"/>
        </p:blipFill>
        <p:spPr>
          <a:xfrm xmlns:a="http://schemas.openxmlformats.org/drawingml/2006/main">
            <a:off x="5718279" y="2726093"/>
            <a:ext cx="755441" cy="755441"/>
          </a:xfrm>
          <a:prstGeom xmlns:a="http://schemas.openxmlformats.org/drawingml/2006/main" prst="rect">
            <a:avLst/>
          </a:prstGeom>
        </p:spPr>
      </p:pic>
      <p:pic>
        <p:nvPicPr>
          <p:cNvPr id="31" name="Picture Placeholder 1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191c230637a4fa1">
            <a:extLst>
              <a:ext uri="{96DAC541-7B7A-43D3-8B79-37D633B846F1}">
                <asvg:svgBlip xmlns:asvg="http://schemas.microsoft.com/office/drawing/2016/SVG/main" r:embed="Raf6c6de5f6e84f04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64984" y="2690491"/>
            <a:ext cx="755441" cy="755441"/>
          </a:xfrm>
          <a:prstGeom xmlns:a="http://schemas.openxmlformats.org/drawingml/2006/main" prst="rect">
            <a:avLst/>
          </a:prstGeom>
        </p:spPr>
      </p:pic>
      <p:sp>
        <p:nvSpPr>
          <p:cNvPr id="6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59FCBE7-4804-54E8-0B64-F31688E02135}"/>
              </a:ext>
            </a:extLst>
          </p:cNvPr>
          <p:cNvSpPr>
            <a:spLocks xmlns:a="http://schemas.openxmlformats.org/drawingml/2006/main" noGrp="1"/>
          </p:cNvSpPr>
          <p:nvPr>
            <p:ph type="dt" idx="41"/>
          </p:nvPr>
        </p:nvSpPr>
        <p:spPr>
          <a:xfrm xmlns:a="http://schemas.openxmlformats.org/drawingml/2006/main">
            <a:off x="6873138" y="6425604"/>
            <a:ext cx="2743200" cy="3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</p:spTree>
  </p:cSld>
</p:sldLayout>
</file>

<file path=ppt/slideLayouts/slideLayout19.xml><?xml version="1.0" encoding="utf-8"?>
<p:sldLayout xmlns:p="http://schemas.openxmlformats.org/presentationml/2006/main">
  <p:cSld name="Dark - Closing Slide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3c6a9fdfb42f1">
            <a:extLst>
              <a:ext uri="{96DAC541-7B7A-43D3-8B79-37D633B846F1}">
                <asvg:svgBlip xmlns:asvg="http://schemas.microsoft.com/office/drawing/2016/SVG/main" r:embed="R18a2860163fb4b82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043835" y="2998299"/>
            <a:ext cx="4104330" cy="861403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0.xml><?xml version="1.0" encoding="utf-8"?>
<p:sldLayout xmlns:p="http://schemas.openxmlformats.org/presentationml/2006/main">
  <p:cSld name="Light - Title Only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5090641-BB3E-479D-A754-1B2B6F37AEB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16" name="Date Placeholder 15">
            <a:extLst xmlns:a="http://schemas.openxmlformats.org/drawingml/2006/main">
              <a:ext uri="{FF2B5EF4-FFF2-40B4-BE49-F238E27FC236}">
                <a16:creationId xmlns:a16="http://schemas.microsoft.com/office/drawing/2014/main" id="{95280416-24B2-4557-B272-69D84071AA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873138" y="6425604"/>
            <a:ext cx="2743200" cy="3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  <p:sp>
        <p:nvSpPr>
          <p:cNvPr id="17" name="Footer Placeholder 16">
            <a:extLst xmlns:a="http://schemas.openxmlformats.org/drawingml/2006/main">
              <a:ext uri="{FF2B5EF4-FFF2-40B4-BE49-F238E27FC236}">
                <a16:creationId xmlns:a16="http://schemas.microsoft.com/office/drawing/2014/main" id="{896DC484-470C-4537-966E-01AAFEE0C6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lide Number Placeholder 17">
            <a:extLst xmlns:a="http://schemas.openxmlformats.org/drawingml/2006/main">
              <a:ext uri="{FF2B5EF4-FFF2-40B4-BE49-F238E27FC236}">
                <a16:creationId xmlns:a16="http://schemas.microsoft.com/office/drawing/2014/main" id="{194C363F-3E44-4F20-A47B-834E2644EB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62000" y="6423660"/>
            <a:ext cx="365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0A5701-D230-7945-A037-EEE96ABC51FA}" type="slidenum">
              <a:t>‹#›</a:t>
            </a:fld>
          </a:p>
        </p:txBody>
      </p:sp>
    </p:spTree>
  </p:cSld>
</p:sldLayout>
</file>

<file path=ppt/slideLayouts/slideLayout21.xml><?xml version="1.0" encoding="utf-8"?>
<p:sldLayout xmlns:p="http://schemas.openxmlformats.org/presentationml/2006/main">
  <p:cSld name="Light - Title 1 Column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 12">
            <a:extLst xmlns:a="http://schemas.openxmlformats.org/drawingml/2006/main">
              <a:ext uri="{FF2B5EF4-FFF2-40B4-BE49-F238E27FC236}">
                <a16:creationId xmlns:a16="http://schemas.microsoft.com/office/drawing/2014/main" id="{B4B5BB6C-77A2-4299-98DB-F23A8BBC354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7" name="Content Placeholder 6">
            <a:extLst xmlns:a="http://schemas.openxmlformats.org/drawingml/2006/main">
              <a:ext uri="{FF2B5EF4-FFF2-40B4-BE49-F238E27FC236}">
                <a16:creationId xmlns:a16="http://schemas.microsoft.com/office/drawing/2014/main" id="{07A30E9B-4EB7-4882-9E42-67210E9CC0B4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771525" y="1600200"/>
            <a:ext cx="10677525" cy="4507992"/>
          </a:xfrm>
        </p:spPr>
        <p:txBody>
          <a:bodyPr xmlns:a="http://schemas.openxmlformats.org/drawingml/2006/main"/>
          <a:lstStyle xmlns:a="http://schemas.openxmlformats.org/drawingml/2006/main">
            <a:lvl4pPr>
              <a:buNone/>
              <a:defRPr>
                <a:latin typeface="Oracle Sans Tab Light"/>
                <a:ea typeface="Oracle Sans Tab Light"/>
                <a:cs typeface="Oracle Sans Tab Light"/>
              </a:defRPr>
            </a:lvl4pPr>
            <a:lvl5pPr>
              <a:buNone/>
              <a:defRPr>
                <a:latin typeface="Oracle Sans Tab Light"/>
                <a:ea typeface="Oracle Sans Tab Light"/>
                <a:cs typeface="Oracle Sans Tab Ligh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D441708-8B15-4FCB-89B4-E673D271FD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62000" y="6423660"/>
            <a:ext cx="365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C80D3E3D-D429-473E-903C-04622CCE81D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127759" y="6423978"/>
            <a:ext cx="574537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Date">
            <a:extLst xmlns:a="http://schemas.openxmlformats.org/drawingml/2006/main">
              <a:ext uri="{FF2B5EF4-FFF2-40B4-BE49-F238E27FC236}">
                <a16:creationId xmlns:a16="http://schemas.microsoft.com/office/drawing/2014/main" id="{2702B7E4-DD93-4403-964F-982773FE342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873138" y="6425604"/>
            <a:ext cx="2743200" cy="3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</p:spTree>
  </p:cSld>
</p:sldLayout>
</file>

<file path=ppt/slideLayouts/slideLayout22.xml><?xml version="1.0" encoding="utf-8"?>
<p:sldLayout xmlns:p="http://schemas.openxmlformats.org/presentationml/2006/main">
  <p:cSld name="Photo/Video_Partner_Pillar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Oracle Logo">
            <a:extLst xmlns:a="http://schemas.openxmlformats.org/drawingml/2006/main">
              <a:ext uri="{FF2B5EF4-FFF2-40B4-BE49-F238E27FC236}">
                <a16:creationId xmlns:a16="http://schemas.microsoft.com/office/drawing/2014/main" id="{8B95FCB6-EA2D-4F3F-8F28-D506189C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94" y="746771"/>
            <a:ext cx="882210" cy="115586"/>
          </a:xfrm>
          <a:custGeom xmlns:a="http://schemas.openxmlformats.org/drawingml/2006/main">
            <a:gdLst>
              <a:gd name="connsiteX0" fmla="*/ 380873 w 882210"/>
              <a:gd name="connsiteY0" fmla="*/ 75127 h 115586"/>
              <a:gd name="connsiteX1" fmla="*/ 439139 w 882210"/>
              <a:gd name="connsiteY1" fmla="*/ 75127 h 115586"/>
              <a:gd name="connsiteX2" fmla="*/ 408398 w 882210"/>
              <a:gd name="connsiteY2" fmla="*/ 25026 h 115586"/>
              <a:gd name="connsiteX3" fmla="*/ 351830 w 882210"/>
              <a:gd name="connsiteY3" fmla="*/ 115586 h 115586"/>
              <a:gd name="connsiteX4" fmla="*/ 326003 w 882210"/>
              <a:gd name="connsiteY4" fmla="*/ 115586 h 115586"/>
              <a:gd name="connsiteX5" fmla="*/ 394814 w 882210"/>
              <a:gd name="connsiteY5" fmla="*/ 6914 h 115586"/>
              <a:gd name="connsiteX6" fmla="*/ 417896 w 882210"/>
              <a:gd name="connsiteY6" fmla="*/ 3155 h 115586"/>
              <a:gd name="connsiteX7" fmla="*/ 421624 w 882210"/>
              <a:gd name="connsiteY7" fmla="*/ 6914 h 115586"/>
              <a:gd name="connsiteX8" fmla="*/ 490614 w 882210"/>
              <a:gd name="connsiteY8" fmla="*/ 115586 h 115586"/>
              <a:gd name="connsiteX9" fmla="*/ 464698 w 882210"/>
              <a:gd name="connsiteY9" fmla="*/ 115586 h 115586"/>
              <a:gd name="connsiteX10" fmla="*/ 452544 w 882210"/>
              <a:gd name="connsiteY10" fmla="*/ 95312 h 115586"/>
              <a:gd name="connsiteX11" fmla="*/ 393563 w 882210"/>
              <a:gd name="connsiteY11" fmla="*/ 95312 h 115586"/>
              <a:gd name="connsiteX12" fmla="*/ 380873 w 882210"/>
              <a:gd name="connsiteY12" fmla="*/ 75127 h 115586"/>
              <a:gd name="connsiteX13" fmla="*/ 648253 w 882210"/>
              <a:gd name="connsiteY13" fmla="*/ 95312 h 115586"/>
              <a:gd name="connsiteX14" fmla="*/ 648253 w 882210"/>
              <a:gd name="connsiteY14" fmla="*/ 967 h 115586"/>
              <a:gd name="connsiteX15" fmla="*/ 626359 w 882210"/>
              <a:gd name="connsiteY15" fmla="*/ 967 h 115586"/>
              <a:gd name="connsiteX16" fmla="*/ 626359 w 882210"/>
              <a:gd name="connsiteY16" fmla="*/ 104593 h 115586"/>
              <a:gd name="connsiteX17" fmla="*/ 637619 w 882210"/>
              <a:gd name="connsiteY17" fmla="*/ 115586 h 115586"/>
              <a:gd name="connsiteX18" fmla="*/ 737172 w 882210"/>
              <a:gd name="connsiteY18" fmla="*/ 115586 h 115586"/>
              <a:gd name="connsiteX19" fmla="*/ 750130 w 882210"/>
              <a:gd name="connsiteY19" fmla="*/ 95312 h 115586"/>
              <a:gd name="connsiteX20" fmla="*/ 648253 w 882210"/>
              <a:gd name="connsiteY20" fmla="*/ 95312 h 115586"/>
              <a:gd name="connsiteX21" fmla="*/ 286862 w 882210"/>
              <a:gd name="connsiteY21" fmla="*/ 78461 h 115586"/>
              <a:gd name="connsiteX22" fmla="*/ 325288 w 882210"/>
              <a:gd name="connsiteY22" fmla="*/ 39714 h 115586"/>
              <a:gd name="connsiteX23" fmla="*/ 286862 w 882210"/>
              <a:gd name="connsiteY23" fmla="*/ 967 h 115586"/>
              <a:gd name="connsiteX24" fmla="*/ 191241 w 882210"/>
              <a:gd name="connsiteY24" fmla="*/ 967 h 115586"/>
              <a:gd name="connsiteX25" fmla="*/ 191241 w 882210"/>
              <a:gd name="connsiteY25" fmla="*/ 115586 h 115586"/>
              <a:gd name="connsiteX26" fmla="*/ 213135 w 882210"/>
              <a:gd name="connsiteY26" fmla="*/ 115586 h 115586"/>
              <a:gd name="connsiteX27" fmla="*/ 213135 w 882210"/>
              <a:gd name="connsiteY27" fmla="*/ 21242 h 115586"/>
              <a:gd name="connsiteX28" fmla="*/ 285432 w 882210"/>
              <a:gd name="connsiteY28" fmla="*/ 21242 h 115586"/>
              <a:gd name="connsiteX29" fmla="*/ 302514 w 882210"/>
              <a:gd name="connsiteY29" fmla="*/ 41052 h 115586"/>
              <a:gd name="connsiteX30" fmla="*/ 285432 w 882210"/>
              <a:gd name="connsiteY30" fmla="*/ 58277 h 115586"/>
              <a:gd name="connsiteX31" fmla="*/ 223412 w 882210"/>
              <a:gd name="connsiteY31" fmla="*/ 58277 h 115586"/>
              <a:gd name="connsiteX32" fmla="*/ 288649 w 882210"/>
              <a:gd name="connsiteY32" fmla="*/ 115586 h 115586"/>
              <a:gd name="connsiteX33" fmla="*/ 320373 w 882210"/>
              <a:gd name="connsiteY33" fmla="*/ 115586 h 115586"/>
              <a:gd name="connsiteX34" fmla="*/ 277031 w 882210"/>
              <a:gd name="connsiteY34" fmla="*/ 78461 h 115586"/>
              <a:gd name="connsiteX35" fmla="*/ 286862 w 882210"/>
              <a:gd name="connsiteY35" fmla="*/ 78461 h 115586"/>
              <a:gd name="connsiteX36" fmla="*/ 56836 w 882210"/>
              <a:gd name="connsiteY36" fmla="*/ 115586 h 115586"/>
              <a:gd name="connsiteX37" fmla="*/ 122877 w 882210"/>
              <a:gd name="connsiteY37" fmla="*/ 115586 h 115586"/>
              <a:gd name="connsiteX38" fmla="*/ 179713 w 882210"/>
              <a:gd name="connsiteY38" fmla="*/ 58277 h 115586"/>
              <a:gd name="connsiteX39" fmla="*/ 122877 w 882210"/>
              <a:gd name="connsiteY39" fmla="*/ 967 h 115586"/>
              <a:gd name="connsiteX40" fmla="*/ 56836 w 882210"/>
              <a:gd name="connsiteY40" fmla="*/ 967 h 115586"/>
              <a:gd name="connsiteX41" fmla="*/ 0 w 882210"/>
              <a:gd name="connsiteY41" fmla="*/ 58277 h 115586"/>
              <a:gd name="connsiteX42" fmla="*/ 56836 w 882210"/>
              <a:gd name="connsiteY42" fmla="*/ 115586 h 115586"/>
              <a:gd name="connsiteX43" fmla="*/ 121358 w 882210"/>
              <a:gd name="connsiteY43" fmla="*/ 95402 h 115586"/>
              <a:gd name="connsiteX44" fmla="*/ 58266 w 882210"/>
              <a:gd name="connsiteY44" fmla="*/ 95402 h 115586"/>
              <a:gd name="connsiteX45" fmla="*/ 23306 w 882210"/>
              <a:gd name="connsiteY45" fmla="*/ 56493 h 115586"/>
              <a:gd name="connsiteX46" fmla="*/ 58266 w 882210"/>
              <a:gd name="connsiteY46" fmla="*/ 21242 h 115586"/>
              <a:gd name="connsiteX47" fmla="*/ 121358 w 882210"/>
              <a:gd name="connsiteY47" fmla="*/ 21242 h 115586"/>
              <a:gd name="connsiteX48" fmla="*/ 159945 w 882210"/>
              <a:gd name="connsiteY48" fmla="*/ 56493 h 115586"/>
              <a:gd name="connsiteX49" fmla="*/ 124984 w 882210"/>
              <a:gd name="connsiteY49" fmla="*/ 95402 h 115586"/>
              <a:gd name="connsiteX50" fmla="*/ 121358 w 882210"/>
              <a:gd name="connsiteY50" fmla="*/ 95402 h 115586"/>
              <a:gd name="connsiteX51" fmla="*/ 536190 w 882210"/>
              <a:gd name="connsiteY51" fmla="*/ 115586 h 115586"/>
              <a:gd name="connsiteX52" fmla="*/ 603571 w 882210"/>
              <a:gd name="connsiteY52" fmla="*/ 115586 h 115586"/>
              <a:gd name="connsiteX53" fmla="*/ 616618 w 882210"/>
              <a:gd name="connsiteY53" fmla="*/ 95402 h 115586"/>
              <a:gd name="connsiteX54" fmla="*/ 537709 w 882210"/>
              <a:gd name="connsiteY54" fmla="*/ 95402 h 115586"/>
              <a:gd name="connsiteX55" fmla="*/ 499122 w 882210"/>
              <a:gd name="connsiteY55" fmla="*/ 60150 h 115586"/>
              <a:gd name="connsiteX56" fmla="*/ 534082 w 882210"/>
              <a:gd name="connsiteY56" fmla="*/ 21242 h 115586"/>
              <a:gd name="connsiteX57" fmla="*/ 537709 w 882210"/>
              <a:gd name="connsiteY57" fmla="*/ 21242 h 115586"/>
              <a:gd name="connsiteX58" fmla="*/ 601784 w 882210"/>
              <a:gd name="connsiteY58" fmla="*/ 21242 h 115586"/>
              <a:gd name="connsiteX59" fmla="*/ 614742 w 882210"/>
              <a:gd name="connsiteY59" fmla="*/ 967 h 115586"/>
              <a:gd name="connsiteX60" fmla="*/ 536190 w 882210"/>
              <a:gd name="connsiteY60" fmla="*/ 967 h 115586"/>
              <a:gd name="connsiteX61" fmla="*/ 479354 w 882210"/>
              <a:gd name="connsiteY61" fmla="*/ 58277 h 115586"/>
              <a:gd name="connsiteX62" fmla="*/ 536190 w 882210"/>
              <a:gd name="connsiteY62" fmla="*/ 115586 h 115586"/>
              <a:gd name="connsiteX63" fmla="*/ 803391 w 882210"/>
              <a:gd name="connsiteY63" fmla="*/ 95402 h 115586"/>
              <a:gd name="connsiteX64" fmla="*/ 767645 w 882210"/>
              <a:gd name="connsiteY64" fmla="*/ 68369 h 115586"/>
              <a:gd name="connsiteX65" fmla="*/ 861389 w 882210"/>
              <a:gd name="connsiteY65" fmla="*/ 68369 h 115586"/>
              <a:gd name="connsiteX66" fmla="*/ 874257 w 882210"/>
              <a:gd name="connsiteY66" fmla="*/ 48094 h 115586"/>
              <a:gd name="connsiteX67" fmla="*/ 768003 w 882210"/>
              <a:gd name="connsiteY67" fmla="*/ 48094 h 115586"/>
              <a:gd name="connsiteX68" fmla="*/ 803748 w 882210"/>
              <a:gd name="connsiteY68" fmla="*/ 21061 h 115586"/>
              <a:gd name="connsiteX69" fmla="*/ 867823 w 882210"/>
              <a:gd name="connsiteY69" fmla="*/ 21061 h 115586"/>
              <a:gd name="connsiteX70" fmla="*/ 880334 w 882210"/>
              <a:gd name="connsiteY70" fmla="*/ 967 h 115586"/>
              <a:gd name="connsiteX71" fmla="*/ 801961 w 882210"/>
              <a:gd name="connsiteY71" fmla="*/ 967 h 115586"/>
              <a:gd name="connsiteX72" fmla="*/ 745125 w 882210"/>
              <a:gd name="connsiteY72" fmla="*/ 58277 h 115586"/>
              <a:gd name="connsiteX73" fmla="*/ 801961 w 882210"/>
              <a:gd name="connsiteY73" fmla="*/ 115586 h 115586"/>
              <a:gd name="connsiteX74" fmla="*/ 869432 w 882210"/>
              <a:gd name="connsiteY74" fmla="*/ 115586 h 115586"/>
              <a:gd name="connsiteX75" fmla="*/ 882211 w 882210"/>
              <a:gd name="connsiteY75" fmla="*/ 95402 h 115586"/>
              <a:gd name="connsiteX76" fmla="*/ 803480 w 882210"/>
              <a:gd name="connsiteY76" fmla="*/ 95402 h 115586"/>
            </a:gdLst>
            <a:rect l="l" t="t" r="r" b="b"/>
            <a:pathLst>
              <a:path w="882210" h="115586">
                <a:moveTo>
                  <a:pt x="380873" y="75127"/>
                </a:moveTo>
                <a:lnTo>
                  <a:pt x="439139" y="75127"/>
                </a:lnTo>
                <a:lnTo>
                  <a:pt x="408398" y="25026"/>
                </a:lnTo>
                <a:lnTo>
                  <a:pt x="351830" y="115586"/>
                </a:lnTo>
                <a:lnTo>
                  <a:pt x="326003" y="115586"/>
                </a:lnTo>
                <a:lnTo>
                  <a:pt x="394814" y="6914"/>
                </a:lnTo>
                <a:cubicBezTo>
                  <a:pt x="400159" y="-551"/>
                  <a:pt x="410493" y="-2234"/>
                  <a:pt x="417896" y="3155"/>
                </a:cubicBezTo>
                <a:cubicBezTo>
                  <a:pt x="419330" y="4199"/>
                  <a:pt x="420589" y="5468"/>
                  <a:pt x="421624" y="6914"/>
                </a:cubicBezTo>
                <a:lnTo>
                  <a:pt x="490614" y="115586"/>
                </a:lnTo>
                <a:lnTo>
                  <a:pt x="464698" y="115586"/>
                </a:lnTo>
                <a:lnTo>
                  <a:pt x="452544" y="95312"/>
                </a:lnTo>
                <a:lnTo>
                  <a:pt x="393563" y="95312"/>
                </a:lnTo>
                <a:lnTo>
                  <a:pt x="380873" y="75127"/>
                </a:lnTo>
                <a:moveTo>
                  <a:pt x="648253" y="95312"/>
                </a:moveTo>
                <a:lnTo>
                  <a:pt x="648253" y="967"/>
                </a:lnTo>
                <a:lnTo>
                  <a:pt x="626359" y="967"/>
                </a:lnTo>
                <a:lnTo>
                  <a:pt x="626359" y="104593"/>
                </a:lnTo>
                <a:cubicBezTo>
                  <a:pt x="626642" y="110682"/>
                  <a:pt x="631574" y="115498"/>
                  <a:pt x="637619" y="115586"/>
                </a:cubicBezTo>
                <a:lnTo>
                  <a:pt x="737172" y="115586"/>
                </a:lnTo>
                <a:lnTo>
                  <a:pt x="750130" y="95312"/>
                </a:lnTo>
                <a:lnTo>
                  <a:pt x="648253" y="95312"/>
                </a:lnTo>
                <a:moveTo>
                  <a:pt x="286862" y="78461"/>
                </a:moveTo>
                <a:cubicBezTo>
                  <a:pt x="308084" y="78461"/>
                  <a:pt x="325288" y="61113"/>
                  <a:pt x="325288" y="39714"/>
                </a:cubicBezTo>
                <a:cubicBezTo>
                  <a:pt x="325288" y="18315"/>
                  <a:pt x="308084" y="967"/>
                  <a:pt x="286862" y="967"/>
                </a:cubicBezTo>
                <a:lnTo>
                  <a:pt x="191241" y="967"/>
                </a:lnTo>
                <a:lnTo>
                  <a:pt x="191241" y="115586"/>
                </a:lnTo>
                <a:lnTo>
                  <a:pt x="213135" y="115586"/>
                </a:lnTo>
                <a:lnTo>
                  <a:pt x="213135" y="21242"/>
                </a:lnTo>
                <a:lnTo>
                  <a:pt x="285432" y="21242"/>
                </a:lnTo>
                <a:cubicBezTo>
                  <a:pt x="295574" y="21955"/>
                  <a:pt x="303222" y="30825"/>
                  <a:pt x="302514" y="41052"/>
                </a:cubicBezTo>
                <a:cubicBezTo>
                  <a:pt x="301875" y="50285"/>
                  <a:pt x="294588" y="57632"/>
                  <a:pt x="285432" y="58277"/>
                </a:cubicBezTo>
                <a:lnTo>
                  <a:pt x="223412" y="58277"/>
                </a:lnTo>
                <a:lnTo>
                  <a:pt x="288649" y="115586"/>
                </a:lnTo>
                <a:lnTo>
                  <a:pt x="320373" y="115586"/>
                </a:lnTo>
                <a:lnTo>
                  <a:pt x="277031" y="78461"/>
                </a:lnTo>
                <a:lnTo>
                  <a:pt x="286862" y="78461"/>
                </a:lnTo>
                <a:moveTo>
                  <a:pt x="56836" y="115586"/>
                </a:moveTo>
                <a:lnTo>
                  <a:pt x="122877" y="115586"/>
                </a:lnTo>
                <a:cubicBezTo>
                  <a:pt x="154267" y="115586"/>
                  <a:pt x="179713" y="89928"/>
                  <a:pt x="179713" y="58277"/>
                </a:cubicBezTo>
                <a:cubicBezTo>
                  <a:pt x="179713" y="26625"/>
                  <a:pt x="154267" y="967"/>
                  <a:pt x="122877" y="967"/>
                </a:cubicBezTo>
                <a:lnTo>
                  <a:pt x="56836" y="967"/>
                </a:lnTo>
                <a:cubicBezTo>
                  <a:pt x="25446" y="967"/>
                  <a:pt x="0" y="26625"/>
                  <a:pt x="0" y="58277"/>
                </a:cubicBezTo>
                <a:cubicBezTo>
                  <a:pt x="0" y="89928"/>
                  <a:pt x="25446" y="115586"/>
                  <a:pt x="56836" y="115586"/>
                </a:cubicBezTo>
                <a:moveTo>
                  <a:pt x="121358" y="95402"/>
                </a:moveTo>
                <a:lnTo>
                  <a:pt x="58266" y="95402"/>
                </a:lnTo>
                <a:cubicBezTo>
                  <a:pt x="37956" y="94392"/>
                  <a:pt x="22304" y="76972"/>
                  <a:pt x="23306" y="56493"/>
                </a:cubicBezTo>
                <a:cubicBezTo>
                  <a:pt x="24238" y="37427"/>
                  <a:pt x="39358" y="22182"/>
                  <a:pt x="58266" y="21242"/>
                </a:cubicBezTo>
                <a:lnTo>
                  <a:pt x="121358" y="21242"/>
                </a:lnTo>
                <a:cubicBezTo>
                  <a:pt x="141667" y="20232"/>
                  <a:pt x="158943" y="36014"/>
                  <a:pt x="159945" y="56493"/>
                </a:cubicBezTo>
                <a:cubicBezTo>
                  <a:pt x="160946" y="76972"/>
                  <a:pt x="145294" y="94392"/>
                  <a:pt x="124984" y="95402"/>
                </a:cubicBezTo>
                <a:cubicBezTo>
                  <a:pt x="123776" y="95462"/>
                  <a:pt x="122566" y="95462"/>
                  <a:pt x="121358" y="95402"/>
                </a:cubicBezTo>
                <a:moveTo>
                  <a:pt x="536190" y="115586"/>
                </a:moveTo>
                <a:lnTo>
                  <a:pt x="603571" y="115586"/>
                </a:lnTo>
                <a:lnTo>
                  <a:pt x="616618" y="95402"/>
                </a:lnTo>
                <a:lnTo>
                  <a:pt x="537709" y="95402"/>
                </a:lnTo>
                <a:cubicBezTo>
                  <a:pt x="517399" y="96411"/>
                  <a:pt x="500123" y="80629"/>
                  <a:pt x="499122" y="60150"/>
                </a:cubicBezTo>
                <a:cubicBezTo>
                  <a:pt x="498120" y="39671"/>
                  <a:pt x="513773" y="22251"/>
                  <a:pt x="534082" y="21242"/>
                </a:cubicBezTo>
                <a:cubicBezTo>
                  <a:pt x="535290" y="21182"/>
                  <a:pt x="536501" y="21182"/>
                  <a:pt x="537709" y="21242"/>
                </a:cubicBezTo>
                <a:lnTo>
                  <a:pt x="601784" y="21242"/>
                </a:lnTo>
                <a:lnTo>
                  <a:pt x="614742" y="967"/>
                </a:lnTo>
                <a:lnTo>
                  <a:pt x="536190" y="967"/>
                </a:lnTo>
                <a:cubicBezTo>
                  <a:pt x="504800" y="967"/>
                  <a:pt x="479354" y="26625"/>
                  <a:pt x="479354" y="58277"/>
                </a:cubicBezTo>
                <a:cubicBezTo>
                  <a:pt x="479354" y="89928"/>
                  <a:pt x="504800" y="115586"/>
                  <a:pt x="536190" y="115586"/>
                </a:cubicBezTo>
                <a:moveTo>
                  <a:pt x="803391" y="95402"/>
                </a:moveTo>
                <a:cubicBezTo>
                  <a:pt x="786805" y="95513"/>
                  <a:pt x="772183" y="84455"/>
                  <a:pt x="767645" y="68369"/>
                </a:cubicBezTo>
                <a:lnTo>
                  <a:pt x="861389" y="68369"/>
                </a:lnTo>
                <a:lnTo>
                  <a:pt x="874257" y="48094"/>
                </a:lnTo>
                <a:lnTo>
                  <a:pt x="768003" y="48094"/>
                </a:lnTo>
                <a:cubicBezTo>
                  <a:pt x="772514" y="31990"/>
                  <a:pt x="787153" y="20919"/>
                  <a:pt x="803748" y="21061"/>
                </a:cubicBezTo>
                <a:lnTo>
                  <a:pt x="867823" y="21061"/>
                </a:lnTo>
                <a:lnTo>
                  <a:pt x="880334" y="967"/>
                </a:lnTo>
                <a:lnTo>
                  <a:pt x="801961" y="967"/>
                </a:lnTo>
                <a:cubicBezTo>
                  <a:pt x="770571" y="967"/>
                  <a:pt x="745125" y="26625"/>
                  <a:pt x="745125" y="58277"/>
                </a:cubicBezTo>
                <a:cubicBezTo>
                  <a:pt x="745125" y="89928"/>
                  <a:pt x="770571" y="115586"/>
                  <a:pt x="801961" y="115586"/>
                </a:cubicBezTo>
                <a:lnTo>
                  <a:pt x="869432" y="115586"/>
                </a:lnTo>
                <a:lnTo>
                  <a:pt x="882211" y="95402"/>
                </a:lnTo>
                <a:lnTo>
                  <a:pt x="803480" y="95402"/>
                </a:lnTo>
              </a:path>
            </a:pathLst>
          </a:custGeom>
          <a:solidFill xmlns:a="http://schemas.openxmlformats.org/drawingml/2006/main">
            <a:srgbClr val="C74634"/>
          </a:solidFill>
          <a:ln xmlns:a="http://schemas.openxmlformats.org/drawingml/2006/main" w="889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8" name="Plus Sign">
            <a:extLst xmlns:a="http://schemas.openxmlformats.org/drawingml/2006/main">
              <a:ext uri="{FF2B5EF4-FFF2-40B4-BE49-F238E27FC236}">
                <a16:creationId xmlns:a16="http://schemas.microsoft.com/office/drawing/2014/main" id="{D0F62D4C-44E1-47F5-9FC4-DDEBDB57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598" y="604509"/>
            <a:ext cx="338554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latin typeface="Oracle Sans Light"/>
                <a:ea typeface="Oracle Sans Light"/>
                <a:cs typeface="Oracle Sans Light"/>
              </a:rPr>
              <a:t>+</a:t>
            </a:r>
          </a:p>
        </p:txBody>
      </p:sp>
      <p:sp>
        <p:nvSpPr>
          <p:cNvPr id="29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167FC9A2-EA1C-47AA-8CD1-519F2B2BA1D5}"/>
              </a:ext>
            </a:extLst>
          </p:cNvPr>
          <p:cNvSpPr>
            <a:spLocks xmlns:a="http://schemas.openxmlformats.org/drawingml/2006/main" noGrp="1"/>
          </p:cNvSpPr>
          <p:nvPr>
            <p:ph idx="28" hasCustomPrompt="1"/>
          </p:nvPr>
        </p:nvSpPr>
        <p:spPr>
          <a:xfrm xmlns:a="http://schemas.openxmlformats.org/drawingml/2006/main">
            <a:off x="2451100" y="561975"/>
            <a:ext cx="1241425" cy="46634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insert partner logo</a:t>
            </a:r>
          </a:p>
        </p:txBody>
      </p:sp>
      <p:sp>
        <p:nvSpPr>
          <p:cNvPr id="43" name="Title 1">
            <a:extLst xmlns:a="http://schemas.openxmlformats.org/drawingml/2006/main">
              <a:ext uri="{FF2B5EF4-FFF2-40B4-BE49-F238E27FC236}">
                <a16:creationId xmlns:a16="http://schemas.microsoft.com/office/drawing/2014/main" id="{74151B34-23FE-44F5-A716-0730CC7BA85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262063"/>
            <a:ext cx="4744029" cy="8229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r>
              <a:t>Click to edit title text styles</a:t>
            </a:r>
          </a:p>
        </p:txBody>
      </p:sp>
      <p:sp>
        <p:nvSpPr>
          <p:cNvPr id="44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F253D5CC-04A1-4A8A-904C-1F3D182409E0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768875" y="2201983"/>
            <a:ext cx="4762530" cy="7209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lnSpc>
                <a:spcPts val="1880"/>
              </a:lnSpc>
              <a:buNone/>
              <a:defRPr sz="1400" b="0" i="0">
                <a:solidFill>
                  <a:schemeClr val="tx2"/>
                </a:solidFill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>
            <a:pPr lvl="0">
              <a:buNone/>
            </a:pPr>
            <a:r>
              <a:t>Lorem ipsum </a:t>
            </a:r>
            <a:r>
              <a:t>dolor</a:t>
            </a:r>
            <a:r>
              <a:t> sit </a:t>
            </a:r>
            <a:r>
              <a:t>amet</a:t>
            </a:r>
            <a:r>
              <a:t>, </a:t>
            </a:r>
            <a:r>
              <a:t>consectetur</a:t>
            </a:r>
            <a:r>
              <a:t> </a:t>
            </a:r>
            <a:r>
              <a:t>adipiscing</a:t>
            </a:r>
            <a:r>
              <a:t> </a:t>
            </a:r>
            <a:r>
              <a:t>elit</a:t>
            </a:r>
            <a:r>
              <a:t>, </a:t>
            </a:r>
            <a:r>
              <a:t>sed</a:t>
            </a:r>
            <a:r>
              <a:t> do </a:t>
            </a:r>
            <a:r>
              <a:t>eiusmod</a:t>
            </a:r>
            <a:r>
              <a:t> </a:t>
            </a:r>
            <a:r>
              <a:t>tempor</a:t>
            </a:r>
            <a:r>
              <a:t> </a:t>
            </a:r>
            <a:r>
              <a:t>incididunt</a:t>
            </a:r>
            <a:r>
              <a:t> </a:t>
            </a:r>
            <a:r>
              <a:t>ut</a:t>
            </a:r>
            <a:r>
              <a:t> </a:t>
            </a:r>
            <a:r>
              <a:t>labore</a:t>
            </a:r>
            <a:r>
              <a:t> et dolore magna </a:t>
            </a:r>
            <a:r>
              <a:t>aliqua</a:t>
            </a:r>
            <a:r>
              <a:t>. Ut </a:t>
            </a:r>
            <a:r>
              <a:t>enim</a:t>
            </a:r>
            <a:r>
              <a:t> ad minim </a:t>
            </a:r>
            <a:r>
              <a:t>veniam</a:t>
            </a:r>
            <a:r>
              <a:t>, </a:t>
            </a:r>
            <a:r>
              <a:t>quis</a:t>
            </a:r>
            <a:r>
              <a:t> </a:t>
            </a:r>
            <a:r>
              <a:t>nostrud</a:t>
            </a:r>
            <a:r>
              <a:t>.</a:t>
            </a:r>
          </a:p>
        </p:txBody>
      </p:sp>
      <p:sp>
        <p:nvSpPr>
          <p:cNvPr id="45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76C1365C-F7AC-4152-BC8A-22B9B745E9A7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768875" y="3154820"/>
            <a:ext cx="4762532" cy="1624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80975" indent="-180975" algn="l">
              <a:spcAft>
                <a:spcPts val="600"/>
              </a:spcAft>
              <a:buClr>
                <a:schemeClr val="accent4"/>
              </a:buClr>
              <a:buFont typeface="Arial"/>
              <a:buChar char="•"/>
              <a:defRPr sz="1400" b="1" i="0">
                <a:solidFill>
                  <a:schemeClr val="accent4"/>
                </a:solidFill>
                <a:latin typeface="Oracle Sans"/>
                <a:ea typeface="Oracle Sans"/>
                <a:cs typeface="Oracle Sans"/>
              </a:defRPr>
            </a:lvl1pPr>
          </a:lstStyle>
          <a:p xmlns:a="http://schemas.openxmlformats.org/drawingml/2006/main">
            <a:pPr lvl="0">
              <a:buNone/>
            </a:pPr>
            <a:r>
              <a:t>Subhead goes here</a:t>
            </a:r>
          </a:p>
        </p:txBody>
      </p:sp>
      <p:sp>
        <p:nvSpPr>
          <p:cNvPr id="46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FE16FE56-4093-4A68-96E0-8FC9B4BCFB3B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768875" y="3396752"/>
            <a:ext cx="4762530" cy="606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80000" tIns="0" rIns="0" bIns="0"/>
          <a:lstStyle xmlns:a="http://schemas.openxmlformats.org/drawingml/2006/main">
            <a:lvl1pPr algn="l">
              <a:lnSpc>
                <a:spcPts val="1680"/>
              </a:lnSpc>
              <a:buNone/>
              <a:defRPr sz="1200" b="0" i="0">
                <a:solidFill>
                  <a:schemeClr val="tx2"/>
                </a:solidFill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>
            <a:pPr lvl="0">
              <a:buNone/>
            </a:pPr>
            <a:r>
              <a:t>Lorem ipsum </a:t>
            </a:r>
            <a:r>
              <a:t>dolor</a:t>
            </a:r>
            <a:r>
              <a:t> sit </a:t>
            </a:r>
            <a:r>
              <a:t>amet</a:t>
            </a:r>
            <a:r>
              <a:t>, </a:t>
            </a:r>
            <a:r>
              <a:t>consectetur</a:t>
            </a:r>
            <a:r>
              <a:t> </a:t>
            </a:r>
            <a:r>
              <a:t>adipiscing</a:t>
            </a:r>
            <a:r>
              <a:t> </a:t>
            </a:r>
            <a:r>
              <a:t>elit</a:t>
            </a:r>
            <a:r>
              <a:t>, </a:t>
            </a:r>
            <a:r>
              <a:t>sed</a:t>
            </a:r>
            <a:r>
              <a:t> do </a:t>
            </a:r>
            <a:r>
              <a:t>eiusmod</a:t>
            </a:r>
            <a:r>
              <a:t> </a:t>
            </a:r>
            <a:r>
              <a:t>tempor</a:t>
            </a:r>
            <a:r>
              <a:t> </a:t>
            </a:r>
            <a:r>
              <a:t>incididunt</a:t>
            </a:r>
            <a:r>
              <a:t> </a:t>
            </a:r>
            <a:r>
              <a:t>ut</a:t>
            </a:r>
            <a:r>
              <a:t> </a:t>
            </a:r>
            <a:r>
              <a:t>labore</a:t>
            </a:r>
            <a:r>
              <a:t> et dolore magna </a:t>
            </a:r>
            <a:r>
              <a:t>aliqua</a:t>
            </a:r>
            <a:r>
              <a:t>. Ut </a:t>
            </a:r>
            <a:r>
              <a:t>enim</a:t>
            </a:r>
            <a:r>
              <a:t> ad minim </a:t>
            </a:r>
            <a:r>
              <a:t>veniam</a:t>
            </a:r>
            <a:r>
              <a:t>, </a:t>
            </a:r>
            <a:r>
              <a:t>quis</a:t>
            </a:r>
            <a:r>
              <a:t> </a:t>
            </a:r>
            <a:r>
              <a:t>nostrud</a:t>
            </a:r>
            <a:r>
              <a:t>.</a:t>
            </a:r>
          </a:p>
        </p:txBody>
      </p:sp>
      <p:sp>
        <p:nvSpPr>
          <p:cNvPr id="47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A0E0FC69-7325-4C9E-9FDB-1F46B471B73E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768875" y="4265999"/>
            <a:ext cx="4762532" cy="1624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80975" indent="-180975" algn="l">
              <a:spcAft>
                <a:spcPts val="600"/>
              </a:spcAft>
              <a:buClr>
                <a:schemeClr val="accent4"/>
              </a:buClr>
              <a:buFont typeface="Arial"/>
              <a:buChar char="•"/>
              <a:defRPr sz="1400" b="1" i="0">
                <a:solidFill>
                  <a:schemeClr val="accent4"/>
                </a:solidFill>
                <a:latin typeface="Oracle Sans"/>
                <a:ea typeface="Oracle Sans"/>
                <a:cs typeface="Oracle Sans"/>
              </a:defRPr>
            </a:lvl1pPr>
          </a:lstStyle>
          <a:p xmlns:a="http://schemas.openxmlformats.org/drawingml/2006/main">
            <a:pPr lvl="0">
              <a:buNone/>
            </a:pPr>
            <a:r>
              <a:t>Subhead goes here</a:t>
            </a:r>
          </a:p>
        </p:txBody>
      </p:sp>
      <p:sp>
        <p:nvSpPr>
          <p:cNvPr id="49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9C614183-38E4-4C8A-B188-942F1EADF22D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768875" y="4505719"/>
            <a:ext cx="4762530" cy="606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80000" tIns="0" rIns="0" bIns="0"/>
          <a:lstStyle xmlns:a="http://schemas.openxmlformats.org/drawingml/2006/main">
            <a:lvl1pPr algn="l">
              <a:lnSpc>
                <a:spcPts val="1680"/>
              </a:lnSpc>
              <a:buNone/>
              <a:defRPr sz="1200" b="0" i="0">
                <a:solidFill>
                  <a:schemeClr val="tx2"/>
                </a:solidFill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>
            <a:pPr lvl="0">
              <a:buNone/>
            </a:pPr>
            <a:r>
              <a:t>Lorem ipsum </a:t>
            </a:r>
            <a:r>
              <a:t>dolor</a:t>
            </a:r>
            <a:r>
              <a:t> sit </a:t>
            </a:r>
            <a:r>
              <a:t>amet</a:t>
            </a:r>
            <a:r>
              <a:t>, </a:t>
            </a:r>
            <a:r>
              <a:t>consectetur</a:t>
            </a:r>
            <a:r>
              <a:t> </a:t>
            </a:r>
            <a:r>
              <a:t>adipiscing</a:t>
            </a:r>
            <a:r>
              <a:t> </a:t>
            </a:r>
            <a:r>
              <a:t>elit</a:t>
            </a:r>
            <a:r>
              <a:t>, </a:t>
            </a:r>
            <a:r>
              <a:t>sed</a:t>
            </a:r>
            <a:r>
              <a:t> do </a:t>
            </a:r>
            <a:r>
              <a:t>eiusmod</a:t>
            </a:r>
            <a:r>
              <a:t> </a:t>
            </a:r>
            <a:r>
              <a:t>tempor</a:t>
            </a:r>
            <a:r>
              <a:t> </a:t>
            </a:r>
            <a:r>
              <a:t>incididunt</a:t>
            </a:r>
            <a:r>
              <a:t> </a:t>
            </a:r>
            <a:r>
              <a:t>ut</a:t>
            </a:r>
            <a:r>
              <a:t> </a:t>
            </a:r>
            <a:r>
              <a:t>labore</a:t>
            </a:r>
            <a:r>
              <a:t> et dolore magna </a:t>
            </a:r>
            <a:r>
              <a:t>aliqua</a:t>
            </a:r>
            <a:r>
              <a:t>. Ut </a:t>
            </a:r>
            <a:r>
              <a:t>enim</a:t>
            </a:r>
            <a:r>
              <a:t> ad minim </a:t>
            </a:r>
            <a:r>
              <a:t>veniam</a:t>
            </a:r>
            <a:r>
              <a:t>, </a:t>
            </a:r>
            <a:r>
              <a:t>quis</a:t>
            </a:r>
            <a:r>
              <a:t> </a:t>
            </a:r>
            <a:r>
              <a:t>nostrud</a:t>
            </a:r>
            <a:r>
              <a:t>.</a:t>
            </a:r>
          </a:p>
        </p:txBody>
      </p:sp>
      <p:sp>
        <p:nvSpPr>
          <p:cNvPr id="50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9D56DADD-354E-40F9-9083-0EA39E18540C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768875" y="5320942"/>
            <a:ext cx="4762532" cy="1624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80975" indent="-180975" algn="l">
              <a:spcAft>
                <a:spcPts val="600"/>
              </a:spcAft>
              <a:buClr>
                <a:schemeClr val="accent4"/>
              </a:buClr>
              <a:buFont typeface="Arial"/>
              <a:buChar char="•"/>
              <a:defRPr sz="1400" b="1" i="0">
                <a:solidFill>
                  <a:schemeClr val="accent4"/>
                </a:solidFill>
                <a:latin typeface="Oracle Sans"/>
                <a:ea typeface="Oracle Sans"/>
                <a:cs typeface="Oracle Sans"/>
              </a:defRPr>
            </a:lvl1pPr>
          </a:lstStyle>
          <a:p xmlns:a="http://schemas.openxmlformats.org/drawingml/2006/main">
            <a:pPr lvl="0">
              <a:buNone/>
            </a:pPr>
            <a:r>
              <a:t>Subhead goes here</a:t>
            </a:r>
          </a:p>
        </p:txBody>
      </p:sp>
      <p:sp>
        <p:nvSpPr>
          <p:cNvPr id="51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4D365422-228D-4AF8-B590-2677A7563203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68875" y="5560662"/>
            <a:ext cx="4762530" cy="606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80000" tIns="0" rIns="0" bIns="0"/>
          <a:lstStyle xmlns:a="http://schemas.openxmlformats.org/drawingml/2006/main">
            <a:lvl1pPr algn="l">
              <a:lnSpc>
                <a:spcPts val="1680"/>
              </a:lnSpc>
              <a:buNone/>
              <a:defRPr sz="1200" b="0" i="0">
                <a:solidFill>
                  <a:schemeClr val="tx2"/>
                </a:solidFill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>
            <a:pPr lvl="0">
              <a:buNone/>
            </a:pPr>
            <a:r>
              <a:t>Lorem ipsum </a:t>
            </a:r>
            <a:r>
              <a:t>dolor</a:t>
            </a:r>
            <a:r>
              <a:t> sit </a:t>
            </a:r>
            <a:r>
              <a:t>amet</a:t>
            </a:r>
            <a:r>
              <a:t>, </a:t>
            </a:r>
            <a:r>
              <a:t>consectetur</a:t>
            </a:r>
            <a:r>
              <a:t> </a:t>
            </a:r>
            <a:r>
              <a:t>adipiscing</a:t>
            </a:r>
            <a:r>
              <a:t> </a:t>
            </a:r>
            <a:r>
              <a:t>elit</a:t>
            </a:r>
            <a:r>
              <a:t>, </a:t>
            </a:r>
            <a:r>
              <a:t>sed</a:t>
            </a:r>
            <a:r>
              <a:t> do </a:t>
            </a:r>
            <a:r>
              <a:t>eiusmod</a:t>
            </a:r>
            <a:r>
              <a:t> </a:t>
            </a:r>
            <a:r>
              <a:t>tempor</a:t>
            </a:r>
            <a:r>
              <a:t> </a:t>
            </a:r>
            <a:r>
              <a:t>incididunt</a:t>
            </a:r>
            <a:r>
              <a:t> </a:t>
            </a:r>
            <a:r>
              <a:t>ut</a:t>
            </a:r>
            <a:r>
              <a:t> </a:t>
            </a:r>
            <a:r>
              <a:t>labore</a:t>
            </a:r>
            <a:r>
              <a:t> et dolore magna </a:t>
            </a:r>
            <a:r>
              <a:t>aliqua</a:t>
            </a:r>
            <a:r>
              <a:t>. Ut </a:t>
            </a:r>
            <a:r>
              <a:t>enim</a:t>
            </a:r>
            <a:r>
              <a:t> ad minim </a:t>
            </a:r>
            <a:r>
              <a:t>veniam</a:t>
            </a:r>
            <a:r>
              <a:t>, </a:t>
            </a:r>
            <a:r>
              <a:t>quis</a:t>
            </a:r>
            <a:r>
              <a:t> </a:t>
            </a:r>
            <a:r>
              <a:t>nostrud</a:t>
            </a:r>
            <a:r>
              <a:t>.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D76B432-E77E-1E47-BE30-3F729C8CD911}"/>
              </a:ext>
            </a:extLst>
          </p:cNvPr>
          <p:cNvSpPr>
            <a:spLocks xmlns:a="http://schemas.openxmlformats.org/drawingml/2006/main" noGrp="1"/>
          </p:cNvSpPr>
          <p:nvPr>
            <p:ph idx="23" hasCustomPrompt="1"/>
          </p:nvPr>
        </p:nvSpPr>
        <p:spPr>
          <a:xfrm xmlns:a="http://schemas.openxmlformats.org/drawingml/2006/main">
            <a:off x="6095998" y="0"/>
            <a:ext cx="6096002" cy="342899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10000"/>
              <a:lumOff val="90000"/>
            </a:schemeClr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 b="0" i="0"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>
            <a:pPr lvl="0">
              <a:buNone/>
            </a:pPr>
            <a:r>
              <a:t>Picture/Video here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8688E9-F02D-F34B-A466-BC7C5A60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609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151410C-AC35-B144-944D-2F0C6C92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6096000" cy="3429000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478b7af3d9146fd">
              <a:alphaModFix amt="10000"/>
            </a:blip>
            <a:srcRect l="0" t="0" r="0" b="0"/>
            <a:stretch>
              <a:fillRect l="0" t="0" r="0" b="0"/>
            </a:stretch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544B384-379B-D246-825E-82D80E47CA83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6781820" y="3870511"/>
            <a:ext cx="4838705" cy="135811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>
                <a:solidFill>
                  <a:schemeClr val="bg2"/>
                </a:solidFill>
                <a:latin typeface="Georgia"/>
                <a:ea typeface="Georgia"/>
                <a:cs typeface="Georgia"/>
              </a:defRPr>
            </a:lvl1pPr>
          </a:lstStyle>
          <a:p xmlns:a="http://schemas.openxmlformats.org/drawingml/2006/main">
            <a:pPr lvl="0">
              <a:buNone/>
            </a:pPr>
            <a:r>
              <a:t>“Quote goes up here.</a:t>
            </a:r>
            <a:r>
              <a:t> Lorem ipsum </a:t>
            </a:r>
            <a:r>
              <a:t>dolor</a:t>
            </a:r>
            <a:r>
              <a:t> sit </a:t>
            </a:r>
            <a:r>
              <a:t>amet</a:t>
            </a:r>
            <a:r>
              <a:t>, </a:t>
            </a:r>
            <a:r>
              <a:t>consectetur</a:t>
            </a:r>
            <a:r>
              <a:t> </a:t>
            </a:r>
            <a:r>
              <a:t>adipiscing</a:t>
            </a:r>
            <a:r>
              <a:t> </a:t>
            </a:r>
            <a:r>
              <a:t>elit</a:t>
            </a:r>
            <a:r>
              <a:t>, </a:t>
            </a:r>
            <a:r>
              <a:t>sed</a:t>
            </a:r>
            <a:r>
              <a:t> do </a:t>
            </a:r>
            <a:r>
              <a:t>eiusmod</a:t>
            </a:r>
            <a:r>
              <a:t> </a:t>
            </a:r>
            <a:r>
              <a:t>tempor</a:t>
            </a:r>
            <a:r>
              <a:t> </a:t>
            </a:r>
            <a:r>
              <a:t>incididunt</a:t>
            </a:r>
            <a:r>
              <a:t> </a:t>
            </a:r>
            <a:r>
              <a:t>ut</a:t>
            </a:r>
            <a:r>
              <a:t> </a:t>
            </a:r>
            <a:r>
              <a:t>labore</a:t>
            </a:r>
            <a:r>
              <a:t> et dolore magna </a:t>
            </a:r>
            <a:r>
              <a:t>aliqua</a:t>
            </a:r>
            <a:r>
              <a:t>. Ut </a:t>
            </a:r>
            <a:r>
              <a:t>enim</a:t>
            </a:r>
            <a:r>
              <a:t> ad minim </a:t>
            </a:r>
            <a:r>
              <a:t>veniam</a:t>
            </a:r>
            <a:r>
              <a:t>, </a:t>
            </a:r>
            <a:r>
              <a:t>quis</a:t>
            </a:r>
            <a:r>
              <a:t> </a:t>
            </a:r>
            <a:r>
              <a:t>nostrud</a:t>
            </a:r>
            <a:r>
              <a:t> exercitation </a:t>
            </a:r>
            <a:r>
              <a:t>ullamco</a:t>
            </a:r>
            <a:r>
              <a:t>.”</a:t>
            </a:r>
          </a:p>
        </p:txBody>
      </p:sp>
      <p:sp>
        <p:nvSpPr>
          <p:cNvPr id="18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4E7EE1-1F21-A94B-BD4C-80D5579EA0D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781820" y="5608955"/>
            <a:ext cx="4838705" cy="26976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00" b="1" i="0">
                <a:solidFill>
                  <a:schemeClr val="bg2"/>
                </a:solidFill>
                <a:latin typeface="Oracle Sans"/>
                <a:ea typeface="Oracle Sans"/>
                <a:cs typeface="Oracle Sans"/>
              </a:defRPr>
            </a:lvl1pPr>
          </a:lstStyle>
          <a:p xmlns:a="http://schemas.openxmlformats.org/drawingml/2006/main">
            <a:pPr lvl="0">
              <a:buNone/>
            </a:pPr>
            <a:r>
              <a:t>Person name</a:t>
            </a:r>
          </a:p>
        </p:txBody>
      </p:sp>
      <p:sp>
        <p:nvSpPr>
          <p:cNvPr id="19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ECEA0F4-62BE-D045-9B17-E8A1B43697E5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6781819" y="5938133"/>
            <a:ext cx="4838705" cy="26976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00" b="0" i="0">
                <a:solidFill>
                  <a:schemeClr val="bg2"/>
                </a:solidFill>
                <a:latin typeface="Oracle Sans Light"/>
                <a:ea typeface="Oracle Sans Light"/>
                <a:cs typeface="Oracle Sans Light"/>
              </a:defRPr>
            </a:lvl1pPr>
          </a:lstStyle>
          <a:p xmlns:a="http://schemas.openxmlformats.org/drawingml/2006/main">
            <a:pPr lvl="0">
              <a:buNone/>
            </a:pPr>
            <a:r>
              <a:t>Company name</a:t>
            </a:r>
          </a:p>
        </p:txBody>
      </p:sp>
      <p:sp>
        <p:nvSpPr>
          <p:cNvPr id="30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7BD4534-5E82-594D-B1AB-A133054CA1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873138" y="6425604"/>
            <a:ext cx="2743200" cy="363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  <p:sp>
        <p:nvSpPr>
          <p:cNvPr id="31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70AF836-EBD7-FC48-8131-6B5102906F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127759" y="6423978"/>
            <a:ext cx="5745379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4C0ED2E8-6351-ED49-B6CF-FA1F67B26896}"/>
              </a:ext>
            </a:extLst>
          </p:cNvPr>
          <p:cNvSpPr>
            <a:spLocks xmlns:a="http://schemas.openxmlformats.org/drawingml/2006/main" noGrp="1"/>
          </p:cNvSpPr>
          <p:nvPr>
            <p:ph type="sldNum" idx="39"/>
          </p:nvPr>
        </p:nvSpPr>
        <p:spPr>
          <a:xfrm xmlns:a="http://schemas.openxmlformats.org/drawingml/2006/main">
            <a:off x="762000" y="6423660"/>
            <a:ext cx="365760" cy="3657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0A5701-D230-7945-A037-EEE96ABC51FA}" type="slidenum">
              <a:t>‹#›</a:t>
            </a:fld>
          </a:p>
        </p:txBody>
      </p:sp>
      <p:pic>
        <p:nvPicPr>
          <p:cNvPr id="73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b12e90cfc4f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3.xml><?xml version="1.0" encoding="utf-8"?>
<p:sldLayout xmlns:p="http://schemas.openxmlformats.org/presentationml/2006/main">
  <p:cSld name="ATAP apps">
    <p:bg>
      <p:bgPr>
        <a:blipFill xmlns:a="http://schemas.openxmlformats.org/drawingml/2006/main" rotWithShape="1">
          <a:blip xmlns:r="http://schemas.openxmlformats.org/officeDocument/2006/relationships" r:embed="R8becd334cc81450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62D5BD8C-F71B-CE9E-5A61-75894D5E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000" y="931917"/>
            <a:ext cx="3600000" cy="65967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3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lIns="91428" tIns="45714" rIns="91428" bIns="45714">
            <a:noAutofit/>
          </a:bodyPr>
          <a:lstStyle xmlns:a="http://schemas.openxmlformats.org/drawingml/2006/main">
            <a:lvl1pPr marL="355574" indent="-355574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Wingdings"/>
              <a:buChar char="u"/>
              <a:defRPr sz="24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598973" indent="-243399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Wingdings"/>
              <a:buChar char="n"/>
              <a:defRPr sz="20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721731" indent="-122758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Arial"/>
              <a:buChar char="•"/>
              <a:defRPr sz="16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838138" indent="-118525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Tahoma"/>
              <a:buChar char="–"/>
              <a:defRPr sz="14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836022" indent="0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accent6"/>
              </a:buClr>
              <a:buFontTx/>
              <a:buNone/>
              <a:defRPr sz="1400" b="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3352548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3962104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4571658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5181212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217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SzTx/>
              <a:buFont typeface="Wingdings"/>
              <a:buNone/>
            </a:pPr>
          </a:p>
        </p:txBody>
      </p:sp>
      <p:sp>
        <p:nvSpPr>
          <p:cNvPr id="9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2BAF1BF7-FB8B-1304-9778-1A88153A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31919"/>
            <a:ext cx="7254675" cy="659679"/>
          </a:xfrm>
          <a:prstGeom xmlns:a="http://schemas.openxmlformats.org/drawingml/2006/main" prst="homePlate">
            <a:avLst>
              <a:gd name="adj" fmla="val 7805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3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lIns="91428" tIns="45714" rIns="91428" bIns="45714">
            <a:noAutofit/>
          </a:bodyPr>
          <a:lstStyle xmlns:a="http://schemas.openxmlformats.org/drawingml/2006/main">
            <a:lvl1pPr marL="355574" indent="-355574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Wingdings"/>
              <a:buChar char="u"/>
              <a:defRPr sz="24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598973" indent="-243399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Wingdings"/>
              <a:buChar char="n"/>
              <a:defRPr sz="20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721731" indent="-122758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Arial"/>
              <a:buChar char="•"/>
              <a:defRPr sz="16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838138" indent="-118525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Tahoma"/>
              <a:buChar char="–"/>
              <a:defRPr sz="14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836022" indent="0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accent6"/>
              </a:buClr>
              <a:buFontTx/>
              <a:buNone/>
              <a:defRPr sz="1400" b="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3352548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3962104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4571658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5181212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217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SzTx/>
              <a:buFont typeface="Wingdings"/>
              <a:buNone/>
            </a:pPr>
          </a:p>
        </p:txBody>
      </p:sp>
      <p:sp>
        <p:nvSpPr>
          <p:cNvPr id="23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0BF949A2-5353-180A-0414-456C5F33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" y="931288"/>
            <a:ext cx="2992725" cy="659679"/>
          </a:xfrm>
          <a:prstGeom xmlns:a="http://schemas.openxmlformats.org/drawingml/2006/main" prst="homePlate">
            <a:avLst>
              <a:gd name="adj" fmla="val 7805"/>
            </a:avLst>
          </a:prstGeom>
          <a:solidFill xmlns:a="http://schemas.openxmlformats.org/drawingml/2006/main">
            <a:srgbClr val="58545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3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vert="horz" lIns="91428" tIns="45714" rIns="91428" bIns="45714">
            <a:noAutofit/>
          </a:bodyPr>
          <a:lstStyle xmlns:a="http://schemas.openxmlformats.org/drawingml/2006/main">
            <a:lvl1pPr marL="355574" indent="-355574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Wingdings"/>
              <a:buChar char="u"/>
              <a:defRPr sz="24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598973" indent="-243399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Wingdings"/>
              <a:buChar char="n"/>
              <a:defRPr sz="20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721731" indent="-122758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Arial"/>
              <a:buChar char="•"/>
              <a:defRPr sz="16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838138" indent="-118525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Font typeface="Tahoma"/>
              <a:buChar char="–"/>
              <a:defRPr sz="1400" b="0" i="0" u="none" kern="0" cap="none" spc="0" baseline="0">
                <a:ln>
                  <a:noFill/>
                </a:ln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836022" indent="0" algn="l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accent6"/>
              </a:buClr>
              <a:buFontTx/>
              <a:buNone/>
              <a:defRPr sz="1400" b="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3352548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3962104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4571658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5181212" indent="-304776" algn="l">
              <a:spcBef>
                <a:spcPct val="20000"/>
              </a:spcBef>
              <a:spcAft>
                <a:spcPct val="0"/>
              </a:spcAft>
              <a:buChar char="≫"/>
              <a:defRPr sz="2667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217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FE5000"/>
              </a:buClr>
              <a:buSzTx/>
              <a:buFont typeface="Wingdings"/>
              <a:buNone/>
            </a:pPr>
          </a:p>
        </p:txBody>
      </p:sp>
      <p:sp>
        <p:nvSpPr>
          <p:cNvPr id="27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00C89C4A-016E-5DCE-548B-FC92580DB608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263526" y="1591598"/>
            <a:ext cx="2622549" cy="47330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Clr>
                <a:schemeClr val="bg1"/>
              </a:buClr>
              <a:buNone/>
              <a:defRPr sz="1100" b="0">
                <a:solidFill>
                  <a:srgbClr val="58545A"/>
                </a:solidFill>
              </a:defRPr>
            </a:lvl1pPr>
            <a:lvl2pPr>
              <a:buClr>
                <a:schemeClr val="bg1"/>
              </a:buClr>
              <a:buNone/>
              <a:defRPr sz="12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 sz="1000">
                <a:solidFill>
                  <a:schemeClr val="bg1"/>
                </a:solidFill>
              </a:defRPr>
            </a:lvl3pPr>
            <a:lvl4pPr>
              <a:buNone/>
              <a:defRPr sz="1000">
                <a:solidFill>
                  <a:schemeClr val="bg1"/>
                </a:solidFill>
              </a:defRPr>
            </a:lvl4pPr>
            <a:lvl5pPr marL="1207846" indent="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8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53ABF570-94FD-B360-E77E-11F535C211D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9540675" y="1571287"/>
            <a:ext cx="2387800" cy="4753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Clr>
                <a:schemeClr val="bg1"/>
              </a:buClr>
              <a:buNone/>
              <a:defRPr sz="1100">
                <a:solidFill>
                  <a:srgbClr val="65B3A4"/>
                </a:solidFill>
              </a:defRPr>
            </a:lvl1pPr>
            <a:lvl2pPr>
              <a:buClr>
                <a:schemeClr val="bg1"/>
              </a:buClr>
              <a:buNone/>
              <a:defRPr sz="12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 sz="1000">
                <a:solidFill>
                  <a:schemeClr val="bg1"/>
                </a:solidFill>
              </a:defRPr>
            </a:lvl3pPr>
            <a:lvl4pPr>
              <a:buNone/>
              <a:defRPr sz="1000">
                <a:solidFill>
                  <a:schemeClr val="bg1"/>
                </a:solidFill>
              </a:defRPr>
            </a:lvl4pPr>
            <a:lvl5pPr marL="1207846" indent="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9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89CFF51F-5B49-475D-51D6-19759BA3981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2992726" y="1591599"/>
            <a:ext cx="6424124" cy="47330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Clr>
                <a:srgbClr val="FF5500"/>
              </a:buClr>
              <a:buNone/>
              <a:defRPr sz="1100">
                <a:solidFill>
                  <a:srgbClr val="58545A"/>
                </a:solidFill>
              </a:defRPr>
            </a:lvl1pPr>
            <a:lvl2pPr>
              <a:buClr>
                <a:srgbClr val="FF5500"/>
              </a:buClr>
              <a:buNone/>
              <a:defRPr sz="1200">
                <a:solidFill>
                  <a:schemeClr val="accent1"/>
                </a:solidFill>
              </a:defRPr>
            </a:lvl2pPr>
            <a:lvl3pPr>
              <a:buClr>
                <a:srgbClr val="FF5500"/>
              </a:buClr>
              <a:buNone/>
              <a:defRPr sz="1000">
                <a:solidFill>
                  <a:schemeClr val="accent1"/>
                </a:solidFill>
              </a:defRPr>
            </a:lvl3pPr>
            <a:lvl4pPr>
              <a:buNone/>
              <a:defRPr sz="1000">
                <a:solidFill>
                  <a:schemeClr val="bg1"/>
                </a:solidFill>
              </a:defRPr>
            </a:lvl4pPr>
            <a:lvl5pPr marL="1207846" indent="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39" name="グラフィックス 6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f61c39bc8451d">
            <a:extLst>
              <a:ext uri="{96DAC541-7B7A-43D3-8B79-37D633B846F1}">
                <asvg:svgBlip xmlns:asvg="http://schemas.microsoft.com/office/drawing/2016/SVG/main" r:embed="R272ca739b8504bf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828" y="1047274"/>
            <a:ext cx="432000" cy="432000"/>
          </a:xfrm>
          <a:prstGeom xmlns:a="http://schemas.openxmlformats.org/drawingml/2006/main" prst="rect">
            <a:avLst/>
          </a:prstGeom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8E25D23-C530-1A8D-25CC-A100D78A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30" y="1123260"/>
            <a:ext cx="1338828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CHALLENGES</a:t>
            </a:r>
          </a:p>
        </p:txBody>
      </p:sp>
      <p:pic>
        <p:nvPicPr>
          <p:cNvPr id="41" name="グラフィックス 7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9e1c1f9474829">
            <a:extLst>
              <a:ext uri="{96DAC541-7B7A-43D3-8B79-37D633B846F1}">
                <asvg:svgBlip xmlns:asvg="http://schemas.microsoft.com/office/drawing/2016/SVG/main" r:embed="Re58f0ddf3a11447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1816" y="1046011"/>
            <a:ext cx="432000" cy="432000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F50EE68-04F3-5175-F4D4-843830C4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173" y="1146008"/>
            <a:ext cx="102944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BENEFITS</a:t>
            </a:r>
          </a:p>
        </p:txBody>
      </p:sp>
      <p:pic>
        <p:nvPicPr>
          <p:cNvPr id="43" name="グラフィックス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03c2cf566499e">
            <a:extLst>
              <a:ext uri="{96DAC541-7B7A-43D3-8B79-37D633B846F1}">
                <asvg:svgBlip xmlns:asvg="http://schemas.microsoft.com/office/drawing/2016/SVG/main" r:embed="Re5e62a0170f04fe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53522" y="1046011"/>
            <a:ext cx="432000" cy="432000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AA84AD5-0646-B584-3CF5-543ABE57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824" y="1101778"/>
            <a:ext cx="1075936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SOLUTION</a:t>
            </a:r>
          </a:p>
        </p:txBody>
      </p:sp>
      <p:sp>
        <p:nvSpPr>
          <p:cNvPr id="22" name="Title 1">
            <a:extLst xmlns:a="http://schemas.openxmlformats.org/drawingml/2006/main">
              <a:ext uri="{FF2B5EF4-FFF2-40B4-BE49-F238E27FC236}">
                <a16:creationId xmlns:a16="http://schemas.microsoft.com/office/drawing/2014/main" id="{3DAD6CC2-BCDB-363F-60A5-0A0F42BF23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3526" y="107825"/>
            <a:ext cx="11603796" cy="648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24.xml><?xml version="1.0" encoding="utf-8"?>
<p:sldLayout xmlns:p="http://schemas.openxmlformats.org/presentationml/2006/main">
  <p:cSld name="2_Title Only">
    <p:bg>
      <p:bgPr>
        <a:blipFill xmlns:a="http://schemas.openxmlformats.org/drawingml/2006/main" rotWithShape="1">
          <a:blip xmlns:r="http://schemas.openxmlformats.org/officeDocument/2006/relationships" r:embed="R5d8441f8672a411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 1">
            <a:extLst xmlns:a="http://schemas.openxmlformats.org/drawingml/2006/main">
              <a:ext uri="{FF2B5EF4-FFF2-40B4-BE49-F238E27FC236}">
                <a16:creationId xmlns:a16="http://schemas.microsoft.com/office/drawing/2014/main" id="{F338423E-385C-C657-840E-6087629CFD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3526" y="107825"/>
            <a:ext cx="11603796" cy="648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>
  <p:cSld name="Title Subtitle and Horizontal Text">
    <p:bg>
      <p:bgPr>
        <a:blipFill xmlns:a="http://schemas.openxmlformats.org/drawingml/2006/main" rotWithShape="1">
          <a:blip xmlns:r="http://schemas.openxmlformats.org/officeDocument/2006/relationships" r:embed="R991356fcdb7d418e">
            <a:lum/>
          </a:blip>
          <a:srcRect l="0" t="0" r="0" b="0"/>
          <a:stretch>
            <a:fillRect l="0" t="-1000" r="0" b="-1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C8F8D96-F427-D38D-F04C-086BB45A0310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11330940" y="6573292"/>
            <a:ext cx="741998" cy="2166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0738A8-BD3E-9DF5-8A04-8EF0422CE5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3526" y="107825"/>
            <a:ext cx="11603796" cy="648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2C3D1E0C-A751-E7A2-2131-6AEA630FC71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263525" y="774371"/>
            <a:ext cx="11603797" cy="4044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Clr>
                <a:schemeClr val="bg1"/>
              </a:buClr>
              <a:buNone/>
              <a:defRPr sz="1800" b="0">
                <a:solidFill>
                  <a:srgbClr val="58545A"/>
                </a:solidFill>
              </a:defRPr>
            </a:lvl1pPr>
            <a:lvl2pPr>
              <a:buClr>
                <a:schemeClr val="bg1"/>
              </a:buClr>
              <a:buNone/>
              <a:defRPr sz="12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 sz="1000">
                <a:solidFill>
                  <a:schemeClr val="bg1"/>
                </a:solidFill>
              </a:defRPr>
            </a:lvl3pPr>
            <a:lvl4pPr>
              <a:buNone/>
              <a:defRPr sz="1000">
                <a:solidFill>
                  <a:schemeClr val="bg1"/>
                </a:solidFill>
              </a:defRPr>
            </a:lvl4pPr>
            <a:lvl5pPr marL="1208088" indent="0"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7628E8-E1FE-C6F8-C7DC-E29DC9C79A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63526" y="1197343"/>
            <a:ext cx="11603796" cy="524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>
  <p:cSld name="Abstract Background_Pillar ">
    <p:bg>
      <p:bgPr>
        <a:blipFill xmlns:a="http://schemas.openxmlformats.org/drawingml/2006/main" rotWithShape="1">
          <a:blip xmlns:r="http://schemas.openxmlformats.org/officeDocument/2006/relationships" r:embed="Ra64627080b7f4f1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7a02e39724e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993164-8F12-4A57-BCB2-ECAB88B102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62000" y="6423660"/>
            <a:ext cx="365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8B8580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E548FBC-C180-4348-924F-1AD0DE33EC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8B8580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ADFA4C3-C577-4944-B23B-0E8CEECA00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873138" y="6425604"/>
            <a:ext cx="2743200" cy="3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8B8580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</p:spTree>
  </p:cSld>
</p:sldLayout>
</file>

<file path=ppt/slideLayouts/slideLayout27.xml><?xml version="1.0" encoding="utf-8"?>
<p:sldLayout xmlns:p="http://schemas.openxmlformats.org/presentationml/2006/main">
  <p:cSld name="Bark - Title">
    <p:bg>
      <p:bgPr>
        <a:blipFill xmlns:a="http://schemas.openxmlformats.org/drawingml/2006/main" rotWithShape="1">
          <a:blip xmlns:r="http://schemas.openxmlformats.org/officeDocument/2006/relationships" r:embed="Rf3e752dd9ff4416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3">
            <a:extLst xmlns:a="http://schemas.openxmlformats.org/drawingml/2006/main">
              <a:ext uri="{FF2B5EF4-FFF2-40B4-BE49-F238E27FC236}">
                <a16:creationId xmlns:a16="http://schemas.microsoft.com/office/drawing/2014/main" id="{0638DF7B-BBB6-684E-A5BB-80F1125943E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403"/>
            <a:ext cx="10671048" cy="8229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FCD2263-B143-491D-9A73-9A5CC1D96F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873138" y="6425604"/>
            <a:ext cx="2743200" cy="3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  <p:sp>
        <p:nvSpPr>
          <p:cNvPr id="12" name="Footer Placeholder 11">
            <a:extLst xmlns:a="http://schemas.openxmlformats.org/drawingml/2006/main">
              <a:ext uri="{FF2B5EF4-FFF2-40B4-BE49-F238E27FC236}">
                <a16:creationId xmlns:a16="http://schemas.microsoft.com/office/drawing/2014/main" id="{68433CD8-0468-4DD9-BFE2-5D29C1C48E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1F7237D6-6278-4664-AC31-31E46A301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62000" y="6423660"/>
            <a:ext cx="365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AEA8A2"/>
                </a:solidFill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2cb905c85cf2423a" /><Relationship Type="http://schemas.openxmlformats.org/officeDocument/2006/relationships/theme" Target="/ppt/slideMasters/theme/theme2.xml" Id="R7337998f1dfd43a5" /><Relationship Type="http://schemas.openxmlformats.org/officeDocument/2006/relationships/slideLayout" Target="/ppt/slideLayouts/slideLayout1.xml" Id="Rfa63c5a9eae54961" /><Relationship Type="http://schemas.openxmlformats.org/officeDocument/2006/relationships/slideLayout" Target="/ppt/slideLayouts/slideLayout2.xml" Id="Ra6d94045cd8a4374" /><Relationship Type="http://schemas.openxmlformats.org/officeDocument/2006/relationships/slideLayout" Target="/ppt/slideLayouts/slideLayout3.xml" Id="R31998bfe20744777" /><Relationship Type="http://schemas.openxmlformats.org/officeDocument/2006/relationships/slideLayout" Target="/ppt/slideLayouts/slideLayout4.xml" Id="R80e892e91c18487e" /><Relationship Type="http://schemas.openxmlformats.org/officeDocument/2006/relationships/slideLayout" Target="/ppt/slideLayouts/slideLayout5.xml" Id="R12de0a3ac6a74f1e" /><Relationship Type="http://schemas.openxmlformats.org/officeDocument/2006/relationships/slideLayout" Target="/ppt/slideLayouts/slideLayout6.xml" Id="Rd15b37c26ab542f1" /><Relationship Type="http://schemas.openxmlformats.org/officeDocument/2006/relationships/slideLayout" Target="/ppt/slideLayouts/slideLayout7.xml" Id="R98ae58091ab14144" /><Relationship Type="http://schemas.openxmlformats.org/officeDocument/2006/relationships/slideLayout" Target="/ppt/slideLayouts/slideLayout8.xml" Id="Rc5101663bbe2407f" /><Relationship Type="http://schemas.openxmlformats.org/officeDocument/2006/relationships/slideLayout" Target="/ppt/slideLayouts/slideLayout9.xml" Id="R98193243a86440d0" /><Relationship Type="http://schemas.openxmlformats.org/officeDocument/2006/relationships/slideLayout" Target="/ppt/slideLayouts/slideLayout10.xml" Id="R5d3fc55e8e884b26" /><Relationship Type="http://schemas.openxmlformats.org/officeDocument/2006/relationships/slideLayout" Target="/ppt/slideLayouts/slideLayout11.xml" Id="R919809ef9c80452c" /><Relationship Type="http://schemas.openxmlformats.org/officeDocument/2006/relationships/slideLayout" Target="/ppt/slideLayouts/slideLayout12.xml" Id="R23e989b14dc84e67" /><Relationship Type="http://schemas.openxmlformats.org/officeDocument/2006/relationships/slideLayout" Target="/ppt/slideLayouts/slideLayout13.xml" Id="R26c3c7349cff4dba" /><Relationship Type="http://schemas.openxmlformats.org/officeDocument/2006/relationships/slideLayout" Target="/ppt/slideLayouts/slideLayout14.xml" Id="R4e8bb705ef234d64" /><Relationship Type="http://schemas.openxmlformats.org/officeDocument/2006/relationships/slideLayout" Target="/ppt/slideLayouts/slideLayout15.xml" Id="R8149a9f1c71e4a89" /><Relationship Type="http://schemas.openxmlformats.org/officeDocument/2006/relationships/slideLayout" Target="/ppt/slideLayouts/slideLayout16.xml" Id="Rd145bd6a84be404b" /><Relationship Type="http://schemas.openxmlformats.org/officeDocument/2006/relationships/slideLayout" Target="/ppt/slideLayouts/slideLayout17.xml" Id="R364432f009024e3f" /><Relationship Type="http://schemas.openxmlformats.org/officeDocument/2006/relationships/slideLayout" Target="/ppt/slideLayouts/slideLayout18.xml" Id="R3ebaa5f71cf44933" /><Relationship Type="http://schemas.openxmlformats.org/officeDocument/2006/relationships/slideLayout" Target="/ppt/slideLayouts/slideLayout19.xml" Id="R9d92751b4381495a" /><Relationship Type="http://schemas.openxmlformats.org/officeDocument/2006/relationships/slideLayout" Target="/ppt/slideLayouts/slideLayout20.xml" Id="R835593b38fa64f76" /><Relationship Type="http://schemas.openxmlformats.org/officeDocument/2006/relationships/slideLayout" Target="/ppt/slideLayouts/slideLayout21.xml" Id="Rbee084b59c3a4ec5" /><Relationship Type="http://schemas.openxmlformats.org/officeDocument/2006/relationships/slideLayout" Target="/ppt/slideLayouts/slideLayout22.xml" Id="R4590af466fc74f1b" /><Relationship Type="http://schemas.openxmlformats.org/officeDocument/2006/relationships/slideLayout" Target="/ppt/slideLayouts/slideLayout23.xml" Id="Rbf5cb17cb625456d" /><Relationship Type="http://schemas.openxmlformats.org/officeDocument/2006/relationships/slideLayout" Target="/ppt/slideLayouts/slideLayout24.xml" Id="R464a00583441414d" /><Relationship Type="http://schemas.openxmlformats.org/officeDocument/2006/relationships/slideLayout" Target="/ppt/slideLayouts/slideLayout25.xml" Id="Rc010e4a80ac64182" /><Relationship Type="http://schemas.openxmlformats.org/officeDocument/2006/relationships/slideLayout" Target="/ppt/slideLayouts/slideLayout26.xml" Id="R74dec08e0a4e4f39" /><Relationship Type="http://schemas.openxmlformats.org/officeDocument/2006/relationships/slideLayout" Target="/ppt/slideLayouts/slideLayout27.xml" Id="Rc1dd2cad137d474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8875" y="182403"/>
            <a:ext cx="10671048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1000"/>
              </a:spcBef>
              <a:buFont typeface="Arial"/>
              <a:buNone/>
            </a:pPr>
            <a:r>
              <a:t>Title</a:t>
            </a:r>
          </a:p>
        </p:txBody>
      </p:sp>
      <p:sp>
        <p:nvSpPr>
          <p:cNvPr id="4" name="Text Field">
            <a:extLst xmlns:a="http://schemas.openxmlformats.org/drawingml/2006/main">
              <a:ext uri="{FF2B5EF4-FFF2-40B4-BE49-F238E27FC236}">
                <a16:creationId xmlns:a16="http://schemas.microsoft.com/office/drawing/2014/main" id="{E46619B6-A626-4CDA-96E2-B94F4637C6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68875" y="1600200"/>
            <a:ext cx="10671048" cy="451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62000" y="6423660"/>
            <a:ext cx="365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800">
                <a:solidFill>
                  <a:srgbClr val="8B8580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910A5701-D230-7945-A037-EEE96ABC51FA}" type="slidenum">
              <a:t>‹#›</a:t>
            </a:fld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8E003242-6B91-1949-A5CA-15BA57A045C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127759" y="6423978"/>
            <a:ext cx="574537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800">
                <a:solidFill>
                  <a:srgbClr val="8B8580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/>
        </p:txBody>
      </p:sp>
      <p:sp>
        <p:nvSpPr>
          <p:cNvPr id="20" name="Date">
            <a:extLst xmlns:a="http://schemas.openxmlformats.org/drawingml/2006/main">
              <a:ext uri="{FF2B5EF4-FFF2-40B4-BE49-F238E27FC236}">
                <a16:creationId xmlns:a16="http://schemas.microsoft.com/office/drawing/2014/main" id="{65BA88F5-EF53-415B-8446-19188BE675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873138" y="6425604"/>
            <a:ext cx="2743200" cy="3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>
              <a:buNone/>
              <a:defRPr sz="800">
                <a:solidFill>
                  <a:srgbClr val="8B8580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B97CE0DD-3928-A64E-8DDB-A9891D20B72C}" type="datetimeFigureOut">
              <a:t>7/31/26</a:t>
            </a:fld>
          </a:p>
        </p:txBody>
      </p:sp>
      <p:pic>
        <p:nvPicPr>
          <p:cNvPr id="27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905c85cf242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5616" y="6464808"/>
            <a:ext cx="393192" cy="393192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AA820F9-F88A-5770-85AF-7A371527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" y="63500"/>
            <a:ext cx="2709863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Confidential - Oracle Restricted \Employees Only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C8A1302-65CE-AC78-EC0A-960E98D6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" y="6642100"/>
            <a:ext cx="2709863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Confidential - Oracle Restricted \Employees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63c5a9eae54961"/>
    <p:sldLayoutId xmlns:r="http://schemas.openxmlformats.org/officeDocument/2006/relationships" id="2147483650" r:id="Ra6d94045cd8a4374"/>
    <p:sldLayoutId xmlns:r="http://schemas.openxmlformats.org/officeDocument/2006/relationships" id="2147483651" r:id="R31998bfe20744777"/>
    <p:sldLayoutId xmlns:r="http://schemas.openxmlformats.org/officeDocument/2006/relationships" id="2147483652" r:id="R80e892e91c18487e"/>
    <p:sldLayoutId xmlns:r="http://schemas.openxmlformats.org/officeDocument/2006/relationships" id="2147483653" r:id="R12de0a3ac6a74f1e"/>
    <p:sldLayoutId xmlns:r="http://schemas.openxmlformats.org/officeDocument/2006/relationships" id="2147483654" r:id="Rd15b37c26ab542f1"/>
    <p:sldLayoutId xmlns:r="http://schemas.openxmlformats.org/officeDocument/2006/relationships" id="2147483655" r:id="R98ae58091ab14144"/>
    <p:sldLayoutId xmlns:r="http://schemas.openxmlformats.org/officeDocument/2006/relationships" id="2147483656" r:id="Rc5101663bbe2407f"/>
    <p:sldLayoutId xmlns:r="http://schemas.openxmlformats.org/officeDocument/2006/relationships" id="2147483657" r:id="R98193243a86440d0"/>
    <p:sldLayoutId xmlns:r="http://schemas.openxmlformats.org/officeDocument/2006/relationships" id="2147483658" r:id="R5d3fc55e8e884b26"/>
    <p:sldLayoutId xmlns:r="http://schemas.openxmlformats.org/officeDocument/2006/relationships" id="2147483659" r:id="R919809ef9c80452c"/>
    <p:sldLayoutId xmlns:r="http://schemas.openxmlformats.org/officeDocument/2006/relationships" id="2147483660" r:id="R23e989b14dc84e67"/>
    <p:sldLayoutId xmlns:r="http://schemas.openxmlformats.org/officeDocument/2006/relationships" id="2147483661" r:id="R26c3c7349cff4dba"/>
    <p:sldLayoutId xmlns:r="http://schemas.openxmlformats.org/officeDocument/2006/relationships" id="2147483662" r:id="R4e8bb705ef234d64"/>
    <p:sldLayoutId xmlns:r="http://schemas.openxmlformats.org/officeDocument/2006/relationships" id="2147483663" r:id="R8149a9f1c71e4a89"/>
    <p:sldLayoutId xmlns:r="http://schemas.openxmlformats.org/officeDocument/2006/relationships" id="2147483664" r:id="Rd145bd6a84be404b"/>
    <p:sldLayoutId xmlns:r="http://schemas.openxmlformats.org/officeDocument/2006/relationships" id="2147483665" r:id="R364432f009024e3f"/>
    <p:sldLayoutId xmlns:r="http://schemas.openxmlformats.org/officeDocument/2006/relationships" id="2147483666" r:id="R3ebaa5f71cf44933"/>
    <p:sldLayoutId xmlns:r="http://schemas.openxmlformats.org/officeDocument/2006/relationships" id="2147483667" r:id="R9d92751b4381495a"/>
    <p:sldLayoutId xmlns:r="http://schemas.openxmlformats.org/officeDocument/2006/relationships" id="2147483668" r:id="R835593b38fa64f76"/>
    <p:sldLayoutId xmlns:r="http://schemas.openxmlformats.org/officeDocument/2006/relationships" id="2147483669" r:id="Rbee084b59c3a4ec5"/>
    <p:sldLayoutId xmlns:r="http://schemas.openxmlformats.org/officeDocument/2006/relationships" id="2147483670" r:id="R4590af466fc74f1b"/>
    <p:sldLayoutId xmlns:r="http://schemas.openxmlformats.org/officeDocument/2006/relationships" id="2147483671" r:id="Rbf5cb17cb625456d"/>
    <p:sldLayoutId xmlns:r="http://schemas.openxmlformats.org/officeDocument/2006/relationships" id="2147483672" r:id="R464a00583441414d"/>
    <p:sldLayoutId xmlns:r="http://schemas.openxmlformats.org/officeDocument/2006/relationships" id="2147483673" r:id="Rc010e4a80ac64182"/>
    <p:sldLayoutId xmlns:r="http://schemas.openxmlformats.org/officeDocument/2006/relationships" id="2147483674" r:id="R74dec08e0a4e4f39"/>
    <p:sldLayoutId xmlns:r="http://schemas.openxmlformats.org/officeDocument/2006/relationships" id="2147483675" r:id="Rc1dd2cad137d474d"/>
  </p:sldLayoutIdLst>
  <p:txStyles>
    <p:titleStyle>
      <a:lvl1pPr xmlns:a="http://schemas.openxmlformats.org/drawingml/2006/main" algn="l" defTabSz="914400">
        <a:lnSpc>
          <a:spcPct val="95000"/>
        </a:lnSpc>
        <a:spcBef>
          <a:spcPct val="0"/>
        </a:spcBef>
        <a:buNone/>
        <a:defRPr sz="2400" b="1" i="0" kern="1200" baseline="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0" marR="0" indent="0" algn="l" defTabSz="914400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defRPr sz="1600" b="0" i="0" kern="1200">
          <a:solidFill>
            <a:schemeClr val="tx1"/>
          </a:solidFill>
          <a:latin typeface="Oracle Sans Tab"/>
          <a:ea typeface="Oracle Sans Tab"/>
          <a:cs typeface="Oracle Sans Tab"/>
        </a:defRPr>
      </a:lvl1pPr>
      <a:lvl2pPr xmlns:a="http://schemas.openxmlformats.org/drawingml/2006/main" marL="365760" marR="0" indent="-182880" algn="l" defTabSz="914400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/>
        <a:buChar char="•"/>
        <a:defRPr sz="1600" b="0" i="0" kern="1200">
          <a:solidFill>
            <a:schemeClr val="tx1"/>
          </a:solidFill>
          <a:latin typeface="Oracle Sans"/>
          <a:ea typeface="Oracle Sans"/>
          <a:cs typeface="Oracle Sans"/>
        </a:defRPr>
      </a:lvl2pPr>
      <a:lvl3pPr xmlns:a="http://schemas.openxmlformats.org/drawingml/2006/main" marL="547688" marR="0" indent="-182563" algn="l" defTabSz="914400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System Font Regular"/>
        <a:buChar char="-"/>
        <a:defRPr sz="1600" b="0" i="0" kern="1200">
          <a:solidFill>
            <a:schemeClr val="tx1"/>
          </a:solidFill>
          <a:latin typeface="Oracle Sans"/>
          <a:ea typeface="Oracle Sans"/>
          <a:cs typeface="Oracle Sans"/>
        </a:defRPr>
      </a:lvl3pPr>
      <a:lvl4pPr xmlns:a="http://schemas.openxmlformats.org/drawingml/2006/main" marL="730250" marR="0" indent="-182563" algn="l" defTabSz="914400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/>
        <a:buChar char="•"/>
        <a:defRPr sz="1600" b="0" i="0" kern="1200">
          <a:solidFill>
            <a:schemeClr val="tx1"/>
          </a:solidFill>
          <a:latin typeface="Oracle Sans"/>
          <a:ea typeface="Oracle Sans"/>
          <a:cs typeface="Oracle Sans"/>
        </a:defRPr>
      </a:lvl4pPr>
      <a:lvl5pPr xmlns:a="http://schemas.openxmlformats.org/drawingml/2006/main" marL="914400" marR="0" indent="-182880" algn="l" defTabSz="914400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-"/>
        <a:defRPr sz="1600" b="0" i="0" kern="1200">
          <a:solidFill>
            <a:schemeClr val="tx1"/>
          </a:solidFill>
          <a:latin typeface="Oracle Sans"/>
          <a:ea typeface="Oracle Sans"/>
          <a:cs typeface="Oracle Sans"/>
        </a:defRPr>
      </a:lvl5pPr>
      <a:lvl6pPr xmlns:a="http://schemas.openxmlformats.org/drawingml/2006/main" marL="1097280" indent="-182880" algn="l" defTabSz="914400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/>
        <a:buChar char="•"/>
        <a:defRPr sz="1600" b="0" i="0" kern="1200">
          <a:solidFill>
            <a:schemeClr val="tx1"/>
          </a:solidFill>
          <a:latin typeface="Oracle Sans"/>
          <a:ea typeface="Oracle Sans"/>
          <a:cs typeface="Oracle Sans"/>
        </a:defRPr>
      </a:lvl6pPr>
      <a:lvl7pPr xmlns:a="http://schemas.openxmlformats.org/drawingml/2006/main" marL="1280160" indent="-182880" algn="l" defTabSz="914400">
        <a:lnSpc>
          <a:spcPct val="95000"/>
        </a:lnSpc>
        <a:spcBef>
          <a:spcPts val="400"/>
        </a:spcBef>
        <a:spcAft>
          <a:spcPts val="0"/>
        </a:spcAft>
        <a:buFont typeface="System Font Regular"/>
        <a:buChar char="-"/>
        <a:defRPr sz="1600" b="0" i="0" kern="1200">
          <a:solidFill>
            <a:schemeClr val="tx1"/>
          </a:solidFill>
          <a:latin typeface="Oracle Sans"/>
          <a:ea typeface="Oracle Sans"/>
          <a:cs typeface="Oracle Sans"/>
        </a:defRPr>
      </a:lvl7pPr>
      <a:lvl8pPr xmlns:a="http://schemas.openxmlformats.org/drawingml/2006/main" marL="1604963" indent="-203200" algn="l" defTabSz="914400">
        <a:lnSpc>
          <a:spcPct val="90000"/>
        </a:lnSpc>
        <a:spcBef>
          <a:spcPts val="500"/>
        </a:spcBef>
        <a:buFont typeface="Arial"/>
        <a:buChar char="•"/>
        <a:defRPr sz="1600" b="0" i="0" kern="1200">
          <a:solidFill>
            <a:schemeClr val="tx1"/>
          </a:solidFill>
          <a:latin typeface="Oracle Sans"/>
          <a:ea typeface="Oracle Sans"/>
          <a:cs typeface="Oracle Sans"/>
        </a:defRPr>
      </a:lvl8pPr>
      <a:lvl9pPr xmlns:a="http://schemas.openxmlformats.org/drawingml/2006/main" marL="1889125" indent="-203200" algn="l" defTabSz="914400">
        <a:lnSpc>
          <a:spcPct val="90000"/>
        </a:lnSpc>
        <a:spcBef>
          <a:spcPts val="500"/>
        </a:spcBef>
        <a:buFont typeface="System Font Regular"/>
        <a:buChar char="-"/>
        <a:defRPr sz="1600" b="0" i="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F26B43"/>
          </p15:clr>
        </p15:guide>
        <p15:guide id="2" pos="3840">
          <p15:clr>
            <a:srgbClr xmlns:a="http://schemas.openxmlformats.org/drawingml/2006/main" val="F26B43"/>
          </p15:clr>
        </p15:guide>
        <p15:guide id="3" orient="horz" pos="1008">
          <p15:clr>
            <a:srgbClr xmlns:a="http://schemas.openxmlformats.org/drawingml/2006/main" val="5ACBF0"/>
          </p15:clr>
        </p15:guide>
        <p15:guide id="4" orient="horz" pos="3852">
          <p15:clr>
            <a:srgbClr xmlns:a="http://schemas.openxmlformats.org/drawingml/2006/main" val="F26B43"/>
          </p15:clr>
        </p15:guide>
        <p15:guide id="5" pos="480">
          <p15:clr>
            <a:srgbClr xmlns:a="http://schemas.openxmlformats.org/drawingml/2006/main" val="F26B43"/>
          </p15:clr>
        </p15:guide>
        <p15:guide id="6" orient="horz" pos="795">
          <p15:clr>
            <a:srgbClr xmlns:a="http://schemas.openxmlformats.org/drawingml/2006/main" val="F26B43"/>
          </p15:clr>
        </p15:guide>
        <p15:guide id="7" orient="horz" pos="590">
          <p15:clr>
            <a:srgbClr xmlns:a="http://schemas.openxmlformats.org/drawingml/2006/main" val="F26B43"/>
          </p15:clr>
        </p15:guide>
        <p15:guide id="8" pos="7212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racle-FY26-8.3">
  <a:themeElements>
    <a:clrScheme name="Custom 77">
      <a:dk1>
        <a:srgbClr val="2A2F2F"/>
      </a:dk1>
      <a:lt1>
        <a:srgbClr val="FFFFFF"/>
      </a:lt1>
      <a:dk2>
        <a:srgbClr val="2A2F2F"/>
      </a:dk2>
      <a:lt2>
        <a:srgbClr val="FBF9F8"/>
      </a:lt2>
      <a:accent1>
        <a:srgbClr val="04536F"/>
      </a:accent1>
      <a:accent2>
        <a:srgbClr val="6C3F49"/>
      </a:accent2>
      <a:accent3>
        <a:srgbClr val="C74634"/>
      </a:accent3>
      <a:accent4>
        <a:srgbClr val="F0CC71"/>
      </a:accent4>
      <a:accent5>
        <a:srgbClr val="89B2B0"/>
      </a:accent5>
      <a:accent6>
        <a:srgbClr val="86B596"/>
      </a:accent6>
      <a:hlink>
        <a:srgbClr val="00688C"/>
      </a:hlink>
      <a:folHlink>
        <a:srgbClr val="F0CC71"/>
      </a:folHlink>
    </a:clrScheme>
    <a:fontScheme name="Oracle Pillars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Custom 77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>
          <a:solidFill>
            <a:schemeClr val="phClr">
              <a:shade val="65000"/>
            </a:schemeClr>
          </a:solidFill>
          <a:prstDash val="solid"/>
        </a:ln>
        <a:ln w="3175">
          <a:solidFill>
            <a:schemeClr val="phClr"/>
          </a:solidFill>
          <a:prstDash val="solid"/>
        </a:ln>
        <a:ln w="0"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e927466fd134e91" /><Relationship Type="http://schemas.openxmlformats.org/officeDocument/2006/relationships/image" Target="/ppt/media/image12.svg" Id="R0b5290875dda41da" /><Relationship Type="http://schemas.openxmlformats.org/officeDocument/2006/relationships/image" Target="/ppt/media/image12.png" Id="R741ddc073cb84e1c" /><Relationship Type="http://schemas.openxmlformats.org/officeDocument/2006/relationships/image" Target="/ppt/media/image13.svg" Id="Rf8e23051dc374c4a" /><Relationship Type="http://schemas.openxmlformats.org/officeDocument/2006/relationships/image" Target="/ppt/media/image13.png" Id="R4a181a61376f48b8" /><Relationship Type="http://schemas.openxmlformats.org/officeDocument/2006/relationships/image" Target="/ppt/media/image14.svg" Id="R06f063d168c7400d" /><Relationship Type="http://schemas.openxmlformats.org/officeDocument/2006/relationships/image" Target="/ppt/media/image14.png" Id="R4897adf8bdff4e6f" /><Relationship Type="http://schemas.openxmlformats.org/officeDocument/2006/relationships/image" Target="/ppt/media/image15.svg" Id="R317d94aa2027493c" /><Relationship Type="http://schemas.openxmlformats.org/officeDocument/2006/relationships/image" Target="/ppt/media/image15.png" Id="R72031ea79ea14074" /><Relationship Type="http://schemas.openxmlformats.org/officeDocument/2006/relationships/image" Target="/ppt/media/image16.svg" Id="R672869aeb5f043d6" /><Relationship Type="http://schemas.openxmlformats.org/officeDocument/2006/relationships/image" Target="/ppt/media/image16.png" Id="Rc9cdfc27ac6c469e" /><Relationship Type="http://schemas.openxmlformats.org/officeDocument/2006/relationships/image" Target="/ppt/media/image17.svg" Id="Rfa41e079472b408a" /><Relationship Type="http://schemas.openxmlformats.org/officeDocument/2006/relationships/image" Target="/ppt/media/image17.png" Id="Rfc7e150a7b3f440c" /><Relationship Type="http://schemas.openxmlformats.org/officeDocument/2006/relationships/image" Target="/ppt/media/image18.png" Id="R82ad4ace75104e37" /><Relationship Type="http://schemas.openxmlformats.org/officeDocument/2006/relationships/image" Target="/ppt/media/image18.svg" Id="R5055973732a24adf" /><Relationship Type="http://schemas.openxmlformats.org/officeDocument/2006/relationships/image" Target="/ppt/media/image19.png" Id="R3956b430317c451a" /><Relationship Type="http://schemas.openxmlformats.org/officeDocument/2006/relationships/image" Target="/ppt/media/image19.svg" Id="R0283de73a741404f" /><Relationship Type="http://schemas.openxmlformats.org/officeDocument/2006/relationships/image" Target="/ppt/media/image20.png" Id="Rb78239bbbdc94b94" /><Relationship Type="http://schemas.openxmlformats.org/officeDocument/2006/relationships/image" Target="/ppt/media/image20.svg" Id="R925aeeaaa9a242b4" /><Relationship Type="http://schemas.openxmlformats.org/officeDocument/2006/relationships/image" Target="/ppt/media/image21.png" Id="Ra1fcfd11dfe249cb" /><Relationship Type="http://schemas.openxmlformats.org/officeDocument/2006/relationships/image" Target="/ppt/media/image21.svg" Id="R196f42b5ca414146" /><Relationship Type="http://schemas.openxmlformats.org/officeDocument/2006/relationships/image" Target="/ppt/media/image22.png" Id="R0ddd82d2f063406f" /><Relationship Type="http://schemas.openxmlformats.org/officeDocument/2006/relationships/image" Target="/ppt/media/image22.svg" Id="R7fc4b1338e71474b" /><Relationship Type="http://schemas.openxmlformats.org/officeDocument/2006/relationships/image" Target="/ppt/media/image23.png" Id="R49a57641e0b24d69" /><Relationship Type="http://schemas.openxmlformats.org/officeDocument/2006/relationships/image" Target="/ppt/media/image23.svg" Id="R2b0e856263d1478e" /><Relationship Type="http://schemas.openxmlformats.org/officeDocument/2006/relationships/image" Target="/ppt/media/image24.png" Id="R64cc419639b44671" /><Relationship Type="http://schemas.openxmlformats.org/officeDocument/2006/relationships/image" Target="/ppt/media/image24.svg" Id="R8d7947671709415f" /><Relationship Type="http://schemas.openxmlformats.org/officeDocument/2006/relationships/image" Target="/ppt/media/image25.png" Id="Rf26e9531caa84376" /><Relationship Type="http://schemas.openxmlformats.org/officeDocument/2006/relationships/image" Target="/ppt/media/image25.svg" Id="Rc62e976a378042a4" /><Relationship Type="http://schemas.openxmlformats.org/officeDocument/2006/relationships/image" Target="/ppt/media/image26.png" Id="Rc5e6c04252734463" /><Relationship Type="http://schemas.openxmlformats.org/officeDocument/2006/relationships/image" Target="/ppt/media/image26.svg" Id="R2d45a6b146b74419" /><Relationship Type="http://schemas.openxmlformats.org/officeDocument/2006/relationships/image" Target="/ppt/media/image27.png" Id="R5a0b34730a8c4f55" /><Relationship Type="http://schemas.openxmlformats.org/officeDocument/2006/relationships/image" Target="/ppt/media/image27.svg" Id="R904f6d03354c49e1" /><Relationship Type="http://schemas.openxmlformats.org/officeDocument/2006/relationships/image" Target="/ppt/media/image28.png" Id="R3b84cf924fca4afc" /><Relationship Type="http://schemas.openxmlformats.org/officeDocument/2006/relationships/image" Target="/ppt/media/image28.svg" Id="R3812f319ddfa4b50" /><Relationship Type="http://schemas.openxmlformats.org/officeDocument/2006/relationships/image" Target="/ppt/media/image29.png" Id="R78af23dfe8934ca5" /><Relationship Type="http://schemas.openxmlformats.org/officeDocument/2006/relationships/image" Target="/ppt/media/image29.svg" Id="R6f132f6273314353" /><Relationship Type="http://schemas.openxmlformats.org/officeDocument/2006/relationships/notesSlide" Target="/ppt/notesSlides/notesSlide1.xml" Id="Rc95fc3db52d346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99952b10d094f0a" /><Relationship Type="http://schemas.openxmlformats.org/officeDocument/2006/relationships/image" Target="/ppt/media/image30.png" Id="R2f38edc174b1449b" /><Relationship Type="http://schemas.openxmlformats.org/officeDocument/2006/relationships/image" Target="/ppt/media/image30.svg" Id="R652bcd176c354103" /><Relationship Type="http://schemas.openxmlformats.org/officeDocument/2006/relationships/image" Target="/ppt/media/image31.png" Id="Rf48806eacb064ce9" /><Relationship Type="http://schemas.openxmlformats.org/officeDocument/2006/relationships/image" Target="/ppt/media/image31.svg" Id="Rfe00242712bf4c50" /><Relationship Type="http://schemas.openxmlformats.org/officeDocument/2006/relationships/image" Target="/ppt/media/image32.png" Id="Rbc47dd4e63054b71" /><Relationship Type="http://schemas.openxmlformats.org/officeDocument/2006/relationships/image" Target="/ppt/media/image32.svg" Id="Raa66b881be9a4b6a" /><Relationship Type="http://schemas.openxmlformats.org/officeDocument/2006/relationships/image" Target="/ppt/media/image33.png" Id="Rb91f9cc822164198" /><Relationship Type="http://schemas.openxmlformats.org/officeDocument/2006/relationships/image" Target="/ppt/media/image33.svg" Id="R2994b9908c2140b3" /><Relationship Type="http://schemas.openxmlformats.org/officeDocument/2006/relationships/image" Target="/ppt/media/image34.png" Id="Rea4f432feb0a4797" /><Relationship Type="http://schemas.openxmlformats.org/officeDocument/2006/relationships/image" Target="/ppt/media/image34.svg" Id="R0cfabc697a004b37" /><Relationship Type="http://schemas.openxmlformats.org/officeDocument/2006/relationships/image" Target="/ppt/media/image35.png" Id="R168ae0f8f5ef4702" /><Relationship Type="http://schemas.openxmlformats.org/officeDocument/2006/relationships/image" Target="/ppt/media/image35.svg" Id="R5471f4aa6780444c" /><Relationship Type="http://schemas.openxmlformats.org/officeDocument/2006/relationships/image" Target="/ppt/media/image36.png" Id="R91c03fd9895d492c" /><Relationship Type="http://schemas.openxmlformats.org/officeDocument/2006/relationships/image" Target="/ppt/media/image36.svg" Id="Rf4c0dcaffa50427b" /><Relationship Type="http://schemas.openxmlformats.org/officeDocument/2006/relationships/image" Target="/ppt/media/image37.png" Id="R7bb3340af1b94964" /><Relationship Type="http://schemas.openxmlformats.org/officeDocument/2006/relationships/image" Target="/ppt/media/image37.svg" Id="R91b7826fd4b445f4" /><Relationship Type="http://schemas.openxmlformats.org/officeDocument/2006/relationships/image" Target="/ppt/media/image38.png" Id="R1a81e4d26f394702" /><Relationship Type="http://schemas.openxmlformats.org/officeDocument/2006/relationships/image" Target="/ppt/media/image38.svg" Id="R3896edee283c42ca" /><Relationship Type="http://schemas.openxmlformats.org/officeDocument/2006/relationships/image" Target="/ppt/media/image39.png" Id="R48c9c77a932947fb" /><Relationship Type="http://schemas.openxmlformats.org/officeDocument/2006/relationships/image" Target="/ppt/media/image39.svg" Id="R664fceb4cb7b4cd3" /><Relationship Type="http://schemas.openxmlformats.org/officeDocument/2006/relationships/image" Target="/ppt/media/image40.png" Id="R36b56ba90e524e71" /><Relationship Type="http://schemas.openxmlformats.org/officeDocument/2006/relationships/image" Target="/ppt/media/image40.svg" Id="R811c0b89c0f94361" /><Relationship Type="http://schemas.openxmlformats.org/officeDocument/2006/relationships/image" Target="/ppt/media/image41.png" Id="R511d8ca75ff44748" /><Relationship Type="http://schemas.openxmlformats.org/officeDocument/2006/relationships/image" Target="/ppt/media/image41.svg" Id="R8de4794a6d4e4735" /><Relationship Type="http://schemas.openxmlformats.org/officeDocument/2006/relationships/image" Target="/ppt/media/image42.png" Id="R21117ae9547f4a7a" /><Relationship Type="http://schemas.openxmlformats.org/officeDocument/2006/relationships/image" Target="/ppt/media/image42.svg" Id="Ra499c89d96e64b8c" /><Relationship Type="http://schemas.openxmlformats.org/officeDocument/2006/relationships/image" Target="/ppt/media/image43.png" Id="Rbd8ab992f8954032" /><Relationship Type="http://schemas.openxmlformats.org/officeDocument/2006/relationships/image" Target="/ppt/media/image43.svg" Id="Rb8a1eb6a042e47b7" /><Relationship Type="http://schemas.openxmlformats.org/officeDocument/2006/relationships/image" Target="/ppt/media/image44.png" Id="R825b441159eb453e" /><Relationship Type="http://schemas.openxmlformats.org/officeDocument/2006/relationships/image" Target="/ppt/media/image44.svg" Id="Ra7ee7d5843d04c5f" /><Relationship Type="http://schemas.openxmlformats.org/officeDocument/2006/relationships/image" Target="/ppt/media/image45.png" Id="R47b22c39f0644d0a" /><Relationship Type="http://schemas.openxmlformats.org/officeDocument/2006/relationships/image" Target="/ppt/media/image45.svg" Id="R4c154958408249e2" /><Relationship Type="http://schemas.openxmlformats.org/officeDocument/2006/relationships/image" Target="/ppt/media/image46.png" Id="R085d54b2ec6b479c" /><Relationship Type="http://schemas.openxmlformats.org/officeDocument/2006/relationships/image" Target="/ppt/media/image46.svg" Id="R0e40e49689334c8c" /><Relationship Type="http://schemas.openxmlformats.org/officeDocument/2006/relationships/image" Target="/ppt/media/image47.png" Id="R77476baf06294c64" /><Relationship Type="http://schemas.openxmlformats.org/officeDocument/2006/relationships/image" Target="/ppt/media/image47.svg" Id="R988b6b4e373a4317" /><Relationship Type="http://schemas.openxmlformats.org/officeDocument/2006/relationships/image" Target="/ppt/media/image48.png" Id="R654350864d124ef4" /><Relationship Type="http://schemas.openxmlformats.org/officeDocument/2006/relationships/image" Target="/ppt/media/image48.svg" Id="Rf488402a71ba48b4" /><Relationship Type="http://schemas.openxmlformats.org/officeDocument/2006/relationships/image" Target="/ppt/media/image49.png" Id="Rf8c899b7f47b4e5e" /><Relationship Type="http://schemas.openxmlformats.org/officeDocument/2006/relationships/image" Target="/ppt/media/image49.svg" Id="R669fe9358a434a79" /><Relationship Type="http://schemas.openxmlformats.org/officeDocument/2006/relationships/image" Target="/ppt/media/image50.png" Id="R1fd7ec146b7a4d11" /><Relationship Type="http://schemas.openxmlformats.org/officeDocument/2006/relationships/image" Target="/ppt/media/image50.svg" Id="Ra61d32ea42bb4926" /><Relationship Type="http://schemas.openxmlformats.org/officeDocument/2006/relationships/notesSlide" Target="/ppt/notesSlides/notesSlide2.xml" Id="Rf022a64d4f3b403a" /></Relationships>
</file>

<file path=ppt/slides/slide1.xml><?xml version="1.0" encoding="utf-8"?>
<p:sld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0DC5DF-8ACF-5723-5A91-4A085753B3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6046" y="7861"/>
            <a:ext cx="10515884" cy="82296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Axian Requirements for Centralized Monitoring &amp; Observability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39AB493A-DB38-19A2-FD45-9CAB0565C262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>
          <a:xfrm xmlns:a="http://schemas.openxmlformats.org/drawingml/2006/main">
            <a:off x="1184031" y="6492240"/>
            <a:ext cx="365760" cy="3657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1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DFBE221-461D-AD81-5E96-D988394408FA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>
          <a:xfrm xmlns:a="http://schemas.openxmlformats.org/drawingml/2006/main">
            <a:off x="1549790" y="6492558"/>
            <a:ext cx="5745379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2026, Oracle and/or its affiliates |</a:t>
            </a:r>
          </a:p>
        </p:txBody>
      </p:sp>
      <p:pic>
        <p:nvPicPr>
          <p:cNvPr id="8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ddc073cb84e1c">
            <a:extLst>
              <a:ext uri="{96DAC541-7B7A-43D3-8B79-37D633B846F1}">
                <asvg:svgBlip xmlns:asvg="http://schemas.microsoft.com/office/drawing/2016/SVG/main" r:embed="R0b5290875dda41d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707" y="1641173"/>
            <a:ext cx="291787" cy="291787"/>
          </a:xfrm>
          <a:prstGeom xmlns:a="http://schemas.openxmlformats.org/drawingml/2006/main" prst="rect">
            <a:avLst/>
          </a:prstGeom>
        </p:spPr>
      </p:pic>
      <p:sp>
        <p:nvSpPr>
          <p:cNvPr id="8" name="Text 1">
            <a:extLst xmlns:a="http://schemas.openxmlformats.org/drawingml/2006/main">
              <a:ext uri="{FF2B5EF4-FFF2-40B4-BE49-F238E27FC236}">
                <a16:creationId xmlns:a16="http://schemas.microsoft.com/office/drawing/2014/main" id="{587B146F-AB6E-F399-2FBB-7C5CE187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753" y="1686670"/>
            <a:ext cx="2680614" cy="1827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1000"/>
              </a:lnSpc>
              <a:buNone/>
            </a:pPr>
            <a:r>
              <a:rPr sz="900" b="1">
                <a:latin typeface="Roboto"/>
                <a:ea typeface="Roboto"/>
                <a:cs typeface="Roboto"/>
              </a:rPr>
              <a:t>Group-wide centralized monitoring, observability and operations intelligence platform</a:t>
            </a:r>
          </a:p>
        </p:txBody>
      </p:sp>
      <p:pic>
        <p:nvPicPr>
          <p:cNvPr id="8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81a61376f48b8">
            <a:extLst>
              <a:ext uri="{96DAC541-7B7A-43D3-8B79-37D633B846F1}">
                <asvg:svgBlip xmlns:asvg="http://schemas.microsoft.com/office/drawing/2016/SVG/main" r:embed="Rf8e23051dc374c4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2024" y="1641173"/>
            <a:ext cx="291787" cy="291787"/>
          </a:xfrm>
          <a:prstGeom xmlns:a="http://schemas.openxmlformats.org/drawingml/2006/main" prst="rect">
            <a:avLst/>
          </a:prstGeom>
        </p:spPr>
      </p:pic>
      <p:sp>
        <p:nvSpPr>
          <p:cNvPr id="10" name="Text 2">
            <a:extLst xmlns:a="http://schemas.openxmlformats.org/drawingml/2006/main">
              <a:ext uri="{FF2B5EF4-FFF2-40B4-BE49-F238E27FC236}">
                <a16:creationId xmlns:a16="http://schemas.microsoft.com/office/drawing/2014/main" id="{10A385EE-57B5-878F-CE4B-5BF5F2CB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70" y="1686670"/>
            <a:ext cx="2269331" cy="885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1000"/>
              </a:lnSpc>
              <a:buNone/>
            </a:pPr>
            <a:r>
              <a:rPr sz="900" b="1">
                <a:latin typeface="Roboto"/>
                <a:ea typeface="Roboto"/>
                <a:cs typeface="Roboto"/>
              </a:rPr>
              <a:t>Federated operations model</a:t>
            </a:r>
          </a:p>
        </p:txBody>
      </p:sp>
      <p:pic>
        <p:nvPicPr>
          <p:cNvPr id="8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7adf8bdff4e6f">
            <a:extLst>
              <a:ext uri="{96DAC541-7B7A-43D3-8B79-37D633B846F1}">
                <asvg:svgBlip xmlns:asvg="http://schemas.microsoft.com/office/drawing/2016/SVG/main" r:embed="R06f063d168c7400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058" y="1641173"/>
            <a:ext cx="291787" cy="291787"/>
          </a:xfrm>
          <a:prstGeom xmlns:a="http://schemas.openxmlformats.org/drawingml/2006/main" prst="rect">
            <a:avLst/>
          </a:prstGeom>
        </p:spPr>
      </p:pic>
      <p:sp>
        <p:nvSpPr>
          <p:cNvPr id="12" name="Text 3">
            <a:extLst xmlns:a="http://schemas.openxmlformats.org/drawingml/2006/main">
              <a:ext uri="{FF2B5EF4-FFF2-40B4-BE49-F238E27FC236}">
                <a16:creationId xmlns:a16="http://schemas.microsoft.com/office/drawing/2014/main" id="{BCB3E91D-170B-131F-4D60-7A384289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104" y="1686670"/>
            <a:ext cx="2269331" cy="885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1000"/>
              </a:lnSpc>
              <a:buNone/>
            </a:pPr>
            <a:r>
              <a:rPr sz="900" b="1">
                <a:latin typeface="Roboto"/>
                <a:ea typeface="Roboto"/>
                <a:cs typeface="Roboto"/>
              </a:rPr>
              <a:t>Support dual role: a) Opco level b) Group level</a:t>
            </a:r>
          </a:p>
        </p:txBody>
      </p:sp>
      <p:pic>
        <p:nvPicPr>
          <p:cNvPr id="8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31ea79ea14074">
            <a:extLst>
              <a:ext uri="{96DAC541-7B7A-43D3-8B79-37D633B846F1}">
                <asvg:svgBlip xmlns:asvg="http://schemas.microsoft.com/office/drawing/2016/SVG/main" r:embed="R317d94aa2027493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707" y="2312386"/>
            <a:ext cx="291787" cy="291787"/>
          </a:xfrm>
          <a:prstGeom xmlns:a="http://schemas.openxmlformats.org/drawingml/2006/main" prst="rect">
            <a:avLst/>
          </a:prstGeom>
        </p:spPr>
      </p:pic>
      <p:sp>
        <p:nvSpPr>
          <p:cNvPr id="14" name="Text 4">
            <a:extLst xmlns:a="http://schemas.openxmlformats.org/drawingml/2006/main">
              <a:ext uri="{FF2B5EF4-FFF2-40B4-BE49-F238E27FC236}">
                <a16:creationId xmlns:a16="http://schemas.microsoft.com/office/drawing/2014/main" id="{0BB61802-AEBD-9BE3-1568-664E0EEF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753" y="2383283"/>
            <a:ext cx="2269331" cy="885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1000"/>
              </a:lnSpc>
              <a:buNone/>
            </a:pPr>
            <a:r>
              <a:rPr sz="900" b="1">
                <a:latin typeface="Roboto"/>
                <a:ea typeface="Roboto"/>
                <a:cs typeface="Roboto"/>
              </a:rPr>
              <a:t>Integration with ServiceNow for auto ticketing</a:t>
            </a:r>
          </a:p>
        </p:txBody>
      </p:sp>
      <p:pic>
        <p:nvPicPr>
          <p:cNvPr id="8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dfc27ac6c469e">
            <a:extLst>
              <a:ext uri="{96DAC541-7B7A-43D3-8B79-37D633B846F1}">
                <asvg:svgBlip xmlns:asvg="http://schemas.microsoft.com/office/drawing/2016/SVG/main" r:embed="R672869aeb5f043d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2024" y="2312386"/>
            <a:ext cx="291787" cy="291787"/>
          </a:xfrm>
          <a:prstGeom xmlns:a="http://schemas.openxmlformats.org/drawingml/2006/main" prst="rect">
            <a:avLst/>
          </a:prstGeom>
        </p:spPr>
      </p:pic>
      <p:sp>
        <p:nvSpPr>
          <p:cNvPr id="16" name="Text 5">
            <a:extLst xmlns:a="http://schemas.openxmlformats.org/drawingml/2006/main">
              <a:ext uri="{FF2B5EF4-FFF2-40B4-BE49-F238E27FC236}">
                <a16:creationId xmlns:a16="http://schemas.microsoft.com/office/drawing/2014/main" id="{4F97337D-371E-D20C-94E1-E4211D9A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70" y="2383283"/>
            <a:ext cx="2269331" cy="885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1000"/>
              </a:lnSpc>
              <a:buNone/>
            </a:pPr>
            <a:r>
              <a:rPr sz="900" b="1">
                <a:latin typeface="Roboto"/>
                <a:ea typeface="Roboto"/>
                <a:cs typeface="Roboto"/>
              </a:rPr>
              <a:t>Alignment with Industry best practices </a:t>
            </a:r>
          </a:p>
          <a:p xmlns:a="http://schemas.openxmlformats.org/drawingml/2006/main">
            <a:pPr marL="0" indent="0" algn="l">
              <a:lnSpc>
                <a:spcPct val="101000"/>
              </a:lnSpc>
              <a:buNone/>
            </a:pPr>
            <a:r>
              <a:rPr sz="900" b="1">
                <a:latin typeface="Roboto"/>
                <a:ea typeface="Roboto"/>
                <a:cs typeface="Roboto"/>
              </a:rPr>
              <a:t>and standards</a:t>
            </a:r>
          </a:p>
        </p:txBody>
      </p:sp>
      <p:pic>
        <p:nvPicPr>
          <p:cNvPr id="9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e150a7b3f440c">
            <a:extLst>
              <a:ext uri="{96DAC541-7B7A-43D3-8B79-37D633B846F1}">
                <asvg:svgBlip xmlns:asvg="http://schemas.microsoft.com/office/drawing/2016/SVG/main" r:embed="Rfa41e079472b408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058" y="2312386"/>
            <a:ext cx="291787" cy="291787"/>
          </a:xfrm>
          <a:prstGeom xmlns:a="http://schemas.openxmlformats.org/drawingml/2006/main" prst="rect">
            <a:avLst/>
          </a:prstGeom>
        </p:spPr>
      </p:pic>
      <p:sp>
        <p:nvSpPr>
          <p:cNvPr id="18" name="Text 6">
            <a:extLst xmlns:a="http://schemas.openxmlformats.org/drawingml/2006/main">
              <a:ext uri="{FF2B5EF4-FFF2-40B4-BE49-F238E27FC236}">
                <a16:creationId xmlns:a16="http://schemas.microsoft.com/office/drawing/2014/main" id="{4CC2ED7D-8A7C-AC55-EF11-9DD35F6B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104" y="2383283"/>
            <a:ext cx="2994644" cy="1888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1000"/>
              </a:lnSpc>
              <a:buNone/>
            </a:pPr>
            <a:r>
              <a:rPr sz="900" b="1">
                <a:latin typeface="Roboto"/>
                <a:ea typeface="Roboto"/>
                <a:cs typeface="Roboto"/>
              </a:rPr>
              <a:t>Leverage existing opco monitoring investments by integrating with existing tools</a:t>
            </a:r>
          </a:p>
        </p:txBody>
      </p:sp>
      <p:pic>
        <p:nvPicPr>
          <p:cNvPr id="92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d4ace75104e37">
            <a:extLst>
              <a:ext uri="{96DAC541-7B7A-43D3-8B79-37D633B846F1}">
                <asvg:svgBlip xmlns:asvg="http://schemas.microsoft.com/office/drawing/2016/SVG/main" r:embed="R5055973732a24ad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707" y="3070308"/>
            <a:ext cx="291787" cy="291787"/>
          </a:xfrm>
          <a:prstGeom xmlns:a="http://schemas.openxmlformats.org/drawingml/2006/main" prst="rect">
            <a:avLst/>
          </a:prstGeom>
        </p:spPr>
      </p:pic>
      <p:sp>
        <p:nvSpPr>
          <p:cNvPr id="20" name="Text 7">
            <a:extLst xmlns:a="http://schemas.openxmlformats.org/drawingml/2006/main">
              <a:ext uri="{FF2B5EF4-FFF2-40B4-BE49-F238E27FC236}">
                <a16:creationId xmlns:a16="http://schemas.microsoft.com/office/drawing/2014/main" id="{E41AA59C-DE82-2B3A-5F81-196A0C2E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753" y="3128505"/>
            <a:ext cx="2269331" cy="885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1000"/>
              </a:lnSpc>
              <a:buNone/>
              <a:defRPr sz="825" b="1">
                <a:solidFill>
                  <a:srgbClr val="312D2A"/>
                </a:solidFill>
              </a:defRPr>
            </a:pPr>
            <a:r>
              <a:rPr sz="825" b="1">
                <a:solidFill>
                  <a:srgbClr val="312D2A"/>
                </a:solidFill>
                <a:latin typeface="Roboto"/>
                <a:ea typeface="Roboto"/>
                <a:cs typeface="Roboto"/>
              </a:rPr>
              <a:t>Predictive and proactive operations</a:t>
            </a:r>
          </a:p>
          <a:p xmlns:a="http://schemas.openxmlformats.org/drawingml/2006/main">
            <a:pPr marL="0" indent="0" algn="l">
              <a:lnSpc>
                <a:spcPct val="101000"/>
              </a:lnSpc>
              <a:buNone/>
              <a:defRPr sz="825" b="1">
                <a:solidFill>
                  <a:srgbClr val="312D2A"/>
                </a:solidFill>
              </a:defRPr>
            </a:pPr>
            <a:r>
              <a:rPr sz="825" b="1">
                <a:solidFill>
                  <a:srgbClr val="312D2A"/>
                </a:solidFill>
                <a:latin typeface="Roboto"/>
                <a:ea typeface="Roboto"/>
                <a:cs typeface="Roboto"/>
              </a:rPr>
              <a:t>through AI/AIOps capabilities</a:t>
            </a:r>
          </a:p>
        </p:txBody>
      </p:sp>
      <p:pic>
        <p:nvPicPr>
          <p:cNvPr id="94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6b430317c451a">
            <a:extLst>
              <a:ext uri="{96DAC541-7B7A-43D3-8B79-37D633B846F1}">
                <asvg:svgBlip xmlns:asvg="http://schemas.microsoft.com/office/drawing/2016/SVG/main" r:embed="R0283de73a741404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2024" y="3070308"/>
            <a:ext cx="291787" cy="291787"/>
          </a:xfrm>
          <a:prstGeom xmlns:a="http://schemas.openxmlformats.org/drawingml/2006/main" prst="rect">
            <a:avLst/>
          </a:prstGeom>
        </p:spPr>
      </p:pic>
      <p:sp>
        <p:nvSpPr>
          <p:cNvPr id="22" name="Text 8">
            <a:extLst xmlns:a="http://schemas.openxmlformats.org/drawingml/2006/main">
              <a:ext uri="{FF2B5EF4-FFF2-40B4-BE49-F238E27FC236}">
                <a16:creationId xmlns:a16="http://schemas.microsoft.com/office/drawing/2014/main" id="{5BE7806B-F5FF-962A-9558-780B013D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70" y="3128505"/>
            <a:ext cx="2269331" cy="885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1000"/>
              </a:lnSpc>
              <a:buNone/>
            </a:pPr>
            <a:r>
              <a:rPr sz="900" b="1">
                <a:latin typeface="Roboto"/>
                <a:ea typeface="Roboto"/>
                <a:cs typeface="Roboto"/>
              </a:rPr>
              <a:t>Standardize KPIs, escalation models, and </a:t>
            </a:r>
          </a:p>
          <a:p xmlns:a="http://schemas.openxmlformats.org/drawingml/2006/main">
            <a:pPr marL="0" indent="0" algn="l">
              <a:lnSpc>
                <a:spcPct val="101000"/>
              </a:lnSpc>
              <a:buNone/>
            </a:pPr>
            <a:r>
              <a:rPr sz="900" b="1">
                <a:latin typeface="Roboto"/>
                <a:ea typeface="Roboto"/>
                <a:cs typeface="Roboto"/>
              </a:rPr>
              <a:t>runbooks across Opcos</a:t>
            </a:r>
          </a:p>
        </p:txBody>
      </p:sp>
      <p:pic>
        <p:nvPicPr>
          <p:cNvPr id="96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239bbbdc94b94">
            <a:extLst>
              <a:ext uri="{96DAC541-7B7A-43D3-8B79-37D633B846F1}">
                <asvg:svgBlip xmlns:asvg="http://schemas.microsoft.com/office/drawing/2016/SVG/main" r:embed="R925aeeaaa9a242b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058" y="3070308"/>
            <a:ext cx="291787" cy="291787"/>
          </a:xfrm>
          <a:prstGeom xmlns:a="http://schemas.openxmlformats.org/drawingml/2006/main" prst="rect">
            <a:avLst/>
          </a:prstGeom>
        </p:spPr>
      </p:pic>
      <p:sp>
        <p:nvSpPr>
          <p:cNvPr id="24" name="Text 9">
            <a:extLst xmlns:a="http://schemas.openxmlformats.org/drawingml/2006/main">
              <a:ext uri="{FF2B5EF4-FFF2-40B4-BE49-F238E27FC236}">
                <a16:creationId xmlns:a16="http://schemas.microsoft.com/office/drawing/2014/main" id="{4E36163D-4991-9887-3DA4-94B726DC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845" y="3130254"/>
            <a:ext cx="2269331" cy="885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1000"/>
              </a:lnSpc>
              <a:buNone/>
            </a:pPr>
            <a:r>
              <a:rPr sz="900" b="1">
                <a:latin typeface="Roboto"/>
                <a:ea typeface="Roboto"/>
                <a:cs typeface="Roboto"/>
              </a:rPr>
              <a:t>OPEX optimization through automation and shared platform</a:t>
            </a:r>
          </a:p>
        </p:txBody>
      </p:sp>
      <p:pic>
        <p:nvPicPr>
          <p:cNvPr id="98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cfd11dfe249cb">
            <a:extLst>
              <a:ext uri="{96DAC541-7B7A-43D3-8B79-37D633B846F1}">
                <asvg:svgBlip xmlns:asvg="http://schemas.microsoft.com/office/drawing/2016/SVG/main" r:embed="R196f42b5ca41414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058" y="3822633"/>
            <a:ext cx="291787" cy="291787"/>
          </a:xfrm>
          <a:prstGeom xmlns:a="http://schemas.openxmlformats.org/drawingml/2006/main" prst="rect">
            <a:avLst/>
          </a:prstGeom>
        </p:spPr>
      </p:pic>
      <p:sp>
        <p:nvSpPr>
          <p:cNvPr id="26" name="Text 10">
            <a:extLst xmlns:a="http://schemas.openxmlformats.org/drawingml/2006/main">
              <a:ext uri="{FF2B5EF4-FFF2-40B4-BE49-F238E27FC236}">
                <a16:creationId xmlns:a16="http://schemas.microsoft.com/office/drawing/2014/main" id="{CA93E190-D0C1-FB37-626F-24479E7D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104" y="3880830"/>
            <a:ext cx="3447280" cy="885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1000"/>
              </a:lnSpc>
              <a:buNone/>
            </a:pPr>
            <a:r>
              <a:rPr sz="900" b="1">
                <a:latin typeface="Roboto"/>
                <a:ea typeface="Roboto"/>
                <a:cs typeface="Roboto"/>
              </a:rPr>
              <a:t>Address the current Opcos including Madagascar, Togo, Senegal, Comoros, Tanzania, Kenya, Uganda &amp; other countries</a:t>
            </a:r>
          </a:p>
        </p:txBody>
      </p:sp>
      <p:pic>
        <p:nvPicPr>
          <p:cNvPr id="100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d82d2f063406f">
            <a:extLst>
              <a:ext uri="{96DAC541-7B7A-43D3-8B79-37D633B846F1}">
                <asvg:svgBlip xmlns:asvg="http://schemas.microsoft.com/office/drawing/2016/SVG/main" r:embed="R7fc4b1338e71474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2024" y="3822633"/>
            <a:ext cx="291787" cy="291787"/>
          </a:xfrm>
          <a:prstGeom xmlns:a="http://schemas.openxmlformats.org/drawingml/2006/main" prst="rect">
            <a:avLst/>
          </a:prstGeom>
        </p:spPr>
      </p:pic>
      <p:sp>
        <p:nvSpPr>
          <p:cNvPr id="28" name="Text 11">
            <a:extLst xmlns:a="http://schemas.openxmlformats.org/drawingml/2006/main">
              <a:ext uri="{FF2B5EF4-FFF2-40B4-BE49-F238E27FC236}">
                <a16:creationId xmlns:a16="http://schemas.microsoft.com/office/drawing/2014/main" id="{0C639483-A74D-0254-A777-2D66FE2F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70" y="3880830"/>
            <a:ext cx="2269331" cy="1771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1000"/>
              </a:lnSpc>
              <a:buNone/>
            </a:pPr>
            <a:r>
              <a:rPr sz="900" b="1">
                <a:latin typeface="Roboto"/>
                <a:ea typeface="Roboto"/>
                <a:cs typeface="Roboto"/>
              </a:rPr>
              <a:t>Scalable platform to support addition of new Opcos with additional infrastructure</a:t>
            </a:r>
          </a:p>
        </p:txBody>
      </p:sp>
      <p:pic>
        <p:nvPicPr>
          <p:cNvPr id="102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57641e0b24d69">
            <a:extLst>
              <a:ext uri="{96DAC541-7B7A-43D3-8B79-37D633B846F1}">
                <asvg:svgBlip xmlns:asvg="http://schemas.microsoft.com/office/drawing/2016/SVG/main" r:embed="R2b0e856263d1478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707" y="3822633"/>
            <a:ext cx="291787" cy="291787"/>
          </a:xfrm>
          <a:prstGeom xmlns:a="http://schemas.openxmlformats.org/drawingml/2006/main" prst="rect">
            <a:avLst/>
          </a:prstGeom>
        </p:spPr>
      </p:pic>
      <p:sp>
        <p:nvSpPr>
          <p:cNvPr id="30" name="Text 12">
            <a:extLst xmlns:a="http://schemas.openxmlformats.org/drawingml/2006/main">
              <a:ext uri="{FF2B5EF4-FFF2-40B4-BE49-F238E27FC236}">
                <a16:creationId xmlns:a16="http://schemas.microsoft.com/office/drawing/2014/main" id="{8125B6E0-95F0-D00F-F834-E0B2AF5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753" y="3880830"/>
            <a:ext cx="2269331" cy="885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1000"/>
              </a:lnSpc>
              <a:buNone/>
            </a:pPr>
            <a:r>
              <a:rPr sz="900" b="1">
                <a:latin typeface="Roboto"/>
                <a:ea typeface="Roboto"/>
                <a:cs typeface="Roboto"/>
              </a:rPr>
              <a:t>Multi tenancy model</a:t>
            </a:r>
          </a:p>
        </p:txBody>
      </p:sp>
      <p:sp>
        <p:nvSpPr>
          <p:cNvPr id="32" name="Shape 14">
            <a:extLst xmlns:a="http://schemas.openxmlformats.org/drawingml/2006/main">
              <a:ext uri="{FF2B5EF4-FFF2-40B4-BE49-F238E27FC236}">
                <a16:creationId xmlns:a16="http://schemas.microsoft.com/office/drawing/2014/main" id="{020AFF27-21DC-E080-5189-15AEF20E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939" y="5190315"/>
            <a:ext cx="4462761" cy="321173"/>
          </a:xfrm>
          <a:prstGeom xmlns:a="http://schemas.openxmlformats.org/drawingml/2006/main" prst="roundRect">
            <a:avLst>
              <a:gd name="adj" fmla="val 2120"/>
            </a:avLst>
          </a:prstGeom>
          <a:solidFill xmlns:a="http://schemas.openxmlformats.org/drawingml/2006/main">
            <a:srgbClr val="4040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15">
            <a:extLst xmlns:a="http://schemas.openxmlformats.org/drawingml/2006/main">
              <a:ext uri="{FF2B5EF4-FFF2-40B4-BE49-F238E27FC236}">
                <a16:creationId xmlns:a16="http://schemas.microsoft.com/office/drawing/2014/main" id="{39C2D1CD-8E63-DB84-E297-5BBCB389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51" y="5236297"/>
            <a:ext cx="241146" cy="2192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6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c419639b44671">
            <a:extLst>
              <a:ext uri="{96DAC541-7B7A-43D3-8B79-37D633B846F1}">
                <asvg:svgBlip xmlns:asvg="http://schemas.microsoft.com/office/drawing/2016/SVG/main" r:embed="R8d7947671709415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0654" y="5291564"/>
            <a:ext cx="108540" cy="108540"/>
          </a:xfrm>
          <a:prstGeom xmlns:a="http://schemas.openxmlformats.org/drawingml/2006/main" prst="rect">
            <a:avLst/>
          </a:prstGeom>
        </p:spPr>
      </p:pic>
      <p:sp>
        <p:nvSpPr>
          <p:cNvPr id="35" name="Text 16">
            <a:extLst xmlns:a="http://schemas.openxmlformats.org/drawingml/2006/main">
              <a:ext uri="{FF2B5EF4-FFF2-40B4-BE49-F238E27FC236}">
                <a16:creationId xmlns:a16="http://schemas.microsoft.com/office/drawing/2014/main" id="{619B5D9D-62A5-3FE7-FCC1-3737DF2F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354" y="5291065"/>
            <a:ext cx="4301996" cy="1142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UA: existing tools, telecom assurance &amp; topology</a:t>
            </a:r>
          </a:p>
        </p:txBody>
      </p:sp>
      <p:sp>
        <p:nvSpPr>
          <p:cNvPr id="36" name="Shape 17">
            <a:extLst xmlns:a="http://schemas.openxmlformats.org/drawingml/2006/main">
              <a:ext uri="{FF2B5EF4-FFF2-40B4-BE49-F238E27FC236}">
                <a16:creationId xmlns:a16="http://schemas.microsoft.com/office/drawing/2014/main" id="{EAC188F5-4E2B-B0AA-788A-88D1BC5D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621" y="5190315"/>
            <a:ext cx="4462761" cy="321173"/>
          </a:xfrm>
          <a:prstGeom xmlns:a="http://schemas.openxmlformats.org/drawingml/2006/main" prst="roundRect">
            <a:avLst>
              <a:gd name="adj" fmla="val 2120"/>
            </a:avLst>
          </a:prstGeom>
          <a:solidFill xmlns:a="http://schemas.openxmlformats.org/drawingml/2006/main">
            <a:srgbClr val="4040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18">
            <a:extLst xmlns:a="http://schemas.openxmlformats.org/drawingml/2006/main">
              <a:ext uri="{FF2B5EF4-FFF2-40B4-BE49-F238E27FC236}">
                <a16:creationId xmlns:a16="http://schemas.microsoft.com/office/drawing/2014/main" id="{1F6E9301-E878-1645-C60B-AE8EF171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785" y="5238884"/>
            <a:ext cx="241146" cy="2192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10" name="Imag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e9531caa84376">
            <a:extLst>
              <a:ext uri="{96DAC541-7B7A-43D3-8B79-37D633B846F1}">
                <asvg:svgBlip xmlns:asvg="http://schemas.microsoft.com/office/drawing/2016/SVG/main" r:embed="Rc62e976a378042a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47088" y="5294151"/>
            <a:ext cx="108540" cy="108540"/>
          </a:xfrm>
          <a:prstGeom xmlns:a="http://schemas.openxmlformats.org/drawingml/2006/main" prst="rect">
            <a:avLst/>
          </a:prstGeom>
        </p:spPr>
      </p:pic>
      <p:sp>
        <p:nvSpPr>
          <p:cNvPr id="39" name="Text 19">
            <a:extLst xmlns:a="http://schemas.openxmlformats.org/drawingml/2006/main">
              <a:ext uri="{FF2B5EF4-FFF2-40B4-BE49-F238E27FC236}">
                <a16:creationId xmlns:a16="http://schemas.microsoft.com/office/drawing/2014/main" id="{951F008A-AD79-DBF9-5377-76F68CFE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6036" y="5282467"/>
            <a:ext cx="4301996" cy="1142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OCI APM: applications, traces, topology &amp; synthetics</a:t>
            </a:r>
          </a:p>
        </p:txBody>
      </p:sp>
      <p:sp>
        <p:nvSpPr>
          <p:cNvPr id="40" name="Shape 20">
            <a:extLst xmlns:a="http://schemas.openxmlformats.org/drawingml/2006/main">
              <a:ext uri="{FF2B5EF4-FFF2-40B4-BE49-F238E27FC236}">
                <a16:creationId xmlns:a16="http://schemas.microsoft.com/office/drawing/2014/main" id="{E1AE4FE9-0FFD-BA58-7588-68E32A49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939" y="5571797"/>
            <a:ext cx="4462761" cy="321173"/>
          </a:xfrm>
          <a:prstGeom xmlns:a="http://schemas.openxmlformats.org/drawingml/2006/main" prst="roundRect">
            <a:avLst>
              <a:gd name="adj" fmla="val 2120"/>
            </a:avLst>
          </a:prstGeom>
          <a:solidFill xmlns:a="http://schemas.openxmlformats.org/drawingml/2006/main">
            <a:srgbClr val="4040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21">
            <a:extLst xmlns:a="http://schemas.openxmlformats.org/drawingml/2006/main">
              <a:ext uri="{FF2B5EF4-FFF2-40B4-BE49-F238E27FC236}">
                <a16:creationId xmlns:a16="http://schemas.microsoft.com/office/drawing/2014/main" id="{3705DF83-EC15-41A4-9D97-60A1DF88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51" y="5617778"/>
            <a:ext cx="241146" cy="2192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14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6c04252734463">
            <a:extLst>
              <a:ext uri="{96DAC541-7B7A-43D3-8B79-37D633B846F1}">
                <asvg:svgBlip xmlns:asvg="http://schemas.microsoft.com/office/drawing/2016/SVG/main" r:embed="R2d45a6b146b7441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0654" y="5673045"/>
            <a:ext cx="108540" cy="108540"/>
          </a:xfrm>
          <a:prstGeom xmlns:a="http://schemas.openxmlformats.org/drawingml/2006/main" prst="rect">
            <a:avLst/>
          </a:prstGeom>
        </p:spPr>
      </p:pic>
      <p:sp>
        <p:nvSpPr>
          <p:cNvPr id="43" name="Text 22">
            <a:extLst xmlns:a="http://schemas.openxmlformats.org/drawingml/2006/main">
              <a:ext uri="{FF2B5EF4-FFF2-40B4-BE49-F238E27FC236}">
                <a16:creationId xmlns:a16="http://schemas.microsoft.com/office/drawing/2014/main" id="{C02CAB0C-26A7-C101-F503-22A3CC6A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269" y="5655312"/>
            <a:ext cx="4301996" cy="1142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OEM retained: database, Exadata &amp; middleware depth</a:t>
            </a:r>
          </a:p>
        </p:txBody>
      </p:sp>
      <p:sp>
        <p:nvSpPr>
          <p:cNvPr id="44" name="Shape 23">
            <a:extLst xmlns:a="http://schemas.openxmlformats.org/drawingml/2006/main">
              <a:ext uri="{FF2B5EF4-FFF2-40B4-BE49-F238E27FC236}">
                <a16:creationId xmlns:a16="http://schemas.microsoft.com/office/drawing/2014/main" id="{4CD5142C-E1A6-1131-5229-A06E3C9A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621" y="5571797"/>
            <a:ext cx="4462761" cy="321173"/>
          </a:xfrm>
          <a:prstGeom xmlns:a="http://schemas.openxmlformats.org/drawingml/2006/main" prst="roundRect">
            <a:avLst>
              <a:gd name="adj" fmla="val 2120"/>
            </a:avLst>
          </a:prstGeom>
          <a:solidFill xmlns:a="http://schemas.openxmlformats.org/drawingml/2006/main">
            <a:srgbClr val="4040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24">
            <a:extLst xmlns:a="http://schemas.openxmlformats.org/drawingml/2006/main">
              <a:ext uri="{FF2B5EF4-FFF2-40B4-BE49-F238E27FC236}">
                <a16:creationId xmlns:a16="http://schemas.microsoft.com/office/drawing/2014/main" id="{0A58C35B-FFAA-E871-7E19-077C3646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785" y="5620365"/>
            <a:ext cx="241146" cy="2192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18" name="Imag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b34730a8c4f55">
            <a:extLst>
              <a:ext uri="{96DAC541-7B7A-43D3-8B79-37D633B846F1}">
                <asvg:svgBlip xmlns:asvg="http://schemas.microsoft.com/office/drawing/2016/SVG/main" r:embed="R904f6d03354c49e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47088" y="5675632"/>
            <a:ext cx="108540" cy="108540"/>
          </a:xfrm>
          <a:prstGeom xmlns:a="http://schemas.openxmlformats.org/drawingml/2006/main" prst="rect">
            <a:avLst/>
          </a:prstGeom>
        </p:spPr>
      </p:pic>
      <p:sp>
        <p:nvSpPr>
          <p:cNvPr id="47" name="Text 25">
            <a:extLst xmlns:a="http://schemas.openxmlformats.org/drawingml/2006/main">
              <a:ext uri="{FF2B5EF4-FFF2-40B4-BE49-F238E27FC236}">
                <a16:creationId xmlns:a16="http://schemas.microsoft.com/office/drawing/2014/main" id="{46DE955B-207A-80AF-665A-BB8123D7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6036" y="5663301"/>
            <a:ext cx="4301996" cy="1142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Log Analytics: OKE + open collection for EKS/VKS/OpenShift</a:t>
            </a:r>
          </a:p>
        </p:txBody>
      </p:sp>
      <p:sp>
        <p:nvSpPr>
          <p:cNvPr id="48" name="Shape 26">
            <a:extLst xmlns:a="http://schemas.openxmlformats.org/drawingml/2006/main">
              <a:ext uri="{FF2B5EF4-FFF2-40B4-BE49-F238E27FC236}">
                <a16:creationId xmlns:a16="http://schemas.microsoft.com/office/drawing/2014/main" id="{2766E03E-8720-1D2D-721B-2E4DDFE3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939" y="5929631"/>
            <a:ext cx="4462761" cy="321173"/>
          </a:xfrm>
          <a:prstGeom xmlns:a="http://schemas.openxmlformats.org/drawingml/2006/main" prst="roundRect">
            <a:avLst>
              <a:gd name="adj" fmla="val 2120"/>
            </a:avLst>
          </a:prstGeom>
          <a:solidFill xmlns:a="http://schemas.openxmlformats.org/drawingml/2006/main">
            <a:srgbClr val="4040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Shape 27">
            <a:extLst xmlns:a="http://schemas.openxmlformats.org/drawingml/2006/main">
              <a:ext uri="{FF2B5EF4-FFF2-40B4-BE49-F238E27FC236}">
                <a16:creationId xmlns:a16="http://schemas.microsoft.com/office/drawing/2014/main" id="{5783011B-C97F-249E-579C-83244E41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51" y="5975613"/>
            <a:ext cx="241146" cy="2192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22" name="Imag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4cf924fca4afc">
            <a:extLst>
              <a:ext uri="{96DAC541-7B7A-43D3-8B79-37D633B846F1}">
                <asvg:svgBlip xmlns:asvg="http://schemas.microsoft.com/office/drawing/2016/SVG/main" r:embed="R3812f319ddfa4b5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0654" y="6030880"/>
            <a:ext cx="108540" cy="108540"/>
          </a:xfrm>
          <a:prstGeom xmlns:a="http://schemas.openxmlformats.org/drawingml/2006/main" prst="rect">
            <a:avLst/>
          </a:prstGeom>
        </p:spPr>
      </p:pic>
      <p:sp>
        <p:nvSpPr>
          <p:cNvPr id="51" name="Text 28">
            <a:extLst xmlns:a="http://schemas.openxmlformats.org/drawingml/2006/main">
              <a:ext uri="{FF2B5EF4-FFF2-40B4-BE49-F238E27FC236}">
                <a16:creationId xmlns:a16="http://schemas.microsoft.com/office/drawing/2014/main" id="{9178A380-5DAA-45B4-AE97-F0E5239E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269" y="6005687"/>
            <a:ext cx="4301996" cy="1142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One Zurich ServiceNow • native UA integration</a:t>
            </a:r>
          </a:p>
        </p:txBody>
      </p:sp>
      <p:sp>
        <p:nvSpPr>
          <p:cNvPr id="52" name="Shape 29">
            <a:extLst xmlns:a="http://schemas.openxmlformats.org/drawingml/2006/main">
              <a:ext uri="{FF2B5EF4-FFF2-40B4-BE49-F238E27FC236}">
                <a16:creationId xmlns:a16="http://schemas.microsoft.com/office/drawing/2014/main" id="{FA6A0ED4-B5DA-05F9-1006-7693FF0B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621" y="5929631"/>
            <a:ext cx="4462761" cy="321173"/>
          </a:xfrm>
          <a:prstGeom xmlns:a="http://schemas.openxmlformats.org/drawingml/2006/main" prst="roundRect">
            <a:avLst>
              <a:gd name="adj" fmla="val 2120"/>
            </a:avLst>
          </a:prstGeom>
          <a:solidFill xmlns:a="http://schemas.openxmlformats.org/drawingml/2006/main">
            <a:srgbClr val="4040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Shape 30">
            <a:extLst xmlns:a="http://schemas.openxmlformats.org/drawingml/2006/main">
              <a:ext uri="{FF2B5EF4-FFF2-40B4-BE49-F238E27FC236}">
                <a16:creationId xmlns:a16="http://schemas.microsoft.com/office/drawing/2014/main" id="{DBDAA249-024C-9704-A80F-6D36787B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785" y="5978200"/>
            <a:ext cx="241146" cy="2192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f23dfe8934ca5">
            <a:extLst>
              <a:ext uri="{96DAC541-7B7A-43D3-8B79-37D633B846F1}">
                <asvg:svgBlip xmlns:asvg="http://schemas.microsoft.com/office/drawing/2016/SVG/main" r:embed="R6f132f627331435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47088" y="6033467"/>
            <a:ext cx="108540" cy="108540"/>
          </a:xfrm>
          <a:prstGeom xmlns:a="http://schemas.openxmlformats.org/drawingml/2006/main" prst="rect">
            <a:avLst/>
          </a:prstGeom>
        </p:spPr>
      </p:pic>
      <p:sp>
        <p:nvSpPr>
          <p:cNvPr id="55" name="Text 31">
            <a:extLst xmlns:a="http://schemas.openxmlformats.org/drawingml/2006/main">
              <a:ext uri="{FF2B5EF4-FFF2-40B4-BE49-F238E27FC236}">
                <a16:creationId xmlns:a16="http://schemas.microsoft.com/office/drawing/2014/main" id="{50EEA335-6DF6-1FE1-4DC1-52F62B99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6036" y="6012996"/>
            <a:ext cx="4301996" cy="1142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840" b="1">
                <a:solidFill>
                  <a:srgbClr val="FFFFFF"/>
                </a:solidFill>
              </a:defRPr>
            </a:pPr>
            <a:r>
              <a:rPr sz="84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OCI GenAI: governed correlation, evidence, zero-touch roadmap</a:t>
            </a:r>
          </a:p>
        </p:txBody>
      </p:sp>
      <p:sp>
        <p:nvSpPr>
          <p:cNvPr id="56" name="Title 1">
            <a:extLst xmlns:a="http://schemas.openxmlformats.org/drawingml/2006/main">
              <a:ext uri="{FF2B5EF4-FFF2-40B4-BE49-F238E27FC236}">
                <a16:creationId xmlns:a16="http://schemas.microsoft.com/office/drawing/2014/main" id="{8EF136CE-D092-668A-F49B-3CC73AB9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74" y="1127320"/>
            <a:ext cx="10077509" cy="303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spcBef>
                <a:spcPct val="0"/>
              </a:spcBef>
              <a:buNone/>
              <a:defRPr sz="2400" b="1" i="0" kern="1200" baseline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r>
              <a:rPr sz="1800">
                <a:solidFill>
                  <a:schemeClr val="bg1"/>
                </a:solidFill>
              </a:rPr>
              <a:t> Group wide centralized monitoring, observability and operations intelligence platform</a:t>
            </a:r>
          </a:p>
        </p:txBody>
      </p:sp>
      <p:sp>
        <p:nvSpPr>
          <p:cNvPr id="58" name="Title 1">
            <a:extLst xmlns:a="http://schemas.openxmlformats.org/drawingml/2006/main">
              <a:ext uri="{FF2B5EF4-FFF2-40B4-BE49-F238E27FC236}">
                <a16:creationId xmlns:a16="http://schemas.microsoft.com/office/drawing/2014/main" id="{47AFBC97-DD2D-2D50-F085-E2DA00D0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73" y="4695774"/>
            <a:ext cx="10077509" cy="303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algn="l" defTabSz="914400">
              <a:lnSpc>
                <a:spcPct val="100000"/>
              </a:lnSpc>
              <a:spcBef>
                <a:spcPct val="0"/>
              </a:spcBef>
              <a:buNone/>
              <a:defRPr sz="2400" b="1" i="0" kern="1200" baseline="0">
                <a:solidFill>
                  <a:schemeClr val="tx1"/>
                </a:solidFill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Complete proposal scope: UA core + OCI O&amp;M + governed GenAI</a:t>
            </a:r>
          </a:p>
        </p:txBody>
      </p:sp>
    </p:spTree>
    <p:extLst>
      <p:ext uri="{BB962C8B-B14F-4D97-AF65-F5344CB8AC3E}">
        <p14:creationId xmlns:p14="http://schemas.microsoft.com/office/powerpoint/2010/main" val="3305071399"/>
      </p:ext>
    </p:extLst>
  </p:cSld>
</p:sld>
</file>

<file path=ppt/slides/slide2.xml><?xml version="1.0" encoding="utf-8"?>
<p:sld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Rectangle 117">
            <a:extLst xmlns:a="http://schemas.openxmlformats.org/drawingml/2006/main">
              <a:ext uri="{FF2B5EF4-FFF2-40B4-BE49-F238E27FC236}">
                <a16:creationId xmlns:a16="http://schemas.microsoft.com/office/drawing/2014/main" id="{D46B429C-E3E7-D24F-1470-03077783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90" y="2393901"/>
            <a:ext cx="5115221" cy="365677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  <a:prstDash val="sysDot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9A1BD5-FC67-BAEC-0FA9-C988474664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3375" y="285750"/>
            <a:ext cx="8477250" cy="3619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38" b="1">
                <a:solidFill>
                  <a:srgbClr val="312D2A"/>
                </a:solidFill>
              </a:defRPr>
            </a:pPr>
            <a:r>
              <a:rPr sz="1538" b="1">
                <a:solidFill>
                  <a:srgbClr val="312D2A"/>
                </a:solidFill>
              </a:rPr>
              <a:t>End-to-end workflow — UA core, OCI evidence and GenAI correlation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086BDC6E-5176-F58B-A520-4DBD4D157366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>
          <a:xfrm xmlns:a="http://schemas.openxmlformats.org/drawingml/2006/main">
            <a:off x="1176734" y="6508402"/>
            <a:ext cx="365760" cy="3657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2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F9EB3F3-B50B-BC3B-0DE3-36BD14E85A81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>
          <a:xfrm xmlns:a="http://schemas.openxmlformats.org/drawingml/2006/main">
            <a:off x="1542493" y="6508720"/>
            <a:ext cx="5745379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2026, Oracle and/or its affiliates |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18819BB-8BF9-3A58-CFBE-FE9B21B3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0425" y="2331957"/>
            <a:ext cx="4000085" cy="3396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60000"/>
                <a:lumOff val="40000"/>
              </a:schemeClr>
            </a:solidFill>
            <a:prstDash val="sysDot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70464A"/>
                </a:solidFill>
              </a:defRPr>
            </a:pPr>
            <a:r>
              <a:rPr sz="1050" b="1">
                <a:solidFill>
                  <a:srgbClr val="70464A"/>
                </a:solidFill>
              </a:rPr>
              <a:t>2  Unified Assurance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70464A"/>
                </a:solidFill>
              </a:defRPr>
            </a:pPr>
            <a:r>
              <a:rPr sz="1050" b="1">
                <a:solidFill>
                  <a:srgbClr val="70464A"/>
                </a:solidFill>
              </a:rPr>
              <a:t>Deduplicate • correlate • RCA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326BFAB-65ED-A436-C55A-25C73AAC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92988" y="3375641"/>
            <a:ext cx="1227067" cy="26031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4">
              <a:shade val="15000"/>
            </a:schemeClr>
          </a:lnRef>
          <a:fillRef xmlns:a="http://schemas.openxmlformats.org/drawingml/2006/main" idx="1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chemeClr val="bg1"/>
                </a:solidFill>
              </a:rPr>
              <a:t>Native APIs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CF6DA83-8CBB-FE14-D79E-DB6C8310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74504" y="3344845"/>
            <a:ext cx="1227068" cy="30472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4">
              <a:shade val="15000"/>
            </a:schemeClr>
          </a:lnRef>
          <a:fillRef xmlns:a="http://schemas.openxmlformats.org/drawingml/2006/main" idx="1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chemeClr val="bg1"/>
                </a:solidFill>
              </a:rPr>
              <a:t>UA ingest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2C318C9-D395-0DE5-E6BC-25A96E7D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637" y="1129677"/>
            <a:ext cx="1891283" cy="3728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  ServiceNow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native UA adapter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E501099-FADA-0724-4087-9C9E20FB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638" y="559537"/>
            <a:ext cx="1891283" cy="3728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IAM • Vault • Audit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Cloud Guard</a:t>
            </a:r>
          </a:p>
        </p:txBody>
      </p:sp>
      <p:cxnSp>
        <p:nvCxnSpPr>
          <p:cNvPr id="484" name="Connector: Elbow 144"/>
          <p:cNvCxnSpPr>
            <a:stCxn xmlns:a="http://schemas.openxmlformats.org/drawingml/2006/main" id="22" idx="2"/>
            <a:endCxn xmlns:a="http://schemas.openxmlformats.org/drawingml/2006/main" id="15" idx="1"/>
          </p:cNvCxnSpPr>
          <p:nvPr/>
        </p:nvCxnSpPr>
        <p:spPr>
          <a:xfrm xmlns:a="http://schemas.openxmlformats.org/drawingml/2006/main" rot="5400000">
            <a:off x="9521512" y="2087496"/>
            <a:ext cx="1389779" cy="21975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 cap="flat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cxn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3F6E64C-EE51-EC10-1E05-58B5621F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68" y="3472493"/>
            <a:ext cx="2075051" cy="638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8F9BA5A-A0E1-DF2C-7DB6-6DAFADF7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166" y="3772184"/>
            <a:ext cx="69082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/>
              <a:t>Nokia</a:t>
            </a:r>
          </a:p>
          <a:p xmlns:a="http://schemas.openxmlformats.org/drawingml/2006/main">
            <a:pPr algn="ctr">
              <a:buNone/>
            </a:pPr>
            <a:r>
              <a:rPr sz="800"/>
              <a:t>NetAct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5C3425FB-2E9B-23E3-3724-99DEC52F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332" y="3780773"/>
            <a:ext cx="69082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/>
              <a:t>Huawei</a:t>
            </a:r>
          </a:p>
          <a:p xmlns:a="http://schemas.openxmlformats.org/drawingml/2006/main">
            <a:pPr algn="ctr">
              <a:buNone/>
            </a:pPr>
            <a:r>
              <a:rPr sz="800"/>
              <a:t>U2020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E437F311-EBD3-E61D-217F-80241D57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04" y="3780773"/>
            <a:ext cx="69082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/>
              <a:t>Ericsson</a:t>
            </a:r>
          </a:p>
          <a:p xmlns:a="http://schemas.openxmlformats.org/drawingml/2006/main">
            <a:pPr algn="ctr">
              <a:buNone/>
            </a:pPr>
            <a:r>
              <a:rPr sz="800"/>
              <a:t>EMS</a:t>
            </a:r>
          </a:p>
        </p:txBody>
      </p:sp>
      <p:pic>
        <p:nvPicPr>
          <p:cNvPr id="489" name="グラフィックス 9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8edc174b1449b">
            <a:extLst>
              <a:ext uri="{96DAC541-7B7A-43D3-8B79-37D633B846F1}">
                <asvg:svgBlip xmlns:asvg="http://schemas.microsoft.com/office/drawing/2016/SVG/main" r:embed="R652bcd176c35410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8463" y="3519993"/>
            <a:ext cx="363936" cy="363936"/>
          </a:xfrm>
          <a:prstGeom xmlns:a="http://schemas.openxmlformats.org/drawingml/2006/main" prst="rect">
            <a:avLst/>
          </a:prstGeom>
        </p:spPr>
      </p:pic>
      <p:pic>
        <p:nvPicPr>
          <p:cNvPr id="490" name="グラフィックス 9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8edc174b1449b">
            <a:extLst>
              <a:ext uri="{96DAC541-7B7A-43D3-8B79-37D633B846F1}">
                <asvg:svgBlip xmlns:asvg="http://schemas.microsoft.com/office/drawing/2016/SVG/main" r:embed="R652bcd176c35410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1937" y="3519993"/>
            <a:ext cx="363936" cy="363936"/>
          </a:xfrm>
          <a:prstGeom xmlns:a="http://schemas.openxmlformats.org/drawingml/2006/main" prst="rect">
            <a:avLst/>
          </a:prstGeom>
        </p:spPr>
      </p:pic>
      <p:pic>
        <p:nvPicPr>
          <p:cNvPr id="491" name="グラフィックス 9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8edc174b1449b">
            <a:extLst>
              <a:ext uri="{96DAC541-7B7A-43D3-8B79-37D633B846F1}">
                <asvg:svgBlip xmlns:asvg="http://schemas.microsoft.com/office/drawing/2016/SVG/main" r:embed="R652bcd176c35410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74773" y="3519993"/>
            <a:ext cx="363936" cy="363936"/>
          </a:xfrm>
          <a:prstGeom xmlns:a="http://schemas.openxmlformats.org/drawingml/2006/main" prst="rect">
            <a:avLst/>
          </a:prstGeom>
        </p:spPr>
      </p:pic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335D3C59-ED5A-24B3-5774-DFBCE16B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714" y="3776495"/>
            <a:ext cx="79380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/>
              <a:t>ZTE</a:t>
            </a:r>
          </a:p>
          <a:p xmlns:a="http://schemas.openxmlformats.org/drawingml/2006/main">
            <a:pPr algn="ctr">
              <a:buNone/>
            </a:pPr>
            <a:r>
              <a:rPr sz="800"/>
              <a:t>NetNeuman</a:t>
            </a:r>
          </a:p>
        </p:txBody>
      </p:sp>
      <p:pic>
        <p:nvPicPr>
          <p:cNvPr id="493" name="グラフィックス 9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8edc174b1449b">
            <a:extLst>
              <a:ext uri="{96DAC541-7B7A-43D3-8B79-37D633B846F1}">
                <asvg:svgBlip xmlns:asvg="http://schemas.microsoft.com/office/drawing/2016/SVG/main" r:embed="R652bcd176c35410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96838" y="3512291"/>
            <a:ext cx="363936" cy="363936"/>
          </a:xfrm>
          <a:prstGeom xmlns:a="http://schemas.openxmlformats.org/drawingml/2006/main" prst="rect">
            <a:avLst/>
          </a:prstGeom>
        </p:spPr>
      </p:pic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0A534876-4FCA-39DC-A143-20A8B631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68" y="4344796"/>
            <a:ext cx="2075051" cy="3727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8FE6929A-40D5-0BDF-B5AB-5EB96337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68" y="4203453"/>
            <a:ext cx="907545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 b="1"/>
              <a:t>Network Devices</a:t>
            </a:r>
          </a:p>
        </p:txBody>
      </p:sp>
      <p:pic>
        <p:nvPicPr>
          <p:cNvPr id="496" name="グラフィックス 8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806eacb064ce9">
            <a:extLst>
              <a:ext uri="{96DAC541-7B7A-43D3-8B79-37D633B846F1}">
                <asvg:svgBlip xmlns:asvg="http://schemas.microsoft.com/office/drawing/2016/SVG/main" r:embed="Rfe00242712bf4c5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532" y="4359273"/>
            <a:ext cx="400438" cy="400438"/>
          </a:xfrm>
          <a:prstGeom xmlns:a="http://schemas.openxmlformats.org/drawingml/2006/main" prst="rect">
            <a:avLst/>
          </a:prstGeom>
        </p:spPr>
      </p:pic>
      <p:pic>
        <p:nvPicPr>
          <p:cNvPr id="497" name="グラフィックス 8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7dd4e63054b71">
            <a:extLst>
              <a:ext uri="{96DAC541-7B7A-43D3-8B79-37D633B846F1}">
                <asvg:svgBlip xmlns:asvg="http://schemas.microsoft.com/office/drawing/2016/SVG/main" r:embed="Raa66b881be9a4b6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4189" y="4391285"/>
            <a:ext cx="318497" cy="318497"/>
          </a:xfrm>
          <a:prstGeom xmlns:a="http://schemas.openxmlformats.org/drawingml/2006/main" prst="rect">
            <a:avLst/>
          </a:prstGeom>
        </p:spPr>
      </p:pic>
      <p:pic>
        <p:nvPicPr>
          <p:cNvPr id="498" name="グラフィックス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f9cc822164198">
            <a:extLst>
              <a:ext uri="{96DAC541-7B7A-43D3-8B79-37D633B846F1}">
                <asvg:svgBlip xmlns:asvg="http://schemas.microsoft.com/office/drawing/2016/SVG/main" r:embed="R2994b9908c2140b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0066" y="4405585"/>
            <a:ext cx="329162" cy="329162"/>
          </a:xfrm>
          <a:prstGeom xmlns:a="http://schemas.openxmlformats.org/drawingml/2006/main" prst="rect">
            <a:avLst/>
          </a:prstGeom>
        </p:spPr>
      </p:pic>
      <p:pic>
        <p:nvPicPr>
          <p:cNvPr id="499" name="グラフィックス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4f432feb0a4797">
            <a:extLst>
              <a:ext uri="{96DAC541-7B7A-43D3-8B79-37D633B846F1}">
                <asvg:svgBlip xmlns:asvg="http://schemas.microsoft.com/office/drawing/2016/SVG/main" r:embed="R0cfabc697a004b3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21008" y="4423178"/>
            <a:ext cx="284619" cy="284619"/>
          </a:xfrm>
          <a:prstGeom xmlns:a="http://schemas.openxmlformats.org/drawingml/2006/main" prst="rect">
            <a:avLst/>
          </a:prstGeom>
        </p:spPr>
      </p:pic>
      <p:pic>
        <p:nvPicPr>
          <p:cNvPr id="500" name="グラフィックス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ae0f8f5ef4702">
            <a:extLst>
              <a:ext uri="{96DAC541-7B7A-43D3-8B79-37D633B846F1}">
                <asvg:svgBlip xmlns:asvg="http://schemas.microsoft.com/office/drawing/2016/SVG/main" r:embed="R5471f4aa6780444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6018" y="4434254"/>
            <a:ext cx="285762" cy="285762"/>
          </a:xfrm>
          <a:prstGeom xmlns:a="http://schemas.openxmlformats.org/drawingml/2006/main" prst="rect">
            <a:avLst/>
          </a:prstGeom>
        </p:spPr>
      </p:pic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CD48CEF0-F370-30DD-8D8C-B91605A4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68" y="4941540"/>
            <a:ext cx="2075051" cy="3727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031F1D59-90B2-EC6F-C39C-553CD85D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68" y="4800196"/>
            <a:ext cx="1147496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 b="1"/>
              <a:t>Native</a:t>
            </a:r>
            <a:r>
              <a:rPr sz="700" b="1"/>
              <a:t>  Infrastructure</a:t>
            </a:r>
          </a:p>
        </p:txBody>
      </p:sp>
      <p:pic>
        <p:nvPicPr>
          <p:cNvPr id="503" name="グラフィックス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4f432feb0a4797">
            <a:extLst>
              <a:ext uri="{96DAC541-7B7A-43D3-8B79-37D633B846F1}">
                <asvg:svgBlip xmlns:asvg="http://schemas.microsoft.com/office/drawing/2016/SVG/main" r:embed="R0cfabc697a004b3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6274" y="5009483"/>
            <a:ext cx="284619" cy="284619"/>
          </a:xfrm>
          <a:prstGeom xmlns:a="http://schemas.openxmlformats.org/drawingml/2006/main" prst="rect">
            <a:avLst/>
          </a:prstGeom>
        </p:spPr>
      </p:pic>
      <p:pic>
        <p:nvPicPr>
          <p:cNvPr id="504" name="グラフィックス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03fd9895d492c">
            <a:extLst>
              <a:ext uri="{96DAC541-7B7A-43D3-8B79-37D633B846F1}">
                <asvg:svgBlip xmlns:asvg="http://schemas.microsoft.com/office/drawing/2016/SVG/main" r:embed="Rf4c0dcaffa50427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108" y="5002329"/>
            <a:ext cx="285762" cy="285762"/>
          </a:xfrm>
          <a:prstGeom xmlns:a="http://schemas.openxmlformats.org/drawingml/2006/main" prst="rect">
            <a:avLst/>
          </a:prstGeom>
        </p:spPr>
      </p:pic>
      <p:pic>
        <p:nvPicPr>
          <p:cNvPr id="505" name="グラフィックス 7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3340af1b94964">
            <a:extLst>
              <a:ext uri="{96DAC541-7B7A-43D3-8B79-37D633B846F1}">
                <asvg:svgBlip xmlns:asvg="http://schemas.microsoft.com/office/drawing/2016/SVG/main" r:embed="R91b7826fd4b445f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73459" y="5002329"/>
            <a:ext cx="285762" cy="285762"/>
          </a:xfrm>
          <a:prstGeom xmlns:a="http://schemas.openxmlformats.org/drawingml/2006/main" prst="rect">
            <a:avLst/>
          </a:prstGeom>
        </p:spPr>
      </p:pic>
      <p:pic>
        <p:nvPicPr>
          <p:cNvPr id="506" name="Graphic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1e4d26f394702">
            <a:extLst>
              <a:ext uri="{96DAC541-7B7A-43D3-8B79-37D633B846F1}">
                <asvg:svgBlip xmlns:asvg="http://schemas.microsoft.com/office/drawing/2016/SVG/main" r:embed="R3896edee283c42c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382" y="5010708"/>
            <a:ext cx="284619" cy="284619"/>
          </a:xfrm>
          <a:prstGeom xmlns:a="http://schemas.openxmlformats.org/drawingml/2006/main" prst="rect">
            <a:avLst/>
          </a:prstGeom>
        </p:spPr>
      </p:pic>
      <p:pic>
        <p:nvPicPr>
          <p:cNvPr id="507" name="Graphic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9c77a932947fb">
            <a:extLst>
              <a:ext uri="{96DAC541-7B7A-43D3-8B79-37D633B846F1}">
                <asvg:svgBlip xmlns:asvg="http://schemas.microsoft.com/office/drawing/2016/SVG/main" r:embed="R664fceb4cb7b4cd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6734" y="4985597"/>
            <a:ext cx="302494" cy="302494"/>
          </a:xfrm>
          <a:prstGeom xmlns:a="http://schemas.openxmlformats.org/drawingml/2006/main" prst="rect">
            <a:avLst/>
          </a:prstGeom>
        </p:spPr>
      </p:pic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BE275A0D-A7BC-52E4-C0AE-63E7A4DC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020" y="3472494"/>
            <a:ext cx="892967" cy="1097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60000"/>
                <a:lumOff val="40000"/>
              </a:schemeClr>
            </a:solidFill>
            <a:prstDash val="sysDot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48" b="1">
                <a:solidFill>
                  <a:srgbClr val="70464A"/>
                </a:solidFill>
              </a:defRPr>
            </a:pPr>
            <a:r>
              <a:rPr sz="848" b="1">
                <a:solidFill>
                  <a:srgbClr val="70464A"/>
                </a:solidFill>
              </a:rPr>
              <a:t>1  Edge collection</a:t>
            </a:r>
          </a:p>
          <a:p xmlns:a="http://schemas.openxmlformats.org/drawingml/2006/main">
            <a:pPr algn="ctr">
              <a:buNone/>
              <a:defRPr sz="848" b="1">
                <a:solidFill>
                  <a:srgbClr val="70464A"/>
                </a:solidFill>
              </a:defRPr>
            </a:pPr>
            <a:r>
              <a:rPr sz="848" b="1">
                <a:solidFill>
                  <a:srgbClr val="70464A"/>
                </a:solidFill>
              </a:rPr>
              <a:t>UA • OTel • collectors</a:t>
            </a:r>
          </a:p>
        </p:txBody>
      </p:sp>
      <p:pic>
        <p:nvPicPr>
          <p:cNvPr id="509" name="Graphic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56ba90e524e71">
            <a:extLst>
              <a:ext uri="{96DAC541-7B7A-43D3-8B79-37D633B846F1}">
                <asvg:svgBlip xmlns:asvg="http://schemas.microsoft.com/office/drawing/2016/SVG/main" r:embed="R811c0b89c0f9436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8190" y="4215648"/>
            <a:ext cx="324730" cy="286653"/>
          </a:xfrm>
          <a:prstGeom xmlns:a="http://schemas.openxmlformats.org/drawingml/2006/main" prst="rect">
            <a:avLst/>
          </a:prstGeom>
        </p:spPr>
      </p:pic>
      <p:cxnSp>
        <p:nvCxnSpPr>
          <p:cNvPr id="510" name="Connector: Elbow 78"/>
          <p:cNvCxnSpPr>
            <a:stCxn xmlns:a="http://schemas.openxmlformats.org/drawingml/2006/main" id="46" idx="3"/>
          </p:cNvCxnSpPr>
          <p:nvPr/>
        </p:nvCxnSpPr>
        <p:spPr>
          <a:xfrm xmlns:a="http://schemas.openxmlformats.org/drawingml/2006/main" flipV="1">
            <a:off x="2481519" y="4529008"/>
            <a:ext cx="464600" cy="598899"/>
          </a:xfrm>
          <a:prstGeom xmlns:a="http://schemas.openxmlformats.org/drawingml/2006/main" prst="bentConnector2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11" name="Straight Connector 55"/>
          <p:cNvCxnSpPr>
            <a:stCxn xmlns:a="http://schemas.openxmlformats.org/drawingml/2006/main" id="39" idx="3"/>
          </p:cNvCxnSpPr>
          <p:nvPr/>
        </p:nvCxnSpPr>
        <p:spPr>
          <a:xfrm xmlns:a="http://schemas.openxmlformats.org/drawingml/2006/main" flipV="1">
            <a:off x="2481519" y="4529008"/>
            <a:ext cx="525633" cy="21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12" name="Connector: Elbow 94"/>
          <p:cNvCxnSpPr>
            <a:stCxn xmlns:a="http://schemas.openxmlformats.org/drawingml/2006/main" id="29" idx="3"/>
          </p:cNvCxnSpPr>
          <p:nvPr/>
        </p:nvCxnSpPr>
        <p:spPr>
          <a:xfrm xmlns:a="http://schemas.openxmlformats.org/drawingml/2006/main">
            <a:off x="2481519" y="3791616"/>
            <a:ext cx="464600" cy="745888"/>
          </a:xfrm>
          <a:prstGeom xmlns:a="http://schemas.openxmlformats.org/drawingml/2006/main" prst="bentConnector2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13" name="Straight Arrow Connector 57"/>
          <p:cNvCxnSpPr/>
          <p:nvPr/>
        </p:nvCxnSpPr>
        <p:spPr>
          <a:xfrm xmlns:a="http://schemas.openxmlformats.org/drawingml/2006/main">
            <a:off x="2972324" y="4444494"/>
            <a:ext cx="616556" cy="8496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pic>
        <p:nvPicPr>
          <p:cNvPr id="514" name="Picture Placeholder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d8ca75ff44748">
            <a:extLst>
              <a:ext uri="{96DAC541-7B7A-43D3-8B79-37D633B846F1}">
                <asvg:svgBlip xmlns:asvg="http://schemas.microsoft.com/office/drawing/2016/SVG/main" r:embed="R8de4794a6d4e4735"/>
              </a:ext>
            </a:extLst>
          </a:blip>
          <a:srcRect xmlns:a="http://schemas.openxmlformats.org/drawingml/2006/main" l="0" t="1277" r="0" b="1277"/>
          <a:stretch xmlns:a="http://schemas.openxmlformats.org/drawingml/2006/main"/>
        </p:blipFill>
        <p:spPr>
          <a:xfrm xmlns:a="http://schemas.openxmlformats.org/drawingml/2006/main">
            <a:off x="2695165" y="4181207"/>
            <a:ext cx="250954" cy="244545"/>
          </a:xfrm>
          <a:prstGeom xmlns:a="http://schemas.openxmlformats.org/drawingml/2006/main" prst="rect">
            <a:avLst/>
          </a:prstGeom>
        </p:spPr>
      </p:pic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F1A393B0-FE43-A7EF-7EE6-738BE9AA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8137" y="4133632"/>
            <a:ext cx="693258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Faults</a:t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C4450BFC-39ED-91B8-2BD7-4A83382A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807" y="3895520"/>
            <a:ext cx="693258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Metrics</a:t>
            </a:r>
          </a:p>
        </p:txBody>
      </p:sp>
      <p:pic>
        <p:nvPicPr>
          <p:cNvPr id="517" name="Picture Placeholder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17ae9547f4a7a">
            <a:extLst>
              <a:ext uri="{96DAC541-7B7A-43D3-8B79-37D633B846F1}">
                <asvg:svgBlip xmlns:asvg="http://schemas.microsoft.com/office/drawing/2016/SVG/main" r:embed="Ra499c89d96e64b8c"/>
              </a:ext>
            </a:extLst>
          </a:blip>
          <a:srcRect xmlns:a="http://schemas.openxmlformats.org/drawingml/2006/main" l="0" t="1277" r="0" b="1277"/>
          <a:stretch xmlns:a="http://schemas.openxmlformats.org/drawingml/2006/main"/>
        </p:blipFill>
        <p:spPr>
          <a:xfrm xmlns:a="http://schemas.openxmlformats.org/drawingml/2006/main">
            <a:off x="2723475" y="3909631"/>
            <a:ext cx="243175" cy="236964"/>
          </a:xfrm>
          <a:prstGeom xmlns:a="http://schemas.openxmlformats.org/drawingml/2006/main" prst="rect">
            <a:avLst/>
          </a:prstGeom>
        </p:spPr>
      </p:pic>
      <p:pic>
        <p:nvPicPr>
          <p:cNvPr id="518" name="Graphic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56ba90e524e71">
            <a:extLst>
              <a:ext uri="{96DAC541-7B7A-43D3-8B79-37D633B846F1}">
                <asvg:svgBlip xmlns:asvg="http://schemas.microsoft.com/office/drawing/2016/SVG/main" r:embed="R811c0b89c0f9436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498" y="4215648"/>
            <a:ext cx="324730" cy="286653"/>
          </a:xfrm>
          <a:prstGeom xmlns:a="http://schemas.openxmlformats.org/drawingml/2006/main" prst="rect">
            <a:avLst/>
          </a:prstGeom>
        </p:spPr>
      </p:pic>
      <p:pic>
        <p:nvPicPr>
          <p:cNvPr id="519" name="Graphic 6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56ba90e524e71">
            <a:extLst>
              <a:ext uri="{96DAC541-7B7A-43D3-8B79-37D633B846F1}">
                <asvg:svgBlip xmlns:asvg="http://schemas.microsoft.com/office/drawing/2016/SVG/main" r:embed="R811c0b89c0f9436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25228" y="4215648"/>
            <a:ext cx="324730" cy="286653"/>
          </a:xfrm>
          <a:prstGeom xmlns:a="http://schemas.openxmlformats.org/drawingml/2006/main" prst="rect">
            <a:avLst/>
          </a:prstGeom>
        </p:spPr>
      </p:pic>
      <p:cxnSp>
        <p:nvCxnSpPr>
          <p:cNvPr id="520" name="Straight Arrow Connector 64"/>
          <p:cNvCxnSpPr/>
          <p:nvPr/>
        </p:nvCxnSpPr>
        <p:spPr>
          <a:xfrm xmlns:a="http://schemas.openxmlformats.org/drawingml/2006/main">
            <a:off x="5213651" y="3912695"/>
            <a:ext cx="1056774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3E353417-169D-D81F-F492-905F8737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57" y="2626349"/>
            <a:ext cx="490902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12D2A"/>
                </a:solidFill>
              </a:defRPr>
            </a:pPr>
            <a:r>
              <a:rPr sz="1725" b="1">
                <a:solidFill>
                  <a:srgbClr val="312D2A"/>
                </a:solidFill>
              </a:rPr>
              <a:t>Per OpCo / product tools</a:t>
            </a:r>
          </a:p>
        </p:txBody>
      </p:sp>
      <p:pic>
        <p:nvPicPr>
          <p:cNvPr id="522" name="グラフィックス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ab992f8954032">
            <a:extLst>
              <a:ext uri="{96DAC541-7B7A-43D3-8B79-37D633B846F1}">
                <asvg:svgBlip xmlns:asvg="http://schemas.microsoft.com/office/drawing/2016/SVG/main" r:embed="Rb8a1eb6a042e47b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6250" y="850125"/>
            <a:ext cx="286363" cy="286363"/>
          </a:xfrm>
          <a:prstGeom xmlns:a="http://schemas.openxmlformats.org/drawingml/2006/main" prst="rect">
            <a:avLst/>
          </a:prstGeom>
        </p:spPr>
      </p:pic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D1F8C911-D319-0C35-0E90-BA2BF2D8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11" y="871447"/>
            <a:ext cx="1301989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63">
                <a:solidFill>
                  <a:srgbClr val="312D2A"/>
                </a:solidFill>
              </a:defRPr>
            </a:pPr>
            <a:r>
              <a:rPr sz="863">
                <a:solidFill>
                  <a:srgbClr val="312D2A"/>
                </a:solidFill>
              </a:rPr>
              <a:t>Unified Assurance: deterministic core</a:t>
            </a:r>
          </a:p>
        </p:txBody>
      </p:sp>
      <p:pic>
        <p:nvPicPr>
          <p:cNvPr id="524" name="グラフィックス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b441159eb453e">
            <a:extLst>
              <a:ext uri="{96DAC541-7B7A-43D3-8B79-37D633B846F1}">
                <asvg:svgBlip xmlns:asvg="http://schemas.microsoft.com/office/drawing/2016/SVG/main" r:embed="Ra7ee7d5843d04c5f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3832" y="1163236"/>
            <a:ext cx="286363" cy="286363"/>
          </a:xfrm>
          <a:prstGeom xmlns:a="http://schemas.openxmlformats.org/drawingml/2006/main" prst="rect">
            <a:avLst/>
          </a:prstGeom>
        </p:spPr>
      </p:pic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78C77222-1CFF-8D92-C8AA-698D5FE0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12" y="1104154"/>
            <a:ext cx="183322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312D2A"/>
                </a:solidFill>
              </a:defRPr>
            </a:pPr>
            <a:r>
              <a:rPr sz="825">
                <a:solidFill>
                  <a:srgbClr val="312D2A"/>
                </a:solidFill>
              </a:rPr>
              <a:t>Telecom faults, performance,</a:t>
            </a:r>
          </a:p>
          <a:p xmlns:a="http://schemas.openxmlformats.org/drawingml/2006/main">
            <a:pPr>
              <a:buNone/>
              <a:defRPr sz="825">
                <a:solidFill>
                  <a:srgbClr val="312D2A"/>
                </a:solidFill>
              </a:defRPr>
            </a:pPr>
            <a:r>
              <a:rPr sz="825">
                <a:solidFill>
                  <a:srgbClr val="312D2A"/>
                </a:solidFill>
              </a:rPr>
              <a:t>topology and RCA</a:t>
            </a:r>
          </a:p>
        </p:txBody>
      </p:sp>
      <p:pic>
        <p:nvPicPr>
          <p:cNvPr id="526" name="グラフィックス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22c39f0644d0a">
            <a:extLst>
              <a:ext uri="{96DAC541-7B7A-43D3-8B79-37D633B846F1}">
                <asvg:svgBlip xmlns:asvg="http://schemas.microsoft.com/office/drawing/2016/SVG/main" r:embed="R4c154958408249e2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0700" y="1529193"/>
            <a:ext cx="229840" cy="229840"/>
          </a:xfrm>
          <a:prstGeom xmlns:a="http://schemas.openxmlformats.org/drawingml/2006/main" prst="rect">
            <a:avLst/>
          </a:prstGeom>
        </p:spPr>
      </p:pic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70891AEB-710F-8B70-F4C9-80B8D32A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871" y="1519863"/>
            <a:ext cx="1862337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312D2A"/>
                </a:solidFill>
              </a:defRPr>
            </a:pPr>
            <a:r>
              <a:rPr sz="825">
                <a:solidFill>
                  <a:srgbClr val="312D2A"/>
                </a:solidFill>
              </a:rPr>
              <a:t>OEM retained for deep diagnostics</a:t>
            </a:r>
          </a:p>
        </p:txBody>
      </p:sp>
      <p:pic>
        <p:nvPicPr>
          <p:cNvPr id="528" name="グラフィックス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d54b2ec6b479c">
            <a:extLst>
              <a:ext uri="{96DAC541-7B7A-43D3-8B79-37D633B846F1}">
                <asvg:svgBlip xmlns:asvg="http://schemas.microsoft.com/office/drawing/2016/SVG/main" r:embed="R0e40e49689334c8c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2093" y="1876413"/>
            <a:ext cx="229840" cy="229840"/>
          </a:xfrm>
          <a:prstGeom xmlns:a="http://schemas.openxmlformats.org/drawingml/2006/main" prst="rect">
            <a:avLst/>
          </a:prstGeom>
        </p:spPr>
      </p:pic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95CA9D42-5E1B-0D88-D7F2-EF49EDAA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77" y="1859829"/>
            <a:ext cx="199043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312D2A"/>
                </a:solidFill>
              </a:defRPr>
            </a:pPr>
            <a:r>
              <a:rPr sz="825">
                <a:solidFill>
                  <a:srgbClr val="312D2A"/>
                </a:solidFill>
              </a:rPr>
              <a:t>Native UA → ServiceNow workflow</a:t>
            </a:r>
          </a:p>
        </p:txBody>
      </p:sp>
      <p:pic>
        <p:nvPicPr>
          <p:cNvPr id="530" name="Graphic 7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76baf06294c64">
            <a:extLst>
              <a:ext uri="{96DAC541-7B7A-43D3-8B79-37D633B846F1}">
                <asvg:svgBlip xmlns:asvg="http://schemas.microsoft.com/office/drawing/2016/SVG/main" r:embed="R988b6b4e373a431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79941" y="1238748"/>
            <a:ext cx="258273" cy="258273"/>
          </a:xfrm>
          <a:prstGeom xmlns:a="http://schemas.openxmlformats.org/drawingml/2006/main" prst="rect">
            <a:avLst/>
          </a:prstGeom>
        </p:spPr>
      </p:pic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38FD9FC7-49AF-E415-3EA7-38AC05C6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060" y="1163236"/>
            <a:ext cx="1596637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312D2A"/>
                </a:solidFill>
              </a:defRPr>
            </a:pPr>
            <a:r>
              <a:rPr sz="825">
                <a:solidFill>
                  <a:srgbClr val="312D2A"/>
                </a:solidFill>
              </a:rPr>
              <a:t>APM • synthetics • OTel topology</a:t>
            </a:r>
          </a:p>
        </p:txBody>
      </p:sp>
      <p:sp>
        <p:nvSpPr>
          <p:cNvPr id="77" name="TextBox 76">
            <a:extLst xmlns:a="http://schemas.openxmlformats.org/drawingml/2006/main">
              <a:ext uri="{FF2B5EF4-FFF2-40B4-BE49-F238E27FC236}">
                <a16:creationId xmlns:a16="http://schemas.microsoft.com/office/drawing/2014/main" id="{EB4C7E76-C254-A17F-F834-8682D6DD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119" y="1558531"/>
            <a:ext cx="159656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10">
                <a:solidFill>
                  <a:srgbClr val="312D2A"/>
                </a:solidFill>
              </a:defRPr>
            </a:pPr>
            <a:r>
              <a:rPr sz="810">
                <a:solidFill>
                  <a:srgbClr val="312D2A"/>
                </a:solidFill>
              </a:rPr>
              <a:t>Monitoring • Logging • Connector Hub</a:t>
            </a: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024541E3-2D92-DE4F-C62C-658EE354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829" y="1919719"/>
            <a:ext cx="1790127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765">
                <a:solidFill>
                  <a:srgbClr val="312D2A"/>
                </a:solidFill>
              </a:defRPr>
            </a:pPr>
            <a:r>
              <a:rPr sz="765">
                <a:solidFill>
                  <a:srgbClr val="312D2A"/>
                </a:solidFill>
              </a:rPr>
              <a:t>Log Analytics / OKE • OCI GenAI correlation</a:t>
            </a:r>
          </a:p>
        </p:txBody>
      </p:sp>
      <p:pic>
        <p:nvPicPr>
          <p:cNvPr id="534" name="Graphic 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350864d124ef4">
            <a:extLst>
              <a:ext uri="{96DAC541-7B7A-43D3-8B79-37D633B846F1}">
                <asvg:svgBlip xmlns:asvg="http://schemas.microsoft.com/office/drawing/2016/SVG/main" r:embed="Rf488402a71ba48b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78273" y="1558532"/>
            <a:ext cx="261609" cy="261609"/>
          </a:xfrm>
          <a:prstGeom xmlns:a="http://schemas.openxmlformats.org/drawingml/2006/main" prst="rect">
            <a:avLst/>
          </a:prstGeom>
        </p:spPr>
      </p:pic>
      <p:pic>
        <p:nvPicPr>
          <p:cNvPr id="535" name="Graphic 7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899b7f47b4e5e">
            <a:extLst>
              <a:ext uri="{96DAC541-7B7A-43D3-8B79-37D633B846F1}">
                <asvg:svgBlip xmlns:asvg="http://schemas.microsoft.com/office/drawing/2016/SVG/main" r:embed="R669fe9358a434a7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7832" y="878580"/>
            <a:ext cx="302491" cy="302491"/>
          </a:xfrm>
          <a:prstGeom xmlns:a="http://schemas.openxmlformats.org/drawingml/2006/main" prst="rect">
            <a:avLst/>
          </a:prstGeom>
        </p:spPr>
      </p:pic>
      <p:pic>
        <p:nvPicPr>
          <p:cNvPr id="536" name="Graphic 8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7ec146b7a4d11">
            <a:extLst>
              <a:ext uri="{96DAC541-7B7A-43D3-8B79-37D633B846F1}">
                <asvg:svgBlip xmlns:asvg="http://schemas.microsoft.com/office/drawing/2016/SVG/main" r:embed="Ra61d32ea42bb492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9352" y="1892886"/>
            <a:ext cx="261610" cy="261610"/>
          </a:xfrm>
          <a:prstGeom xmlns:a="http://schemas.openxmlformats.org/drawingml/2006/main" prst="rect">
            <a:avLst/>
          </a:prstGeom>
        </p:spPr>
      </p:pic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4A47F708-2E47-3381-189D-C923A174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829" y="796697"/>
            <a:ext cx="158785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63">
                <a:solidFill>
                  <a:srgbClr val="312D2A"/>
                </a:solidFill>
              </a:defRPr>
            </a:pPr>
            <a:r>
              <a:rPr sz="863">
                <a:solidFill>
                  <a:srgbClr val="312D2A"/>
                </a:solidFill>
              </a:rPr>
              <a:t>OCI evidence &amp; AI only for gaps</a:t>
            </a:r>
          </a:p>
        </p:txBody>
      </p:sp>
      <p:cxnSp>
        <p:nvCxnSpPr>
          <p:cNvPr id="538" name="Connector: Elbow 144"/>
          <p:cNvCxnSpPr>
            <a:stCxn xmlns:a="http://schemas.openxmlformats.org/drawingml/2006/main" id="84" idx="3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 flipV="1">
            <a:off x="10236678" y="3505798"/>
            <a:ext cx="1035241" cy="2863277"/>
          </a:xfrm>
          <a:prstGeom xmlns:a="http://schemas.openxmlformats.org/drawingml/2006/main" prst="bentConnector3">
            <a:avLst>
              <a:gd name="adj1" fmla="val -22082"/>
            </a:avLst>
          </a:prstGeom>
          <a:ln xmlns:a="http://schemas.openxmlformats.org/drawingml/2006/main" w="19050" cap="flat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cxnSp>
      <p:sp>
        <p:nvSpPr>
          <p:cNvPr id="84" name="TextBox 83">
            <a:extLst xmlns:a="http://schemas.openxmlformats.org/drawingml/2006/main">
              <a:ext uri="{FF2B5EF4-FFF2-40B4-BE49-F238E27FC236}">
                <a16:creationId xmlns:a16="http://schemas.microsoft.com/office/drawing/2014/main" id="{8CC5808B-819D-D76C-CAFA-096A0F04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636" y="6182671"/>
            <a:ext cx="1891283" cy="3728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15" b="1">
                <a:solidFill>
                  <a:srgbClr val="FFFFFF"/>
                </a:solidFill>
              </a:defRPr>
            </a:pPr>
            <a:r>
              <a:rPr sz="915" b="1">
                <a:solidFill>
                  <a:srgbClr val="FFFFFF"/>
                </a:solidFill>
              </a:rPr>
              <a:t>5  Product teams</a:t>
            </a:r>
          </a:p>
          <a:p xmlns:a="http://schemas.openxmlformats.org/drawingml/2006/main">
            <a:pPr algn="ctr">
              <a:buNone/>
              <a:defRPr sz="915" b="1">
                <a:solidFill>
                  <a:srgbClr val="FFFFFF"/>
                </a:solidFill>
              </a:defRPr>
            </a:pPr>
            <a:r>
              <a:rPr sz="915" b="1">
                <a:solidFill>
                  <a:srgbClr val="FFFFFF"/>
                </a:solidFill>
              </a:rPr>
              <a:t>diagnose • approve • remediate</a:t>
            </a:r>
          </a:p>
        </p:txBody>
      </p:sp>
      <p:sp>
        <p:nvSpPr>
          <p:cNvPr id="85" name="TextBox 84">
            <a:extLst xmlns:a="http://schemas.openxmlformats.org/drawingml/2006/main">
              <a:ext uri="{FF2B5EF4-FFF2-40B4-BE49-F238E27FC236}">
                <a16:creationId xmlns:a16="http://schemas.microsoft.com/office/drawing/2014/main" id="{9426C428-FF38-E0A2-5BF7-ECBA7A7A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896" y="1722139"/>
            <a:ext cx="5657871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12D2A"/>
                </a:solidFill>
              </a:defRPr>
            </a:pPr>
            <a:r>
              <a:rPr sz="1575" b="1">
                <a:solidFill>
                  <a:srgbClr val="312D2A"/>
                </a:solidFill>
              </a:rPr>
              <a:t>Group assurance, evidence &amp; AI platform in OCI</a:t>
            </a:r>
          </a:p>
        </p:txBody>
      </p:sp>
      <p:cxnSp>
        <p:nvCxnSpPr>
          <p:cNvPr id="541" name="Connector: Elbow 144"/>
          <p:cNvCxnSpPr>
            <a:st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10236678" y="745941"/>
            <a:ext cx="1035243" cy="2561277"/>
          </a:xfrm>
          <a:prstGeom xmlns:a="http://schemas.openxmlformats.org/drawingml/2006/main" prst="bentConnector4">
            <a:avLst>
              <a:gd name="adj1" fmla="val -22082"/>
              <a:gd name="adj2" fmla="val 99932"/>
            </a:avLst>
          </a:prstGeom>
          <a:ln xmlns:a="http://schemas.openxmlformats.org/drawingml/2006/main" w="19050" cap="flat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cxnSp>
      <p:pic>
        <p:nvPicPr>
          <p:cNvPr id="542" name="Picture 8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899b7f47b4e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82655" y="2886216"/>
            <a:ext cx="3201314" cy="1227069"/>
          </a:xfrm>
          <a:prstGeom xmlns:a="http://schemas.openxmlformats.org/drawingml/2006/main" prst="rect">
            <a:avLst/>
          </a:prstGeom>
        </p:spPr>
      </p:pic>
      <p:sp>
        <p:nvSpPr>
          <p:cNvPr id="96" name="TextBox 95">
            <a:extLst xmlns:a="http://schemas.openxmlformats.org/drawingml/2006/main">
              <a:ext uri="{FF2B5EF4-FFF2-40B4-BE49-F238E27FC236}">
                <a16:creationId xmlns:a16="http://schemas.microsoft.com/office/drawing/2014/main" id="{F9B012A1-8F33-C0DB-1409-6F7132A4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726" y="4511577"/>
            <a:ext cx="78302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Topology</a:t>
            </a:r>
          </a:p>
        </p:txBody>
      </p:sp>
      <p:pic>
        <p:nvPicPr>
          <p:cNvPr id="544" name="Graphic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1e4d26f394702">
            <a:extLst>
              <a:ext uri="{96DAC541-7B7A-43D3-8B79-37D633B846F1}">
                <asvg:svgBlip xmlns:asvg="http://schemas.microsoft.com/office/drawing/2016/SVG/main" r:embed="R3896edee283c42c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51539" y="4557487"/>
            <a:ext cx="284619" cy="284619"/>
          </a:xfrm>
          <a:prstGeom xmlns:a="http://schemas.openxmlformats.org/drawingml/2006/main" prst="rect">
            <a:avLst/>
          </a:prstGeom>
        </p:spPr>
      </p:pic>
      <p:sp>
        <p:nvSpPr>
          <p:cNvPr id="98" name="Rectangle 97">
            <a:extLst xmlns:a="http://schemas.openxmlformats.org/drawingml/2006/main">
              <a:ext uri="{FF2B5EF4-FFF2-40B4-BE49-F238E27FC236}">
                <a16:creationId xmlns:a16="http://schemas.microsoft.com/office/drawing/2014/main" id="{860619C9-AF7A-C3B7-D416-AA33EECE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897" y="3767190"/>
            <a:ext cx="536467" cy="802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0" name="TextBox 99">
            <a:extLst xmlns:a="http://schemas.openxmlformats.org/drawingml/2006/main">
              <a:ext uri="{FF2B5EF4-FFF2-40B4-BE49-F238E27FC236}">
                <a16:creationId xmlns:a16="http://schemas.microsoft.com/office/drawing/2014/main" id="{58480F51-215B-3F63-445C-F535ED07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293" y="3983424"/>
            <a:ext cx="693258" cy="4154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/>
              <a:t>Existing</a:t>
            </a:r>
          </a:p>
          <a:p xmlns:a="http://schemas.openxmlformats.org/drawingml/2006/main">
            <a:pPr algn="ctr">
              <a:buNone/>
            </a:pPr>
            <a:r>
              <a:rPr sz="700"/>
              <a:t>Assurance</a:t>
            </a:r>
          </a:p>
          <a:p xmlns:a="http://schemas.openxmlformats.org/drawingml/2006/main">
            <a:pPr algn="ctr">
              <a:buNone/>
            </a:pPr>
            <a:r>
              <a:rPr sz="700"/>
              <a:t>Tools</a:t>
            </a:r>
          </a:p>
        </p:txBody>
      </p:sp>
      <p:cxnSp>
        <p:nvCxnSpPr>
          <p:cNvPr id="547" name="Straight Arrow Connector 100"/>
          <p:cNvCxnSpPr/>
          <p:nvPr/>
        </p:nvCxnSpPr>
        <p:spPr>
          <a:xfrm xmlns:a="http://schemas.openxmlformats.org/drawingml/2006/main" flipV="1">
            <a:off x="4148299" y="4190147"/>
            <a:ext cx="202491" cy="13062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3" name="Rectangle 102">
            <a:extLst xmlns:a="http://schemas.openxmlformats.org/drawingml/2006/main">
              <a:ext uri="{FF2B5EF4-FFF2-40B4-BE49-F238E27FC236}">
                <a16:creationId xmlns:a16="http://schemas.microsoft.com/office/drawing/2014/main" id="{3F700AAB-F234-C974-4388-5FCD1B98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379" y="4699796"/>
            <a:ext cx="892967" cy="545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1">
                <a:lumMod val="60000"/>
                <a:lumOff val="40000"/>
              </a:schemeClr>
            </a:solidFill>
            <a:prstDash val="sysDot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698" b="1">
                <a:solidFill>
                  <a:srgbClr val="70464A"/>
                </a:solidFill>
              </a:defRPr>
            </a:pPr>
            <a:r>
              <a:rPr sz="698" b="1">
                <a:solidFill>
                  <a:srgbClr val="70464A"/>
                </a:solidFill>
              </a:rPr>
              <a:t>Mgmt Agent/Gateway</a:t>
            </a:r>
          </a:p>
          <a:p xmlns:a="http://schemas.openxmlformats.org/drawingml/2006/main">
            <a:pPr algn="ctr">
              <a:buNone/>
              <a:defRPr sz="698" b="1">
                <a:solidFill>
                  <a:srgbClr val="70464A"/>
                </a:solidFill>
              </a:defRPr>
            </a:pPr>
            <a:r>
              <a:rPr sz="698" b="1">
                <a:solidFill>
                  <a:srgbClr val="70464A"/>
                </a:solidFill>
              </a:rPr>
              <a:t>Streaming • Object Storage</a:t>
            </a:r>
          </a:p>
          <a:p xmlns:a="http://schemas.openxmlformats.org/drawingml/2006/main">
            <a:pPr algn="ctr">
              <a:buNone/>
              <a:defRPr sz="698" b="1">
                <a:solidFill>
                  <a:srgbClr val="70464A"/>
                </a:solidFill>
              </a:defRPr>
            </a:pPr>
            <a:r>
              <a:rPr sz="698" b="1">
                <a:solidFill>
                  <a:srgbClr val="70464A"/>
                </a:solidFill>
              </a:rPr>
              <a:t>Functions • OKE</a:t>
            </a:r>
          </a:p>
        </p:txBody>
      </p:sp>
      <p:cxnSp>
        <p:nvCxnSpPr>
          <p:cNvPr id="549" name="Straight Arrow Connector 103"/>
          <p:cNvCxnSpPr/>
          <p:nvPr/>
        </p:nvCxnSpPr>
        <p:spPr>
          <a:xfrm xmlns:a="http://schemas.openxmlformats.org/drawingml/2006/main">
            <a:off x="2955646" y="5009483"/>
            <a:ext cx="1332544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6" name="TextBox 105">
            <a:extLst xmlns:a="http://schemas.openxmlformats.org/drawingml/2006/main">
              <a:ext uri="{FF2B5EF4-FFF2-40B4-BE49-F238E27FC236}">
                <a16:creationId xmlns:a16="http://schemas.microsoft.com/office/drawing/2014/main" id="{E09778AB-10B3-5395-4855-F3684EEE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366" y="3492590"/>
            <a:ext cx="813951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u="sng"/>
              <a:t>Network</a:t>
            </a:r>
          </a:p>
        </p:txBody>
      </p:sp>
      <p:sp>
        <p:nvSpPr>
          <p:cNvPr id="107" name="TextBox 106">
            <a:extLst xmlns:a="http://schemas.openxmlformats.org/drawingml/2006/main">
              <a:ext uri="{FF2B5EF4-FFF2-40B4-BE49-F238E27FC236}">
                <a16:creationId xmlns:a16="http://schemas.microsoft.com/office/drawing/2014/main" id="{35035CC1-A85F-3A8A-DF47-FB8C75C9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650" y="5040701"/>
            <a:ext cx="1003413" cy="9387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>
                <a:solidFill>
                  <a:srgbClr val="312D2A"/>
                </a:solidFill>
              </a:defRPr>
            </a:pPr>
            <a:r>
              <a:rPr sz="750">
                <a:solidFill>
                  <a:srgbClr val="312D2A"/>
                </a:solidFill>
              </a:rPr>
              <a:t>buffer • normalize • replay</a:t>
            </a:r>
          </a:p>
          <a:p xmlns:a="http://schemas.openxmlformats.org/drawingml/2006/main">
            <a:pPr algn="ctr">
              <a:buNone/>
              <a:defRPr sz="750">
                <a:solidFill>
                  <a:srgbClr val="312D2A"/>
                </a:solidFill>
              </a:defRPr>
            </a:pPr>
            <a:r>
              <a:rPr sz="750">
                <a:solidFill>
                  <a:srgbClr val="312D2A"/>
                </a:solidFill>
              </a:rPr>
              <a:t>canonical event / entity IDs</a:t>
            </a:r>
          </a:p>
        </p:txBody>
      </p:sp>
      <p:cxnSp>
        <p:nvCxnSpPr>
          <p:cNvPr id="552" name="Straight Arrow Connector 107"/>
          <p:cNvCxnSpPr/>
          <p:nvPr/>
        </p:nvCxnSpPr>
        <p:spPr>
          <a:xfrm xmlns:a="http://schemas.openxmlformats.org/drawingml/2006/main">
            <a:off x="5243697" y="4941540"/>
            <a:ext cx="1091125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9" name="Rectangle 108">
            <a:extLst xmlns:a="http://schemas.openxmlformats.org/drawingml/2006/main">
              <a:ext uri="{FF2B5EF4-FFF2-40B4-BE49-F238E27FC236}">
                <a16:creationId xmlns:a16="http://schemas.microsoft.com/office/drawing/2014/main" id="{AD031894-92DB-EABB-1E42-718D873C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822" y="4569841"/>
            <a:ext cx="3626545" cy="10228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60" b="1">
                <a:solidFill>
                  <a:srgbClr val="312D2A"/>
                </a:solidFill>
              </a:defRPr>
            </a:pPr>
            <a:r>
              <a:rPr sz="960" b="1">
                <a:solidFill>
                  <a:srgbClr val="312D2A"/>
                </a:solidFill>
              </a:rPr>
              <a:t>3  OCI evidence &amp; GenAI correlation</a:t>
            </a:r>
          </a:p>
          <a:p xmlns:a="http://schemas.openxmlformats.org/drawingml/2006/main">
            <a:pPr algn="ctr">
              <a:buNone/>
              <a:defRPr sz="960" b="1">
                <a:solidFill>
                  <a:srgbClr val="312D2A"/>
                </a:solidFill>
              </a:defRPr>
            </a:pPr>
            <a:r>
              <a:rPr sz="960" b="1">
                <a:solidFill>
                  <a:srgbClr val="312D2A"/>
                </a:solidFill>
              </a:rPr>
              <a:t>Monitoring • Logging • Connector Hub • Log Analytics / OKE</a:t>
            </a:r>
          </a:p>
          <a:p xmlns:a="http://schemas.openxmlformats.org/drawingml/2006/main">
            <a:pPr algn="ctr">
              <a:buNone/>
              <a:defRPr sz="960" b="1">
                <a:solidFill>
                  <a:srgbClr val="312D2A"/>
                </a:solidFill>
              </a:defRPr>
            </a:pPr>
            <a:r>
              <a:rPr sz="960" b="1">
                <a:solidFill>
                  <a:srgbClr val="312D2A"/>
                </a:solidFill>
              </a:rPr>
              <a:t>APM • synthetics • cited hypotheses • confidence • evidence package</a:t>
            </a:r>
          </a:p>
        </p:txBody>
      </p:sp>
      <p:cxnSp>
        <p:nvCxnSpPr>
          <p:cNvPr id="554" name="Straight Arrow Connector 110"/>
          <p:cNvCxnSpPr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8144540" y="4110738"/>
            <a:ext cx="3555" cy="45910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headEnd type="triangle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074896"/>
      </p:ext>
    </p:extLst>
  </p:cSld>
</p:sld>
</file>

<file path=ppt/theme/theme1.xml><?xml version="1.0" encoding="utf-8"?>
<a:theme xmlns:a="http://schemas.openxmlformats.org/drawingml/2006/main" name="Oracle-FY26-8.3">
  <a:themeElements>
    <a:clrScheme name="Custom 77">
      <a:dk1>
        <a:srgbClr val="2A2F2F"/>
      </a:dk1>
      <a:lt1>
        <a:srgbClr val="FFFFFF"/>
      </a:lt1>
      <a:dk2>
        <a:srgbClr val="2A2F2F"/>
      </a:dk2>
      <a:lt2>
        <a:srgbClr val="FBF9F8"/>
      </a:lt2>
      <a:accent1>
        <a:srgbClr val="04536F"/>
      </a:accent1>
      <a:accent2>
        <a:srgbClr val="6C3F49"/>
      </a:accent2>
      <a:accent3>
        <a:srgbClr val="C74634"/>
      </a:accent3>
      <a:accent4>
        <a:srgbClr val="F0CC71"/>
      </a:accent4>
      <a:accent5>
        <a:srgbClr val="89B2B0"/>
      </a:accent5>
      <a:accent6>
        <a:srgbClr val="86B596"/>
      </a:accent6>
      <a:hlink>
        <a:srgbClr val="00688C"/>
      </a:hlink>
      <a:folHlink>
        <a:srgbClr val="F0CC71"/>
      </a:folHlink>
    </a:clrScheme>
    <a:fontScheme name="Oracle Pillars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Custom 77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>
          <a:solidFill>
            <a:schemeClr val="phClr">
              <a:shade val="65000"/>
            </a:schemeClr>
          </a:solidFill>
          <a:prstDash val="solid"/>
        </a:ln>
        <a:ln w="3175">
          <a:solidFill>
            <a:schemeClr val="phClr"/>
          </a:solidFill>
          <a:prstDash val="solid"/>
        </a:ln>
        <a:ln w="0"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2026-07-31T19:21:07.4430000Z</dcterms:created>
  <dcterms:modified xsi:type="dcterms:W3CDTF">2026-07-31T19:21:07.4430000Z</dcterms:modified>
</coreProperties>
</file>