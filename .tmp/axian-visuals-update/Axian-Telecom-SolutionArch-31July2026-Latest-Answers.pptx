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10.svg" ContentType="image/svg+xml"/>
  <Override PartName="/ppt/media/image1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23a16c3b2d249cd" Type="http://schemas.openxmlformats.org/officeDocument/2006/relationships/extended-properties" Target="docProps/app.xml"/><Relationship Id="R660a49a530294c8f" Type="http://schemas.openxmlformats.org/package/2006/relationships/metadata/core-properties" Target="docProps/core.xml"/><Relationship Id="Rbb41e627e7f84f2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c33a9bbf34aa5"/>
  </p:sldMasterIdLst>
  <p:notesMasterIdLst>
    <p:notesMasterId xmlns:r="http://schemas.openxmlformats.org/officeDocument/2006/relationships" r:id="Rd09397cd10f840a7"/>
  </p:notesMasterIdLst>
  <p:sldIdLst>
    <p:sldId xmlns:ns0="http://schemas.openxmlformats.org/officeDocument/2006/relationships" id="256" ns0:id="rId7"/>
    <p:sldId xmlns:ns0="http://schemas.openxmlformats.org/officeDocument/2006/relationships" id="257" ns0:id="rI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2710a861299c4145" Type="http://schemas.openxmlformats.org/officeDocument/2006/relationships/tableStyles" Target="tableStyles.xml"/><Relationship Id="R6c8099bb6c9b422b" Type="http://schemas.openxmlformats.org/officeDocument/2006/relationships/presProps" Target="presProps.xml"/><Relationship Id="R72fa8069a8e84fd8" Type="http://schemas.openxmlformats.org/officeDocument/2006/relationships/viewProps" Target="viewProps.xml"/><Relationship Id="R8e09ada2869d4ded" Type="http://schemas.openxmlformats.org/officeDocument/2006/relationships/theme" Target="theme/theme1.xml"/><Relationship Id="Rd09397cd10f840a7" Type="http://schemas.openxmlformats.org/officeDocument/2006/relationships/notesMaster" Target="notesMasters/notesMaster1.xml"/><Relationship Id="Rfcdc33a9bbf34aa5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b5c8b4734f384a1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racle-FY26-8.3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Custom 77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07c16f67423f433b" Type="http://schemas.openxmlformats.org/officeDocument/2006/relationships/image" Target="../media/image.emf"/><Relationship Id="R3112ca5a40724747" Type="http://schemas.openxmlformats.org/officeDocument/2006/relationships/image" Target="../media/image.svg"/><Relationship Id="R592826e611ab41ac" Type="http://schemas.openxmlformats.org/officeDocument/2006/relationships/slideMaster" Target="../slideMasters/slideMaster1.xml"/><Relationship Id="R6a6c47bc49034801" Type="http://schemas.openxmlformats.org/officeDocument/2006/relationships/image" Target="../media/image.png"/></Relationships>
</file>

<file path=ppt/slideLayouts/_rels/slideLayout2.xml.rels><?xml version='1.0' encoding='UTF-8' standalone='yes'?>
<Relationships xmlns="http://schemas.openxmlformats.org/package/2006/relationships"><Relationship Id="R666c46ed7c2a4c28" Type="http://schemas.openxmlformats.org/officeDocument/2006/relationships/image" Target="../media/image2.png"/><Relationship Id="R835f2c7e8ce6462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62176fa346e7449a" Type="http://schemas.openxmlformats.org/officeDocument/2006/relationships/image" Target="../media/image.jpeg"/><Relationship Id="Rb4cbbd60a09f4dc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5a0fcae676a44ee" Type="http://schemas.openxmlformats.org/officeDocument/2006/relationships/image" Target="../media/image2.svg"/><Relationship Id="R44351020fba64187" Type="http://schemas.openxmlformats.org/officeDocument/2006/relationships/slideMaster" Target="../slideMasters/slideMaster1.xml"/><Relationship Id="Rf1e84e39227c48ca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bb6c3a47be19478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1e126c46084d3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fe0b39907172414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8e1b845174264e2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3eb0233d70d243d3" Type="http://schemas.openxmlformats.org/officeDocument/2006/relationships/image" Target="../media/image.emf"/><Relationship Id="Rdbd0fc6380444cb4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79822a8029b444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e30a416bda54453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057a05312d874476" Type="http://schemas.openxmlformats.org/officeDocument/2006/relationships/image" Target="../media/image3.png"/><Relationship Id="R0d181c1e1ac544f6" Type="http://schemas.openxmlformats.org/officeDocument/2006/relationships/slideMaster" Target="../slideMasters/slideMaster1.xml"/><Relationship Id="R2ce811ccabfa493d" Type="http://schemas.openxmlformats.org/officeDocument/2006/relationships/image" Target="../media/image4.png"/><Relationship Id="R76501bedaf9543c9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10e80f9b58244b19" Type="http://schemas.openxmlformats.org/officeDocument/2006/relationships/slideMaster" Target="../slideMasters/slideMaster1.xml"/><Relationship Id="R288f565e08124f48" Type="http://schemas.openxmlformats.org/officeDocument/2006/relationships/image" Target="../media/image6.png"/><Relationship Id="Rd2769826041740d8" Type="http://schemas.openxmlformats.org/officeDocument/2006/relationships/image" Target="../media/image8.png"/><Relationship Id="Rfaf598243f344d17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115a97680ddb42ce" Type="http://schemas.openxmlformats.org/officeDocument/2006/relationships/slideMaster" Target="../slideMasters/slideMaster1.xml"/><Relationship Id="R7300a302f1114157" Type="http://schemas.openxmlformats.org/officeDocument/2006/relationships/image" Target="../media/image9.png"/><Relationship Id="Rab0b97290d2f4f7d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3159b4b331ed48b3" Type="http://schemas.openxmlformats.org/officeDocument/2006/relationships/image" Target="../media/image3.jpeg"/><Relationship Id="R3e7759df3cb14cfa" Type="http://schemas.openxmlformats.org/officeDocument/2006/relationships/image" Target="../media/image14.png"/><Relationship Id="R4179009355d14eff" Type="http://schemas.openxmlformats.org/officeDocument/2006/relationships/image" Target="../media/image13.png"/><Relationship Id="R5237018b6f4d4b8a" Type="http://schemas.openxmlformats.org/officeDocument/2006/relationships/image" Target="../media/image3.svg"/><Relationship Id="R690faa27105d4135" Type="http://schemas.openxmlformats.org/officeDocument/2006/relationships/image" Target="../media/image11.png"/><Relationship Id="Rc7b32ec4cd6a446b" Type="http://schemas.openxmlformats.org/officeDocument/2006/relationships/slideMaster" Target="../slideMasters/slideMaster1.xml"/><Relationship Id="Re020134dc00448a7" Type="http://schemas.openxmlformats.org/officeDocument/2006/relationships/image" Target="../media/image12.png"/></Relationships>
</file>

<file path=ppt/slideLayouts/_rels/slideLayout16.xml.rels><?xml version='1.0' encoding='UTF-8' standalone='yes'?>
<Relationships xmlns="http://schemas.openxmlformats.org/package/2006/relationships"><Relationship Id="Rfce3aa3a90eb42a2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0c9ed8f4bc4043c3" Type="http://schemas.openxmlformats.org/officeDocument/2006/relationships/image" Target="../media/image4.jpeg"/><Relationship Id="R43cba9eb858542c8" Type="http://schemas.openxmlformats.org/officeDocument/2006/relationships/slideMaster" Target="../slideMasters/slideMaster1.xml"/><Relationship Id="Ree90b48c74d24967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03ce2a8a6b1b4129" Type="http://schemas.openxmlformats.org/officeDocument/2006/relationships/image" Target="../media/image6.png"/><Relationship Id="R519db86dbe664f30" Type="http://schemas.openxmlformats.org/officeDocument/2006/relationships/image" Target="../media/image5.jpeg"/><Relationship Id="R853163b432e44013" Type="http://schemas.openxmlformats.org/officeDocument/2006/relationships/image" Target="../media/image6.svg"/><Relationship Id="Ra191c230637a4fa1" Type="http://schemas.openxmlformats.org/officeDocument/2006/relationships/image" Target="../media/image7.png"/><Relationship Id="Raf6c6de5f6e84f04" Type="http://schemas.openxmlformats.org/officeDocument/2006/relationships/image" Target="../media/image7.svg"/><Relationship Id="Rd26414a33460475f" Type="http://schemas.openxmlformats.org/officeDocument/2006/relationships/image" Target="../media/image2.jpeg"/><Relationship Id="Rd8950acaabac4f07" Type="http://schemas.openxmlformats.org/officeDocument/2006/relationships/image" Target="../media/image5.svg"/><Relationship Id="Re0ca61a6ac8441f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1349a926a2344cab" Type="http://schemas.openxmlformats.org/officeDocument/2006/relationships/slideMaster" Target="../slideMasters/slideMaster1.xml"/><Relationship Id="R18a2860163fb4b82" Type="http://schemas.openxmlformats.org/officeDocument/2006/relationships/image" Target="../media/image8.svg"/><Relationship Id="Rff33c6a9fdfb42f1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ea9fc59c2b734d40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c2d81d4f5434498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28538cbd69684d11" Type="http://schemas.openxmlformats.org/officeDocument/2006/relationships/slideMaster" Target="../slideMasters/slideMaster1.xml"/><Relationship Id="R4f3b12e90cfc4f4d" Type="http://schemas.openxmlformats.org/officeDocument/2006/relationships/image" Target="../media/image.emf"/><Relationship Id="R9478b7af3d9146fd" Type="http://schemas.openxmlformats.org/officeDocument/2006/relationships/image" Target="../media/image15.png"/></Relationships>
</file>

<file path=ppt/slideLayouts/_rels/slideLayout23.xml.rels><?xml version='1.0' encoding='UTF-8' standalone='yes'?>
<Relationships xmlns="http://schemas.openxmlformats.org/package/2006/relationships"><Relationship Id="R272ca739b8504bf4" Type="http://schemas.openxmlformats.org/officeDocument/2006/relationships/image" Target="../media/image9.svg"/><Relationship Id="R2d3f61c39bc8451d" Type="http://schemas.openxmlformats.org/officeDocument/2006/relationships/image" Target="../media/image9.png"/><Relationship Id="R45a9e1c1f9474829" Type="http://schemas.openxmlformats.org/officeDocument/2006/relationships/image" Target="../media/image10.png"/><Relationship Id="R8becd334cc814500" Type="http://schemas.openxmlformats.org/officeDocument/2006/relationships/image" Target="../media/image3.jpeg"/><Relationship Id="R99003c2cf566499e" Type="http://schemas.openxmlformats.org/officeDocument/2006/relationships/image" Target="../media/image11.png"/><Relationship Id="Rb0d2ed29bbe34d38" Type="http://schemas.openxmlformats.org/officeDocument/2006/relationships/slideMaster" Target="../slideMasters/slideMaster1.xml"/><Relationship Id="Re58f0ddf3a114478" Type="http://schemas.openxmlformats.org/officeDocument/2006/relationships/image" Target="../media/image10.svg"/><Relationship Id="Re5e62a0170f04fe6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5d8441f8672a411d" Type="http://schemas.openxmlformats.org/officeDocument/2006/relationships/image" Target="../media/image4.jpeg"/><Relationship Id="Re5ee2bc4547c4262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991356fcdb7d418e" Type="http://schemas.openxmlformats.org/officeDocument/2006/relationships/image" Target="../media/image16.png"/><Relationship Id="Rb69baa30f69943ad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2fd7a02e39724e7f" Type="http://schemas.openxmlformats.org/officeDocument/2006/relationships/image" Target="../media/image.emf"/><Relationship Id="R8cb7be92e6cd4b73" Type="http://schemas.openxmlformats.org/officeDocument/2006/relationships/slideMaster" Target="../slideMasters/slideMaster1.xml"/><Relationship Id="Ra64627080b7f4f19" Type="http://schemas.openxmlformats.org/officeDocument/2006/relationships/image" Target="../media/image17.png"/></Relationships>
</file>

<file path=ppt/slideLayouts/_rels/slideLayout27.xml.rels><?xml version='1.0' encoding='UTF-8' standalone='yes'?>
<Relationships xmlns="http://schemas.openxmlformats.org/package/2006/relationships"><Relationship Id="R12eb549a712c4603" Type="http://schemas.openxmlformats.org/officeDocument/2006/relationships/slideMaster" Target="../slideMasters/slideMaster1.xml"/><Relationship Id="Rf3e752dd9ff44164" Type="http://schemas.openxmlformats.org/officeDocument/2006/relationships/image" Target="../media/image5.jpeg"/></Relationships>
</file>

<file path=ppt/slideLayouts/slideLayout1.xml><?xml version="1.0" encoding="utf-8"?>
<p:sldLayout xmlns:p="http://schemas.openxmlformats.org/presentationml/2006/main" preserve="1">
  <p:cSld name="Light - Title_2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6204AF-CFD8-7CED-4E39-54AF670244A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92538" y="2148840"/>
            <a:ext cx="6400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General/fusion title</a:t>
            </a:r>
            <a:br/>
            <a:r>
              <a:t>Oracle Sans Tab Bold</a:t>
            </a:r>
          </a:p>
        </p:txBody>
      </p:sp>
      <p:sp>
        <p:nvSpPr>
          <p:cNvPr id="7" name="Subhead">
            <a:extLst xmlns:a="http://schemas.openxmlformats.org/drawingml/2006/main">
              <a:ext uri="{FF2B5EF4-FFF2-40B4-BE49-F238E27FC236}">
                <a16:creationId xmlns:a16="http://schemas.microsoft.com/office/drawing/2014/main" id="{FC046655-F632-39CF-A827-AEF7BEDCA8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92538" y="3519553"/>
            <a:ext cx="6400800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line.</a:t>
            </a:r>
          </a:p>
        </p:txBody>
      </p:sp>
      <p:sp>
        <p:nvSpPr>
          <p:cNvPr id="8" name="Text Field">
            <a:extLst xmlns:a="http://schemas.openxmlformats.org/drawingml/2006/main">
              <a:ext uri="{FF2B5EF4-FFF2-40B4-BE49-F238E27FC236}">
                <a16:creationId xmlns:a16="http://schemas.microsoft.com/office/drawing/2014/main" id="{396B045C-5351-70B5-4F7C-3804C75BD4B2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792538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9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997BC39A-E5C4-5AD8-8642-A190BFB4DF55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792538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2023</a:t>
            </a:r>
          </a:p>
        </p:txBody>
      </p:sp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c47bc49034801"/>
          <a:srcRect xmlns:a="http://schemas.openxmlformats.org/drawingml/2006/main" l="32750" t="0" r="0" b="38000"/>
          <a:stretch xmlns:a="http://schemas.openxmlformats.org/drawingml/2006/main"/>
        </p:blipFill>
        <p:spPr>
          <a:xfrm xmlns:a="http://schemas.openxmlformats.org/drawingml/2006/main">
            <a:off x="3992902" y="0"/>
            <a:ext cx="8199097" cy="4251948"/>
          </a:xfrm>
          <a:prstGeom xmlns:a="http://schemas.openxmlformats.org/drawingml/2006/main" prst="rect">
            <a:avLst/>
          </a:prstGeom>
        </p:spPr>
      </p:pic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8620179-92E2-B33C-7BF7-7DD2B9A69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995117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34D53E-E775-84ED-87D4-03A6155462F2}"/>
              </a:ext>
            </a:extLst>
          </p:cNvPr>
          <p:cNvSpPr>
            <a:spLocks xmlns:a="http://schemas.openxmlformats.org/drawingml/2006/main" noGrp="1"/>
          </p:cNvSpPr>
          <p:nvPr>
            <p:ph type="ftr" idx="36"/>
          </p:nvPr>
        </p:nvSpPr>
        <p:spPr>
          <a:xfrm xmlns:a="http://schemas.openxmlformats.org/drawingml/2006/main">
            <a:off x="1127759" y="6995435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/>
        </p:txBody>
      </p:sp>
      <p:sp>
        <p:nvSpPr>
          <p:cNvPr id="2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B203E0B-C243-2092-E571-D8301E6712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997061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pic>
        <p:nvPicPr>
          <p:cNvPr id="2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16f67423f433b">
            <a:extLst>
              <a:ext uri="{96DAC541-7B7A-43D3-8B79-37D633B846F1}">
                <asvg:svgBlip xmlns:asvg="http://schemas.microsoft.com/office/drawing/2016/SVG/main" r:embed="R3112ca5a4072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0669" y="1132368"/>
            <a:ext cx="1524893" cy="320039"/>
          </a:xfrm>
          <a:prstGeom xmlns:a="http://schemas.openxmlformats.org/drawingml/2006/main" prst="rect">
            <a:avLst/>
          </a:prstGeom>
        </p:spPr>
      </p:pic>
      <p:sp>
        <p:nvSpPr>
          <p:cNvPr id="6" name="Accent mark">
            <a:extLst xmlns:a="http://schemas.openxmlformats.org/drawingml/2006/main">
              <a:ext uri="{FF2B5EF4-FFF2-40B4-BE49-F238E27FC236}">
                <a16:creationId xmlns:a16="http://schemas.microsoft.com/office/drawing/2014/main" id="{F3B22FDD-1B93-0A37-25CC-77AE4A3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05" y="4166108"/>
            <a:ext cx="3657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Dark - Divider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5">
            <a:extLst xmlns:a="http://schemas.openxmlformats.org/drawingml/2006/main">
              <a:ext uri="{FF2B5EF4-FFF2-40B4-BE49-F238E27FC236}">
                <a16:creationId xmlns:a16="http://schemas.microsoft.com/office/drawing/2014/main" id="{1232B6FB-CB36-8E10-0171-4DD434FB37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6400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Cross-pillar, Industries, and General Divider Title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6400800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2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here.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903682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27759" y="6904000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905626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pic>
        <p:nvPicPr>
          <p:cNvPr id="1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c46ed7c2a4c28"/>
          <a:srcRect xmlns:a="http://schemas.openxmlformats.org/drawingml/2006/main" l="44000" t="0" r="0" b="0"/>
          <a:stretch xmlns:a="http://schemas.openxmlformats.org/drawingml/2006/main"/>
        </p:blipFill>
        <p:spPr>
          <a:xfrm xmlns:a="http://schemas.openxmlformats.org/drawingml/2006/main">
            <a:off x="5364488" y="0"/>
            <a:ext cx="682751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ccent mark">
            <a:extLst xmlns:a="http://schemas.openxmlformats.org/drawingml/2006/main">
              <a:ext uri="{FF2B5EF4-FFF2-40B4-BE49-F238E27FC236}">
                <a16:creationId xmlns:a16="http://schemas.microsoft.com/office/drawing/2014/main" id="{FCC5560E-F594-D1CD-5CDD-54514D4D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89" y="3867907"/>
            <a:ext cx="3657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C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ivider_8">
    <p:bg>
      <p:bgPr>
        <a:blipFill xmlns:a="http://schemas.openxmlformats.org/drawingml/2006/main" rotWithShape="1">
          <a:blip xmlns:r="http://schemas.openxmlformats.org/officeDocument/2006/relationships" r:embed="R62176fa346e7449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5">
            <a:extLst xmlns:a="http://schemas.openxmlformats.org/drawingml/2006/main"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6400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CX Section</a:t>
            </a:r>
            <a:br/>
            <a:r>
              <a:t>Oracle Sans Tab Bold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6400800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2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here.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903678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27759" y="6903996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905622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2" name="Accent mark">
            <a:extLst xmlns:a="http://schemas.openxmlformats.org/drawingml/2006/main">
              <a:ext uri="{FF2B5EF4-FFF2-40B4-BE49-F238E27FC236}">
                <a16:creationId xmlns:a16="http://schemas.microsoft.com/office/drawing/2014/main" id="{9FE68091-5CE6-8692-5C8A-45B15B0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89" y="3867907"/>
            <a:ext cx="3657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C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Dark - Agend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E5F7DB7-92B5-4EA1-8540-53C2A222376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5383380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Agenda title</a:t>
            </a:r>
          </a:p>
        </p:txBody>
      </p:sp>
      <p:sp>
        <p:nvSpPr>
          <p:cNvPr id="2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28D9ACAF-6547-62AC-0612-33ACEEA4384B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5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C717BFB-739A-8ECB-A222-BA193D79F699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r>
              <a:t>Copyright © 2026, Oracle and/or its affiliates |  Confidential: Internal</a:t>
            </a:r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AB9331-6119-874E-6BF2-D968C0DB95A7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r>
              <a:t>[Date]</a:t>
            </a:r>
          </a:p>
        </p:txBody>
      </p:sp>
      <p:pic>
        <p:nvPicPr>
          <p:cNvPr id="14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4e39227c48ca">
            <a:extLst>
              <a:ext uri="{96DAC541-7B7A-43D3-8B79-37D633B846F1}">
                <asvg:svgBlip xmlns:asvg="http://schemas.microsoft.com/office/drawing/2016/SVG/main" r:embed="R05a0fcae676a44ee"/>
              </a:ext>
            </a:extLst>
          </a:blip>
          <a:srcRect xmlns:a="http://schemas.openxmlformats.org/drawingml/2006/main" l="5687" t="0" r="0" b="27270"/>
          <a:stretch xmlns:a="http://schemas.openxmlformats.org/drawingml/2006/main"/>
        </p:blipFill>
        <p:spPr>
          <a:xfrm xmlns:a="http://schemas.openxmlformats.org/drawingml/2006/main">
            <a:off x="6856133" y="0"/>
            <a:ext cx="5335866" cy="2743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>
  <p:cSld name="Light - Titl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3">
            <a:extLst xmlns:a="http://schemas.openxmlformats.org/drawingml/2006/main">
              <a:ext uri="{FF2B5EF4-FFF2-40B4-BE49-F238E27FC236}">
                <a16:creationId xmlns:a16="http://schemas.microsoft.com/office/drawing/2014/main" id="{0638DF7B-BBB6-684E-A5BB-80F1125943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96566A-34C0-2909-1BBA-2F1E01266A07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D75A6B-90D9-58CE-7BC7-31C53C19C8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C7F88C-022C-DC8C-F4BA-18F89F1E4ADA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Light - Title/Subtitl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0DA5B7-17E8-2CF4-4B51-F677DF6CE73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EEF32F-ED74-47E3-D2C3-F1B1AD13F3F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D6C787-D3B4-031A-8D4C-3A19D9BDFA78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5CA9E8-9559-78FA-E425-B044F817EEE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Dark - Title/Subtit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56DCC98-315C-61EE-3BD9-275F39B0D5B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5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0511B848-5314-5CFA-E302-CF9747E005C9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8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8D47112-C304-3F08-B268-4678B7957255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86AE2C-3C8D-7087-0A03-7B9F6CF293A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Light - Title/Subtitle 1 Column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28271ED-B1CF-9F0D-4AA0-883D80DEDBF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9" name="Content">
            <a:extLst xmlns:a="http://schemas.openxmlformats.org/drawingml/2006/main">
              <a:ext uri="{FF2B5EF4-FFF2-40B4-BE49-F238E27FC236}">
                <a16:creationId xmlns:a16="http://schemas.microsoft.com/office/drawing/2014/main" id="{B95271D6-CF2C-D8C3-F7FB-D555FC2D946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2" y="1600199"/>
            <a:ext cx="10671048" cy="450799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1pPr>
            <a:lvl2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2pPr>
            <a:lvl3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3pPr>
            <a:lvl4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4pPr>
            <a:lvl5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Content + Illustration_Light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8A0A7166-96D6-457B-8CE6-21491B0153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4754880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F837A2F-4A14-0DC4-608A-F65C24823266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66763" y="1009904"/>
            <a:ext cx="4754880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BB55E146-CDC2-714E-AEDA-21D37E508E2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A8A2"/>
          </a:solidFill>
        </p:spPr>
        <p:txBody>
          <a:bodyPr xmlns:a="http://schemas.openxmlformats.org/drawingml/2006/main" lIns="72000" tIns="72000" rIns="0"/>
          <a:lstStyle xmlns:a="http://schemas.openxmlformats.org/drawingml/2006/main">
            <a:lvl1pPr algn="ctr">
              <a:buNone/>
              <a:defRPr sz="14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Click to add photo or illustration</a:t>
            </a:r>
          </a:p>
        </p:txBody>
      </p:sp>
      <p:pic>
        <p:nvPicPr>
          <p:cNvPr id="2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0233d70d243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5616" y="6464808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14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1B7B17D-763D-5F99-0CC2-80B2CC63E130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762191" y="1965976"/>
            <a:ext cx="4764024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/>
              <a:buNone/>
              <a:defRPr sz="16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here.</a:t>
            </a:r>
          </a:p>
        </p:txBody>
      </p:sp>
      <p:sp>
        <p:nvSpPr>
          <p:cNvPr id="17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F95C4F20-D940-4F84-4840-DD649575E2CD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60698" y="2309418"/>
            <a:ext cx="4764024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DE24B9A-F5B4-C415-A25C-25FE02976EEF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762191" y="3222718"/>
            <a:ext cx="476253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/>
              <a:buNone/>
              <a:defRPr sz="16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here.</a:t>
            </a:r>
          </a:p>
        </p:txBody>
      </p:sp>
      <p:sp>
        <p:nvSpPr>
          <p:cNvPr id="19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E725E68E-222F-2174-3EDA-49279B3A0D6A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60698" y="3567051"/>
            <a:ext cx="4764024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080E49F-0C27-1D0D-3ADD-B37ABD6F37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762191" y="4594303"/>
            <a:ext cx="476253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/>
              <a:buNone/>
              <a:defRPr sz="16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here.</a:t>
            </a:r>
          </a:p>
        </p:txBody>
      </p:sp>
      <p:sp>
        <p:nvSpPr>
          <p:cNvPr id="20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85BD9371-1A26-2813-D974-5AAA802C8FF9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60698" y="4937745"/>
            <a:ext cx="4764024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AF7987-C710-3871-B657-891515739542}"/>
              </a:ext>
            </a:extLst>
          </p:cNvPr>
          <p:cNvSpPr>
            <a:spLocks xmlns:a="http://schemas.openxmlformats.org/drawingml/2006/main" noGrp="1"/>
          </p:cNvSpPr>
          <p:nvPr>
            <p:ph type="dt" idx="4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47B4B01-B49C-CB08-78E3-DAB353AFE68D}"/>
              </a:ext>
            </a:extLst>
          </p:cNvPr>
          <p:cNvSpPr>
            <a:spLocks xmlns:a="http://schemas.openxmlformats.org/drawingml/2006/main" noGrp="1"/>
          </p:cNvSpPr>
          <p:nvPr>
            <p:ph type="ftr" idx="4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378DD8F-6EC1-338B-B6F1-7361BA5C390D}"/>
              </a:ext>
            </a:extLst>
          </p:cNvPr>
          <p:cNvSpPr>
            <a:spLocks xmlns:a="http://schemas.openxmlformats.org/drawingml/2006/main" noGrp="1"/>
          </p:cNvSpPr>
          <p:nvPr>
            <p:ph type="sldNum" idx="4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Dark - Blank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9BE1098-CB0B-6118-9F18-F82F79BCD072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EF60680-0B89-E284-0AFC-7DCC64BF7750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3EE420-175F-A11D-96CB-D1ABB088F9CF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Light - Blank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6FB920-929F-CD50-52DB-2267C19E529C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934CA2-9189-BBDA-2D47-6B62E59B566E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B26826-CB7B-F2D0-E18C-8AA5414C58D7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Only" preserve="1">
  <p:cSld name="1_Title Only">
    <p:bg>
      <p:bgPr>
        <a:blipFill xmlns:a="http://schemas.openxmlformats.org/drawingml/2006/main" rotWithShape="1">
          <a:blip xmlns:r="http://schemas.openxmlformats.org/officeDocument/2006/relationships" r:embed="R057a05312d87447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604F85-F34E-08F4-8747-9AD5EBFFC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0D76F8-70C1-8934-023B-4AFB1F6E3AD0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13F3451-CD7E-98B3-07D0-E353F4A0BEB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e811ccabfa493d"/>
          <a:srcRect xmlns:a="http://schemas.openxmlformats.org/drawingml/2006/main" l="53464" t="22322" r="0" b="0"/>
          <a:stretch xmlns:a="http://schemas.openxmlformats.org/drawingml/2006/main"/>
        </p:blipFill>
        <p:spPr>
          <a:xfrm xmlns:a="http://schemas.openxmlformats.org/drawingml/2006/main" rot="5400000">
            <a:off x="9520491" y="-1235329"/>
            <a:ext cx="1436180" cy="3906839"/>
          </a:xfrm>
          <a:prstGeom xmlns:a="http://schemas.openxmlformats.org/drawingml/2006/main" prst="rect">
            <a:avLst/>
          </a:prstGeom>
        </p:spPr>
      </p:pic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501bedaf9543c9"/>
          <a:srcRect xmlns:a="http://schemas.openxmlformats.org/drawingml/2006/main" l="0" t="0" r="41634" b="5405"/>
          <a:stretch xmlns:a="http://schemas.openxmlformats.org/drawingml/2006/main"/>
        </p:blipFill>
        <p:spPr>
          <a:xfrm xmlns:a="http://schemas.openxmlformats.org/drawingml/2006/main" flipH="1">
            <a:off x="8901137" y="0"/>
            <a:ext cx="3290863" cy="5486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preserve="1">
  <p:cSld name="2_Title and Content_04">
    <p:bg>
      <p:bgPr>
        <a:blipFill xmlns:a="http://schemas.openxmlformats.org/drawingml/2006/main" rotWithShape="1">
          <a:blip xmlns:r="http://schemas.openxmlformats.org/officeDocument/2006/relationships" r:embed="R288f565e08124f48">
            <a:alphaModFix amt="82000"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f598243f344d17"/>
          <a:srcRect xmlns:a="http://schemas.openxmlformats.org/drawingml/2006/main" l="-7841" t="-42622" r="13196" b="50873"/>
          <a:stretch xmlns:a="http://schemas.openxmlformats.org/drawingml/2006/main"/>
        </p:blipFill>
        <p:spPr>
          <a:xfrm xmlns:a="http://schemas.openxmlformats.org/drawingml/2006/main" rot="5400000" flipH="1" flipV="1">
            <a:off x="9300557" y="-138416"/>
            <a:ext cx="2744724" cy="3038171"/>
          </a:xfrm>
          <a:prstGeom xmlns:a="http://schemas.openxmlformats.org/drawingml/2006/main" prst="rect">
            <a:avLst/>
          </a:prstGeom>
        </p:spPr>
      </p:pic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69826041740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8039" y="-236427"/>
            <a:ext cx="2251091" cy="1660619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D6D7E08-508A-A290-725C-2D87C8DB6A2C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3A9D7C2-08CE-2DE0-1D62-20B48EF992AA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Full Page - Illustration 1 Light Orange">
    <p:bg>
      <p:bgPr>
        <a:solidFill xmlns:a="http://schemas.openxmlformats.org/drawingml/2006/main">
          <a:srgbClr val="F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Graphic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00a302f11141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161429" y="112748"/>
            <a:ext cx="1030571" cy="157652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0b97290d2f4f7d">
            <a:duotone>
              <a:prstClr val="black"/>
              <a:srgbClr val="D9C3A5">
                <a:tint val="50000"/>
                <a:satMod val="180000"/>
              </a:srgbClr>
            </a:duotone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8000" y="323955"/>
            <a:ext cx="1553789" cy="1124192"/>
          </a:xfrm>
          <a:prstGeom xmlns:a="http://schemas.openxmlformats.org/drawingml/2006/main" prst="rect">
            <a:avLst/>
          </a:prstGeom>
        </p:spPr>
      </p:pic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2874B2E-860E-1B20-F0B1-B57C442DD4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37160" y="6414001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ctr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C44F199-B4A4-220C-FB91-DB5578CF2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3559" y="6414319"/>
            <a:ext cx="209810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/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F18D6510-346E-3ABF-D6EF-3B14CA3EDB2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3559" y="797786"/>
            <a:ext cx="1111504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t"/>
          <a:lstStyle xmlns:a="http://schemas.openxmlformats.org/drawingml/2006/main">
            <a:lvl1pPr>
              <a:lnSpc>
                <a:spcPts val="2800"/>
              </a:lnSpc>
              <a:buNone/>
              <a:defRPr sz="2500" b="0" i="0">
                <a:solidFill>
                  <a:schemeClr val="tx2">
                    <a:lumMod val="75000"/>
                    <a:lumOff val="25000"/>
                  </a:schemeClr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Main topic here – One line </a:t>
            </a:r>
          </a:p>
        </p:txBody>
      </p:sp>
      <p:sp>
        <p:nvSpPr>
          <p:cNvPr id="10" name="Freeform 9">
            <a:extLst xmlns:a="http://schemas.openxmlformats.org/drawingml/2006/main">
              <a:ext uri="{FF2B5EF4-FFF2-40B4-BE49-F238E27FC236}">
                <a16:creationId xmlns:a16="http://schemas.microsoft.com/office/drawing/2014/main" id="{E050C845-D282-5544-2AD0-B5A672B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3806022"/>
            <a:ext cx="355952" cy="1016791"/>
          </a:xfrm>
          <a:custGeom xmlns:a="http://schemas.openxmlformats.org/drawingml/2006/main">
            <a:gdLst>
              <a:gd name="connsiteX0" fmla="*/ 355952 w 355952"/>
              <a:gd name="connsiteY0" fmla="*/ 0 h 1016791"/>
              <a:gd name="connsiteX1" fmla="*/ 353882 w 355952"/>
              <a:gd name="connsiteY1" fmla="*/ 265 h 1016791"/>
              <a:gd name="connsiteX2" fmla="*/ 105416 w 355952"/>
              <a:gd name="connsiteY2" fmla="*/ 107899 h 1016791"/>
              <a:gd name="connsiteX3" fmla="*/ 20598 w 355952"/>
              <a:gd name="connsiteY3" fmla="*/ 287965 h 1016791"/>
              <a:gd name="connsiteX4" fmla="*/ 25048 w 355952"/>
              <a:gd name="connsiteY4" fmla="*/ 735249 h 1016791"/>
              <a:gd name="connsiteX5" fmla="*/ 161700 w 355952"/>
              <a:gd name="connsiteY5" fmla="*/ 1006428 h 1016791"/>
              <a:gd name="connsiteX6" fmla="*/ 255635 w 355952"/>
              <a:gd name="connsiteY6" fmla="*/ 1015972 h 1016791"/>
              <a:gd name="connsiteX7" fmla="*/ 355952 w 355952"/>
              <a:gd name="connsiteY7" fmla="*/ 998350 h 1016791"/>
            </a:gdLst>
            <a:rect l="l" t="t" r="r" b="b"/>
            <a:pathLst>
              <a:path w="355952" h="1016791">
                <a:moveTo>
                  <a:pt x="355952" y="0"/>
                </a:moveTo>
                <a:lnTo>
                  <a:pt x="353882" y="265"/>
                </a:lnTo>
                <a:cubicBezTo>
                  <a:pt x="266545" y="16516"/>
                  <a:pt x="181595" y="45957"/>
                  <a:pt x="105416" y="107899"/>
                </a:cubicBezTo>
                <a:cubicBezTo>
                  <a:pt x="53059" y="148594"/>
                  <a:pt x="33687" y="220981"/>
                  <a:pt x="20598" y="287965"/>
                </a:cubicBezTo>
                <a:cubicBezTo>
                  <a:pt x="-11340" y="438500"/>
                  <a:pt x="-3225" y="590836"/>
                  <a:pt x="25048" y="735249"/>
                </a:cubicBezTo>
                <a:cubicBezTo>
                  <a:pt x="50179" y="835726"/>
                  <a:pt x="64054" y="970775"/>
                  <a:pt x="161700" y="1006428"/>
                </a:cubicBezTo>
                <a:cubicBezTo>
                  <a:pt x="188075" y="1015792"/>
                  <a:pt x="220372" y="1018313"/>
                  <a:pt x="255635" y="1015972"/>
                </a:cubicBezTo>
                <a:lnTo>
                  <a:pt x="355952" y="998350"/>
                </a:lnTo>
                <a:close/>
              </a:path>
            </a:pathLst>
          </a:custGeom>
          <a:solidFill xmlns:a="http://schemas.openxmlformats.org/drawingml/2006/main">
            <a:srgbClr val="B4BBA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8750539-FD2B-DD9D-97EC-05C2DD46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332743">
            <a:off x="11380443" y="962090"/>
            <a:ext cx="556312" cy="488928"/>
          </a:xfrm>
          <a:custGeom xmlns:a="http://schemas.openxmlformats.org/drawingml/2006/main">
            <a:gdLst>
              <a:gd name="T0" fmla="*/ 4113 w 6262"/>
              <a:gd name="T1" fmla="*/ 5503 h 5504"/>
              <a:gd name="T2" fmla="*/ 2206 w 6262"/>
              <a:gd name="T3" fmla="*/ 5156 h 5504"/>
              <a:gd name="T4" fmla="*/ 1111 w 6262"/>
              <a:gd name="T5" fmla="*/ 4973 h 5504"/>
              <a:gd name="T6" fmla="*/ 448 w 6262"/>
              <a:gd name="T7" fmla="*/ 4496 h 5504"/>
              <a:gd name="T8" fmla="*/ 0 w 6262"/>
              <a:gd name="T9" fmla="*/ 3565 h 5504"/>
              <a:gd name="T10" fmla="*/ 1024 w 6262"/>
              <a:gd name="T11" fmla="*/ 3003 h 5504"/>
              <a:gd name="T12" fmla="*/ 2531 w 6262"/>
              <a:gd name="T13" fmla="*/ 3215 h 5504"/>
              <a:gd name="T14" fmla="*/ 1250 w 6262"/>
              <a:gd name="T15" fmla="*/ 1854 h 5504"/>
              <a:gd name="T16" fmla="*/ 629 w 6262"/>
              <a:gd name="T17" fmla="*/ 1140 h 5504"/>
              <a:gd name="T18" fmla="*/ 268 w 6262"/>
              <a:gd name="T19" fmla="*/ 342 h 5504"/>
              <a:gd name="T20" fmla="*/ 1594 w 6262"/>
              <a:gd name="T21" fmla="*/ 204 h 5504"/>
              <a:gd name="T22" fmla="*/ 2963 w 6262"/>
              <a:gd name="T23" fmla="*/ 1076 h 5504"/>
              <a:gd name="T24" fmla="*/ 3256 w 6262"/>
              <a:gd name="T25" fmla="*/ 1756 h 5504"/>
              <a:gd name="T26" fmla="*/ 3879 w 6262"/>
              <a:gd name="T27" fmla="*/ 2216 h 5504"/>
              <a:gd name="T28" fmla="*/ 4271 w 6262"/>
              <a:gd name="T29" fmla="*/ 1809 h 5504"/>
              <a:gd name="T30" fmla="*/ 4449 w 6262"/>
              <a:gd name="T31" fmla="*/ 1121 h 5504"/>
              <a:gd name="T32" fmla="*/ 4742 w 6262"/>
              <a:gd name="T33" fmla="*/ 0 h 5504"/>
              <a:gd name="T34" fmla="*/ 5902 w 6262"/>
              <a:gd name="T35" fmla="*/ 421 h 5504"/>
              <a:gd name="T36" fmla="*/ 5798 w 6262"/>
              <a:gd name="T37" fmla="*/ 2374 h 5504"/>
              <a:gd name="T38" fmla="*/ 4113 w 6262"/>
              <a:gd name="T39" fmla="*/ 5503 h 5504"/>
            </a:gdLst>
            <a:rect l="0" t="0" r="r" b="b"/>
            <a:pathLst>
              <a:path w="6262" h="5504">
                <a:moveTo>
                  <a:pt x="4113" y="5503"/>
                </a:moveTo>
                <a:cubicBezTo>
                  <a:pt x="4113" y="5503"/>
                  <a:pt x="2717" y="5139"/>
                  <a:pt x="2206" y="5156"/>
                </a:cubicBezTo>
                <a:cubicBezTo>
                  <a:pt x="1772" y="5179"/>
                  <a:pt x="1515" y="5125"/>
                  <a:pt x="1111" y="4973"/>
                </a:cubicBezTo>
                <a:cubicBezTo>
                  <a:pt x="922" y="4891"/>
                  <a:pt x="544" y="4710"/>
                  <a:pt x="448" y="4496"/>
                </a:cubicBezTo>
                <a:cubicBezTo>
                  <a:pt x="333" y="4225"/>
                  <a:pt x="0" y="3565"/>
                  <a:pt x="0" y="3565"/>
                </a:cubicBezTo>
                <a:cubicBezTo>
                  <a:pt x="0" y="3565"/>
                  <a:pt x="739" y="2997"/>
                  <a:pt x="1024" y="3003"/>
                </a:cubicBezTo>
                <a:cubicBezTo>
                  <a:pt x="1921" y="3014"/>
                  <a:pt x="1935" y="3765"/>
                  <a:pt x="2531" y="3215"/>
                </a:cubicBezTo>
                <a:cubicBezTo>
                  <a:pt x="2827" y="2941"/>
                  <a:pt x="1450" y="2046"/>
                  <a:pt x="1250" y="1854"/>
                </a:cubicBezTo>
                <a:cubicBezTo>
                  <a:pt x="993" y="1663"/>
                  <a:pt x="781" y="1420"/>
                  <a:pt x="629" y="1140"/>
                </a:cubicBezTo>
                <a:cubicBezTo>
                  <a:pt x="499" y="887"/>
                  <a:pt x="268" y="342"/>
                  <a:pt x="268" y="342"/>
                </a:cubicBezTo>
                <a:cubicBezTo>
                  <a:pt x="268" y="342"/>
                  <a:pt x="942" y="3"/>
                  <a:pt x="1594" y="204"/>
                </a:cubicBezTo>
                <a:cubicBezTo>
                  <a:pt x="2175" y="381"/>
                  <a:pt x="2717" y="446"/>
                  <a:pt x="2963" y="1076"/>
                </a:cubicBezTo>
                <a:cubicBezTo>
                  <a:pt x="3070" y="1299"/>
                  <a:pt x="3163" y="1527"/>
                  <a:pt x="3256" y="1756"/>
                </a:cubicBezTo>
                <a:cubicBezTo>
                  <a:pt x="3361" y="2046"/>
                  <a:pt x="3547" y="2388"/>
                  <a:pt x="3879" y="2216"/>
                </a:cubicBezTo>
                <a:cubicBezTo>
                  <a:pt x="4054" y="2128"/>
                  <a:pt x="4192" y="1984"/>
                  <a:pt x="4271" y="1809"/>
                </a:cubicBezTo>
                <a:cubicBezTo>
                  <a:pt x="4373" y="1592"/>
                  <a:pt x="4421" y="1361"/>
                  <a:pt x="4449" y="1121"/>
                </a:cubicBezTo>
                <a:cubicBezTo>
                  <a:pt x="4505" y="621"/>
                  <a:pt x="4742" y="0"/>
                  <a:pt x="4742" y="0"/>
                </a:cubicBezTo>
                <a:cubicBezTo>
                  <a:pt x="4742" y="0"/>
                  <a:pt x="5626" y="68"/>
                  <a:pt x="5902" y="421"/>
                </a:cubicBezTo>
                <a:cubicBezTo>
                  <a:pt x="6261" y="991"/>
                  <a:pt x="6151" y="1826"/>
                  <a:pt x="5798" y="2374"/>
                </a:cubicBezTo>
                <a:cubicBezTo>
                  <a:pt x="4884" y="3683"/>
                  <a:pt x="4113" y="5503"/>
                  <a:pt x="4113" y="5503"/>
                </a:cubicBezTo>
              </a:path>
            </a:pathLst>
          </a:custGeom>
          <a:solidFill xmlns:a="http://schemas.openxmlformats.org/drawingml/2006/main">
            <a:srgbClr val="C96C4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FE2467C-2492-6B5A-D090-FE307F0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779614">
            <a:off x="13608" y="4408970"/>
            <a:ext cx="438318" cy="413396"/>
          </a:xfrm>
          <a:custGeom xmlns:a="http://schemas.openxmlformats.org/drawingml/2006/main">
            <a:gdLst>
              <a:gd name="T0" fmla="*/ 3304 w 4948"/>
              <a:gd name="T1" fmla="*/ 2310 h 5847"/>
              <a:gd name="T2" fmla="*/ 1177 w 4948"/>
              <a:gd name="T3" fmla="*/ 5846 h 5847"/>
              <a:gd name="T4" fmla="*/ 234 w 4948"/>
              <a:gd name="T5" fmla="*/ 3521 h 5847"/>
              <a:gd name="T6" fmla="*/ 1713 w 4948"/>
              <a:gd name="T7" fmla="*/ 443 h 5847"/>
              <a:gd name="T8" fmla="*/ 2224 w 4948"/>
              <a:gd name="T9" fmla="*/ 194 h 5847"/>
              <a:gd name="T10" fmla="*/ 3767 w 4948"/>
              <a:gd name="T11" fmla="*/ 158 h 5847"/>
              <a:gd name="T12" fmla="*/ 4775 w 4948"/>
              <a:gd name="T13" fmla="*/ 1207 h 5847"/>
              <a:gd name="T14" fmla="*/ 4018 w 4948"/>
              <a:gd name="T15" fmla="*/ 1682 h 5847"/>
              <a:gd name="T16" fmla="*/ 3304 w 4948"/>
              <a:gd name="T17" fmla="*/ 2310 h 5847"/>
            </a:gdLst>
            <a:rect l="0" t="0" r="r" b="b"/>
            <a:pathLst>
              <a:path w="4948" h="5847">
                <a:moveTo>
                  <a:pt x="3304" y="2310"/>
                </a:moveTo>
                <a:cubicBezTo>
                  <a:pt x="2509" y="3416"/>
                  <a:pt x="2034" y="4601"/>
                  <a:pt x="1177" y="5846"/>
                </a:cubicBezTo>
                <a:cubicBezTo>
                  <a:pt x="420" y="5253"/>
                  <a:pt x="0" y="4257"/>
                  <a:pt x="234" y="3521"/>
                </a:cubicBezTo>
                <a:cubicBezTo>
                  <a:pt x="443" y="2437"/>
                  <a:pt x="917" y="1461"/>
                  <a:pt x="1713" y="443"/>
                </a:cubicBezTo>
                <a:cubicBezTo>
                  <a:pt x="1854" y="313"/>
                  <a:pt x="2040" y="245"/>
                  <a:pt x="2224" y="194"/>
                </a:cubicBezTo>
                <a:cubicBezTo>
                  <a:pt x="2729" y="53"/>
                  <a:pt x="3271" y="0"/>
                  <a:pt x="3767" y="158"/>
                </a:cubicBezTo>
                <a:cubicBezTo>
                  <a:pt x="4064" y="254"/>
                  <a:pt x="4947" y="781"/>
                  <a:pt x="4775" y="1207"/>
                </a:cubicBezTo>
                <a:cubicBezTo>
                  <a:pt x="4707" y="1377"/>
                  <a:pt x="4176" y="1574"/>
                  <a:pt x="4018" y="1682"/>
                </a:cubicBezTo>
                <a:cubicBezTo>
                  <a:pt x="3795" y="1842"/>
                  <a:pt x="3561" y="1972"/>
                  <a:pt x="3304" y="2310"/>
                </a:cubicBezTo>
              </a:path>
            </a:pathLst>
          </a:custGeom>
          <a:solidFill xmlns:a="http://schemas.openxmlformats.org/drawingml/2006/main">
            <a:srgbClr val="F9BA69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E238F29-457C-782A-191E-ABED39E0710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42925" y="1752600"/>
            <a:ext cx="11115675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/>
          <a:lstStyle xmlns:a="http://schemas.openxmlformats.org/drawingml/2006/main">
            <a:lvl1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  <a:lvl2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2pPr>
            <a:lvl3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3pPr>
            <a:lvl4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4pPr>
            <a:lvl5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C46E7F4-7BD4-5CFD-D995-EE8AB5A986C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2924" y="1185770"/>
            <a:ext cx="11115039" cy="47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13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Subhead line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Divider 2 - Illustration Light Orange">
    <p:bg>
      <p:bgPr>
        <a:solidFill xmlns:a="http://schemas.openxmlformats.org/drawingml/2006/main">
          <a:srgbClr val="F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5D6CCC5-8BAD-AC6A-2D0D-A4EE2A59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3326">
            <a:off x="10061460" y="-284546"/>
            <a:ext cx="2612225" cy="2306250"/>
          </a:xfrm>
          <a:custGeom xmlns:a="http://schemas.openxmlformats.org/drawingml/2006/main">
            <a:gdLst>
              <a:gd name="connsiteX0" fmla="*/ 129253 w 2612225"/>
              <a:gd name="connsiteY0" fmla="*/ 784626 h 2306250"/>
              <a:gd name="connsiteX1" fmla="*/ 1643675 w 2612225"/>
              <a:gd name="connsiteY1" fmla="*/ 0 h 2306250"/>
              <a:gd name="connsiteX2" fmla="*/ 2612225 w 2612225"/>
              <a:gd name="connsiteY2" fmla="*/ 1869419 h 2306250"/>
              <a:gd name="connsiteX3" fmla="*/ 2605162 w 2612225"/>
              <a:gd name="connsiteY3" fmla="*/ 1878368 h 2306250"/>
              <a:gd name="connsiteX4" fmla="*/ 2519061 w 2612225"/>
              <a:gd name="connsiteY4" fmla="*/ 1962822 h 2306250"/>
              <a:gd name="connsiteX5" fmla="*/ 2069774 w 2612225"/>
              <a:gd name="connsiteY5" fmla="*/ 2219122 h 2306250"/>
              <a:gd name="connsiteX6" fmla="*/ 1497761 w 2612225"/>
              <a:gd name="connsiteY6" fmla="*/ 2305676 h 2306250"/>
              <a:gd name="connsiteX7" fmla="*/ 1000981 w 2612225"/>
              <a:gd name="connsiteY7" fmla="*/ 2219122 h 2306250"/>
              <a:gd name="connsiteX8" fmla="*/ 318013 w 2612225"/>
              <a:gd name="connsiteY8" fmla="*/ 1864503 h 2306250"/>
              <a:gd name="connsiteX9" fmla="*/ 11623 w 2612225"/>
              <a:gd name="connsiteY9" fmla="*/ 1183835 h 2306250"/>
              <a:gd name="connsiteX10" fmla="*/ 93527 w 2612225"/>
              <a:gd name="connsiteY10" fmla="*/ 862986 h 2306250"/>
            </a:gdLst>
            <a:rect l="l" t="t" r="r" b="b"/>
            <a:pathLst>
              <a:path w="2612225" h="2306250">
                <a:moveTo>
                  <a:pt x="129253" y="784626"/>
                </a:moveTo>
                <a:lnTo>
                  <a:pt x="1643675" y="0"/>
                </a:lnTo>
                <a:lnTo>
                  <a:pt x="2612225" y="1869419"/>
                </a:lnTo>
                <a:lnTo>
                  <a:pt x="2605162" y="1878368"/>
                </a:lnTo>
                <a:cubicBezTo>
                  <a:pt x="2578742" y="1907649"/>
                  <a:pt x="2549952" y="1935826"/>
                  <a:pt x="2519061" y="1962822"/>
                </a:cubicBezTo>
                <a:cubicBezTo>
                  <a:pt x="2395917" y="2070804"/>
                  <a:pt x="2240411" y="2157358"/>
                  <a:pt x="2069774" y="2219122"/>
                </a:cubicBezTo>
                <a:cubicBezTo>
                  <a:pt x="1881064" y="2256937"/>
                  <a:pt x="1666297" y="2305676"/>
                  <a:pt x="1497761" y="2305676"/>
                </a:cubicBezTo>
                <a:cubicBezTo>
                  <a:pt x="1317878" y="2309038"/>
                  <a:pt x="1171618" y="2299794"/>
                  <a:pt x="1000981" y="2219122"/>
                </a:cubicBezTo>
                <a:cubicBezTo>
                  <a:pt x="797141" y="2114501"/>
                  <a:pt x="533620" y="1986771"/>
                  <a:pt x="318013" y="1864503"/>
                </a:cubicBezTo>
                <a:cubicBezTo>
                  <a:pt x="93578" y="1694756"/>
                  <a:pt x="-41754" y="1558622"/>
                  <a:pt x="11623" y="1183835"/>
                </a:cubicBezTo>
                <a:cubicBezTo>
                  <a:pt x="43144" y="1049382"/>
                  <a:pt x="61322" y="953689"/>
                  <a:pt x="93527" y="862986"/>
                </a:cubicBezTo>
                <a:close/>
              </a:path>
            </a:pathLst>
          </a:cu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3E6A45B8-D185-6E45-A878-5972592903A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43559" y="2779090"/>
            <a:ext cx="4768274" cy="1002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b"/>
          <a:lstStyle xmlns:a="http://schemas.openxmlformats.org/drawingml/2006/main">
            <a:lvl1pPr marL="0" indent="0" algn="l" defTabSz="914400">
              <a:lnSpc>
                <a:spcPts val="3600"/>
              </a:lnSpc>
              <a:spcBef>
                <a:spcPts val="0"/>
              </a:spcBef>
              <a:buFont typeface="Arial"/>
              <a:buNone/>
              <a:defRPr sz="3000" b="0" i="0" kern="1200">
                <a:solidFill>
                  <a:srgbClr val="494D53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lvl="0">
              <a:buNone/>
            </a:pPr>
            <a:r>
              <a:t>Divider</a:t>
            </a:r>
          </a:p>
          <a:p xmlns:a="http://schemas.openxmlformats.org/drawingml/2006/main">
            <a:pPr lvl="0">
              <a:buNone/>
            </a:pPr>
            <a:r>
              <a:t>Two </a:t>
            </a:r>
          </a:p>
        </p:txBody>
      </p:sp>
      <p:sp>
        <p:nvSpPr>
          <p:cNvPr id="8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85644723-250E-484D-AA79-B7F2518A0BA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43559" y="3826030"/>
            <a:ext cx="4768273" cy="44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/>
          <a:lstStyle xmlns:a="http://schemas.openxmlformats.org/drawingml/2006/main">
            <a:lvl1pPr marL="0" indent="0" algn="l" defTabSz="914400">
              <a:lnSpc>
                <a:spcPts val="1860"/>
              </a:lnSpc>
              <a:spcBef>
                <a:spcPts val="1000"/>
              </a:spcBef>
              <a:buFont typeface="Arial"/>
              <a:buNone/>
              <a:defRPr sz="1300" b="0" i="0" kern="1200" spc="100" baseline="0">
                <a:solidFill>
                  <a:srgbClr val="494D53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Subtitle (if needed)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3F4FB16-D447-DBE9-9FE9-4C26E34363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37160" y="6414001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ctr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30118BF-1BF2-1F78-BE68-058B6C737E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3559" y="6414319"/>
            <a:ext cx="209810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/>
        </p:txBody>
      </p:sp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0faa27105d41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24336" y="1125857"/>
            <a:ext cx="2167664" cy="2303143"/>
          </a:xfrm>
          <a:prstGeom xmlns:a="http://schemas.openxmlformats.org/drawingml/2006/main" prst="rect">
            <a:avLst/>
          </a:prstGeom>
        </p:spPr>
      </p:pic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34F38D31-4C0C-80DF-117E-1B41007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117682" y="2589994"/>
            <a:ext cx="530472" cy="662228"/>
          </a:xfrm>
          <a:custGeom xmlns:a="http://schemas.openxmlformats.org/drawingml/2006/main">
            <a:gdLst>
              <a:gd name="T0" fmla="*/ 290 w 4064"/>
              <a:gd name="T1" fmla="*/ 956 h 5077"/>
              <a:gd name="T2" fmla="*/ 59 w 4064"/>
              <a:gd name="T3" fmla="*/ 2082 h 5077"/>
              <a:gd name="T4" fmla="*/ 59 w 4064"/>
              <a:gd name="T5" fmla="*/ 3259 h 5077"/>
              <a:gd name="T6" fmla="*/ 330 w 4064"/>
              <a:gd name="T7" fmla="*/ 4193 h 5077"/>
              <a:gd name="T8" fmla="*/ 558 w 4064"/>
              <a:gd name="T9" fmla="*/ 4613 h 5077"/>
              <a:gd name="T10" fmla="*/ 982 w 4064"/>
              <a:gd name="T11" fmla="*/ 4850 h 5077"/>
              <a:gd name="T12" fmla="*/ 3084 w 4064"/>
              <a:gd name="T13" fmla="*/ 4822 h 5077"/>
              <a:gd name="T14" fmla="*/ 3968 w 4064"/>
              <a:gd name="T15" fmla="*/ 4046 h 5077"/>
              <a:gd name="T16" fmla="*/ 3824 w 4064"/>
              <a:gd name="T17" fmla="*/ 3062 h 5077"/>
              <a:gd name="T18" fmla="*/ 2565 w 4064"/>
              <a:gd name="T19" fmla="*/ 880 h 5077"/>
              <a:gd name="T20" fmla="*/ 1902 w 4064"/>
              <a:gd name="T21" fmla="*/ 276 h 5077"/>
              <a:gd name="T22" fmla="*/ 290 w 4064"/>
              <a:gd name="T23" fmla="*/ 956 h 5077"/>
            </a:gdLst>
            <a:rect l="0" t="0" r="r" b="b"/>
            <a:pathLst>
              <a:path w="4064" h="5077">
                <a:moveTo>
                  <a:pt x="290" y="956"/>
                </a:moveTo>
                <a:cubicBezTo>
                  <a:pt x="118" y="1301"/>
                  <a:pt x="87" y="1699"/>
                  <a:pt x="59" y="2082"/>
                </a:cubicBezTo>
                <a:cubicBezTo>
                  <a:pt x="31" y="2475"/>
                  <a:pt x="0" y="2870"/>
                  <a:pt x="59" y="3259"/>
                </a:cubicBezTo>
                <a:cubicBezTo>
                  <a:pt x="110" y="3581"/>
                  <a:pt x="217" y="3888"/>
                  <a:pt x="330" y="4193"/>
                </a:cubicBezTo>
                <a:cubicBezTo>
                  <a:pt x="386" y="4343"/>
                  <a:pt x="446" y="4498"/>
                  <a:pt x="558" y="4613"/>
                </a:cubicBezTo>
                <a:cubicBezTo>
                  <a:pt x="671" y="4728"/>
                  <a:pt x="827" y="4796"/>
                  <a:pt x="982" y="4850"/>
                </a:cubicBezTo>
                <a:cubicBezTo>
                  <a:pt x="1665" y="5076"/>
                  <a:pt x="2407" y="5064"/>
                  <a:pt x="3084" y="4822"/>
                </a:cubicBezTo>
                <a:cubicBezTo>
                  <a:pt x="3468" y="4683"/>
                  <a:pt x="3852" y="4436"/>
                  <a:pt x="3968" y="4046"/>
                </a:cubicBezTo>
                <a:cubicBezTo>
                  <a:pt x="4063" y="3722"/>
                  <a:pt x="3951" y="3375"/>
                  <a:pt x="3824" y="3062"/>
                </a:cubicBezTo>
                <a:cubicBezTo>
                  <a:pt x="3505" y="2280"/>
                  <a:pt x="3081" y="1546"/>
                  <a:pt x="2565" y="880"/>
                </a:cubicBezTo>
                <a:cubicBezTo>
                  <a:pt x="2381" y="643"/>
                  <a:pt x="2175" y="406"/>
                  <a:pt x="1902" y="276"/>
                </a:cubicBezTo>
                <a:cubicBezTo>
                  <a:pt x="1323" y="0"/>
                  <a:pt x="553" y="426"/>
                  <a:pt x="290" y="956"/>
                </a:cubicBezTo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pic>
        <p:nvPicPr>
          <p:cNvPr id="3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20134dc00448a7">
            <a:alphaModFix amt="80000"/>
            <a:duotone>
              <a:prstClr val="black"/>
              <a:srgbClr val="D9C3A5">
                <a:tint val="50000"/>
                <a:satMod val="180000"/>
              </a:srgbClr>
            </a:duotone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20881" y="2626250"/>
            <a:ext cx="2370417" cy="1715035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79009355d14e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-10854" y="4495800"/>
            <a:ext cx="452773" cy="1549508"/>
          </a:xfrm>
          <a:prstGeom xmlns:a="http://schemas.openxmlformats.org/drawingml/2006/main" prst="rect">
            <a:avLst/>
          </a:prstGeom>
        </p:spPr>
      </p:pic>
      <p:pic>
        <p:nvPicPr>
          <p:cNvPr id="33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9b4b331ed48b3">
            <a:extLst>
              <a:ext uri="{96DAC541-7B7A-43D3-8B79-37D633B846F1}">
                <asvg:svgBlip xmlns:asvg="http://schemas.microsoft.com/office/drawing/2016/SVG/main" r:embed="R5237018b6f4d4b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123079">
            <a:off x="9892231" y="1164453"/>
            <a:ext cx="1250471" cy="844912"/>
          </a:xfrm>
          <a:prstGeom xmlns:a="http://schemas.openxmlformats.org/drawingml/2006/main" prst="rect">
            <a:avLst/>
          </a:prstGeom>
        </p:spPr>
      </p:pic>
      <p:pic>
        <p:nvPicPr>
          <p:cNvPr id="34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759df3cb14c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3139379">
            <a:off x="8900728" y="1560280"/>
            <a:ext cx="1636851" cy="123122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>
  <p:cSld name="Light - Title/Subtitle 2 Column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002F888E-0FBB-6617-9462-4201B11F2A4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2" y="1600199"/>
            <a:ext cx="5084064" cy="450799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  <a:lvl2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2pPr>
            <a:lvl3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3pPr>
            <a:lvl4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4pPr>
            <a:lvl5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78C90754-1276-44BA-A5A1-ADB1ED6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F57E862-706F-9432-1E5B-C66745958B78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6370317" y="1600220"/>
            <a:ext cx="5084064" cy="450799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  <a:lvl2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2pPr>
            <a:lvl3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3pPr>
            <a:lvl4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4pPr>
            <a:lvl5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24C32FC-D616-45B7-A051-90859CE92D73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8F71CDA-982A-476F-ADB7-47031714FD6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5A409C-CB05-4133-9F5F-1D2097DE34E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C3705B9-F5B6-D7DA-A986-BD252292278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Speaker_1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ed8f4bc4043c3">
            <a:extLst>
              <a:ext uri="{96DAC541-7B7A-43D3-8B79-37D633B846F1}">
                <asvg:svgBlip xmlns:asvg="http://schemas.microsoft.com/office/drawing/2016/SVG/main" r:embed="Ree90b48c74d24967"/>
              </a:ext>
            </a:extLst>
          </a:blip>
          <a:srcRect xmlns:a="http://schemas.openxmlformats.org/drawingml/2006/main" l="42612" t="12210" r="14437" b="12837"/>
          <a:stretch xmlns:a="http://schemas.openxmlformats.org/drawingml/2006/main"/>
        </p:blipFill>
        <p:spPr>
          <a:xfrm xmlns:a="http://schemas.openxmlformats.org/drawingml/2006/main">
            <a:off x="6307189" y="868568"/>
            <a:ext cx="4093374" cy="410347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8DD237-1E40-4383-9C51-545B9C5DD6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2000" y="1600200"/>
            <a:ext cx="3697357" cy="1320103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 sz="32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lvl="0">
              <a:lnSpc>
                <a:spcPct val="100000"/>
              </a:lnSpc>
              <a:buNone/>
            </a:pPr>
            <a:r>
              <a:t>Speaker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EEA7EE7-413E-4F05-94D2-2DA6180164C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730914" y="1325903"/>
            <a:ext cx="3227476" cy="3247119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7" name="Text Placeholder 33">
            <a:extLst xmlns:a="http://schemas.openxmlformats.org/drawingml/2006/main">
              <a:ext uri="{FF2B5EF4-FFF2-40B4-BE49-F238E27FC236}">
                <a16:creationId xmlns:a16="http://schemas.microsoft.com/office/drawing/2014/main" id="{4B94D438-35CF-4631-8709-33AB89A0307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30914" y="4847342"/>
            <a:ext cx="3236480" cy="365125"/>
          </a:xfr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20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Add speaker name</a:t>
            </a:r>
          </a:p>
        </p:txBody>
      </p:sp>
      <p:sp>
        <p:nvSpPr>
          <p:cNvPr id="38" name="Text Placeholder 33">
            <a:extLst xmlns:a="http://schemas.openxmlformats.org/drawingml/2006/main">
              <a:ext uri="{FF2B5EF4-FFF2-40B4-BE49-F238E27FC236}">
                <a16:creationId xmlns:a16="http://schemas.microsoft.com/office/drawing/2014/main" id="{F34D25E2-243D-4B96-8C35-F96C56B3482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30914" y="5211447"/>
            <a:ext cx="3236480" cy="365125"/>
          </a:xfr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Add speaker title</a:t>
            </a:r>
          </a:p>
        </p:txBody>
      </p:sp>
      <p:sp>
        <p:nvSpPr>
          <p:cNvPr id="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372A12C9-976F-C50B-EE5B-FC3F2A92A432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D5DD198-A04A-6BCB-84FC-559437A1F04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89F2E8-180E-4047-0986-0F230D404FF7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Oracle Cloud Applications">
    <p:bg>
      <p:bgPr>
        <a:solidFill xmlns:a="http://schemas.openxmlformats.org/drawingml/2006/main">
          <a:schemeClr val="tx1">
            <a:lumMod val="85000"/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414a33460475f">
            <a:alphaModFix amt="1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665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A5ABEA4-B9A4-2D9C-BB48-255BB530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105" y="2558676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Committed to</a:t>
            </a:r>
            <a:br/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your Success</a:t>
            </a:r>
          </a:p>
        </p:txBody>
      </p:sp>
      <p:sp>
        <p:nvSpPr>
          <p:cNvPr id="8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601E40E-86BC-BE4E-BDDE-EFFE8F6D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8676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Innovation</a:t>
            </a:r>
            <a:br/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that Matters</a:t>
            </a:r>
          </a:p>
        </p:txBody>
      </p:sp>
      <p:sp>
        <p:nvSpPr>
          <p:cNvPr id="11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58C70F85-5AE8-A1CF-F343-225A14F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695" y="2558676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Everything</a:t>
            </a:r>
            <a:br/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you Need</a:t>
            </a:r>
          </a:p>
        </p:txBody>
      </p:sp>
      <p:sp>
        <p:nvSpPr>
          <p:cNvPr id="17" name="TextBox16">
            <a:extLst xmlns:a="http://schemas.openxmlformats.org/drawingml/2006/main">
              <a:ext uri="{FF2B5EF4-FFF2-40B4-BE49-F238E27FC236}">
                <a16:creationId xmlns:a16="http://schemas.microsoft.com/office/drawing/2014/main" id="{9D5CE588-6FCF-1B43-BC42-68EEB2CA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4894"/>
            <a:ext cx="12192000" cy="476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Oracle Applications for Communications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5A1BADE-4D64-02A6-1CBB-14A34BC1F817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2BAB47F-6EF3-4B78-5D13-567A18C98C84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pic>
        <p:nvPicPr>
          <p:cNvPr id="29" name="Picture Placeholder 9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9db86dbe664f30">
            <a:extLst>
              <a:ext uri="{96DAC541-7B7A-43D3-8B79-37D633B846F1}">
                <asvg:svgBlip xmlns:asvg="http://schemas.microsoft.com/office/drawing/2016/SVG/main" r:embed="Rd8950acaabac4f0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71575" y="2717378"/>
            <a:ext cx="755441" cy="755441"/>
          </a:xfrm>
          <a:prstGeom xmlns:a="http://schemas.openxmlformats.org/drawingml/2006/main" prst="rect">
            <a:avLst/>
          </a:prstGeom>
        </p:spPr>
      </p:pic>
      <p:pic>
        <p:nvPicPr>
          <p:cNvPr id="30" name="Picture Placeholder 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ce2a8a6b1b4129">
            <a:extLst>
              <a:ext uri="{96DAC541-7B7A-43D3-8B79-37D633B846F1}">
                <asvg:svgBlip xmlns:asvg="http://schemas.microsoft.com/office/drawing/2016/SVG/main" r:embed="R853163b432e44013"/>
              </a:ext>
            </a:extLst>
          </a:blip>
          <a:srcRect xmlns:a="http://schemas.openxmlformats.org/drawingml/2006/main" l="0" t="85" r="0" b="85"/>
          <a:stretch xmlns:a="http://schemas.openxmlformats.org/drawingml/2006/main"/>
        </p:blipFill>
        <p:spPr>
          <a:xfrm xmlns:a="http://schemas.openxmlformats.org/drawingml/2006/main">
            <a:off x="5718279" y="2726093"/>
            <a:ext cx="755441" cy="755441"/>
          </a:xfrm>
          <a:prstGeom xmlns:a="http://schemas.openxmlformats.org/drawingml/2006/main" prst="rect">
            <a:avLst/>
          </a:prstGeom>
        </p:spPr>
      </p:pic>
      <p:pic>
        <p:nvPicPr>
          <p:cNvPr id="31" name="Picture Placeholder 1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91c230637a4fa1">
            <a:extLst>
              <a:ext uri="{96DAC541-7B7A-43D3-8B79-37D633B846F1}">
                <asvg:svgBlip xmlns:asvg="http://schemas.microsoft.com/office/drawing/2016/SVG/main" r:embed="Raf6c6de5f6e84f0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4984" y="2690491"/>
            <a:ext cx="755441" cy="755441"/>
          </a:xfrm>
          <a:prstGeom xmlns:a="http://schemas.openxmlformats.org/drawingml/2006/main" prst="rect">
            <a:avLst/>
          </a:prstGeom>
        </p:spPr>
      </p:pic>
      <p:sp>
        <p:nvSpPr>
          <p:cNvPr id="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9FCBE7-4804-54E8-0B64-F31688E02135}"/>
              </a:ext>
            </a:extLst>
          </p:cNvPr>
          <p:cNvSpPr>
            <a:spLocks xmlns:a="http://schemas.openxmlformats.org/drawingml/2006/main" noGrp="1"/>
          </p:cNvSpPr>
          <p:nvPr>
            <p:ph type="dt" idx="41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Dark - Closing Slid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3c6a9fdfb42f1">
            <a:extLst>
              <a:ext uri="{96DAC541-7B7A-43D3-8B79-37D633B846F1}">
                <asvg:svgBlip xmlns:asvg="http://schemas.microsoft.com/office/drawing/2016/SVG/main" r:embed="R18a2860163fb4b8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43835" y="2998299"/>
            <a:ext cx="4104330" cy="86140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>
  <p:cSld name="Light - Title Only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6" name="Date Placeholder 15">
            <a:extLst xmlns:a="http://schemas.openxmlformats.org/drawingml/2006/main">
              <a:ext uri="{FF2B5EF4-FFF2-40B4-BE49-F238E27FC236}">
                <a16:creationId xmlns:a16="http://schemas.microsoft.com/office/drawing/2014/main" id="{95280416-24B2-4557-B272-69D84071AA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17" name="Footer Placeholder 16">
            <a:extLst xmlns:a="http://schemas.openxmlformats.org/drawingml/2006/main">
              <a:ext uri="{FF2B5EF4-FFF2-40B4-BE49-F238E27FC236}">
                <a16:creationId xmlns:a16="http://schemas.microsoft.com/office/drawing/2014/main" id="{896DC484-470C-4537-966E-01AAFEE0C6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lide Number Placeholder 17">
            <a:extLst xmlns:a="http://schemas.openxmlformats.org/drawingml/2006/main">
              <a:ext uri="{FF2B5EF4-FFF2-40B4-BE49-F238E27FC236}">
                <a16:creationId xmlns:a16="http://schemas.microsoft.com/office/drawing/2014/main" id="{194C363F-3E44-4F20-A47B-834E2644EB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Light - Title 1 Column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12">
            <a:extLst xmlns:a="http://schemas.openxmlformats.org/drawingml/2006/main">
              <a:ext uri="{FF2B5EF4-FFF2-40B4-BE49-F238E27FC236}">
                <a16:creationId xmlns:a16="http://schemas.microsoft.com/office/drawing/2014/main" id="{B4B5BB6C-77A2-4299-98DB-F23A8BBC35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771525" y="1600200"/>
            <a:ext cx="10677525" cy="4507992"/>
          </a:xfrm>
        </p:spPr>
        <p:txBody>
          <a:bodyPr xmlns:a="http://schemas.openxmlformats.org/drawingml/2006/main"/>
          <a:lstStyle xmlns:a="http://schemas.openxmlformats.org/drawingml/2006/main">
            <a:lvl4pPr>
              <a:buNone/>
              <a:defRPr>
                <a:latin typeface="Oracle Sans Tab Light"/>
                <a:ea typeface="Oracle Sans Tab Light"/>
                <a:cs typeface="Oracle Sans Tab Light"/>
              </a:defRPr>
            </a:lvl4pPr>
            <a:lvl5pPr>
              <a:buNone/>
              <a:defRPr>
                <a:latin typeface="Oracle Sans Tab Light"/>
                <a:ea typeface="Oracle Sans Tab Light"/>
                <a:cs typeface="Oracle Sans Tab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441708-8B15-4FCB-89B4-E673D271FD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80D3E3D-D429-473E-903C-04622CCE81D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2702B7E4-DD93-4403-964F-982773FE34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Photo/Video_Partner_Pillar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racle Logo">
            <a:extLst xmlns:a="http://schemas.openxmlformats.org/drawingml/2006/main">
              <a:ext uri="{FF2B5EF4-FFF2-40B4-BE49-F238E27FC236}">
                <a16:creationId xmlns:a16="http://schemas.microsoft.com/office/drawing/2014/main" id="{8B95FCB6-EA2D-4F3F-8F28-D506189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4" y="746771"/>
            <a:ext cx="882210" cy="115586"/>
          </a:xfrm>
          <a:custGeom xmlns:a="http://schemas.openxmlformats.org/drawingml/2006/main">
            <a:gdLst>
              <a:gd name="connsiteX0" fmla="*/ 380873 w 882210"/>
              <a:gd name="connsiteY0" fmla="*/ 75127 h 115586"/>
              <a:gd name="connsiteX1" fmla="*/ 439139 w 882210"/>
              <a:gd name="connsiteY1" fmla="*/ 75127 h 115586"/>
              <a:gd name="connsiteX2" fmla="*/ 408398 w 882210"/>
              <a:gd name="connsiteY2" fmla="*/ 25026 h 115586"/>
              <a:gd name="connsiteX3" fmla="*/ 351830 w 882210"/>
              <a:gd name="connsiteY3" fmla="*/ 115586 h 115586"/>
              <a:gd name="connsiteX4" fmla="*/ 326003 w 882210"/>
              <a:gd name="connsiteY4" fmla="*/ 115586 h 115586"/>
              <a:gd name="connsiteX5" fmla="*/ 394814 w 882210"/>
              <a:gd name="connsiteY5" fmla="*/ 6914 h 115586"/>
              <a:gd name="connsiteX6" fmla="*/ 417896 w 882210"/>
              <a:gd name="connsiteY6" fmla="*/ 3155 h 115586"/>
              <a:gd name="connsiteX7" fmla="*/ 421624 w 882210"/>
              <a:gd name="connsiteY7" fmla="*/ 6914 h 115586"/>
              <a:gd name="connsiteX8" fmla="*/ 490614 w 882210"/>
              <a:gd name="connsiteY8" fmla="*/ 115586 h 115586"/>
              <a:gd name="connsiteX9" fmla="*/ 464698 w 882210"/>
              <a:gd name="connsiteY9" fmla="*/ 115586 h 115586"/>
              <a:gd name="connsiteX10" fmla="*/ 452544 w 882210"/>
              <a:gd name="connsiteY10" fmla="*/ 95312 h 115586"/>
              <a:gd name="connsiteX11" fmla="*/ 393563 w 882210"/>
              <a:gd name="connsiteY11" fmla="*/ 95312 h 115586"/>
              <a:gd name="connsiteX12" fmla="*/ 380873 w 882210"/>
              <a:gd name="connsiteY12" fmla="*/ 75127 h 115586"/>
              <a:gd name="connsiteX13" fmla="*/ 648253 w 882210"/>
              <a:gd name="connsiteY13" fmla="*/ 95312 h 115586"/>
              <a:gd name="connsiteX14" fmla="*/ 648253 w 882210"/>
              <a:gd name="connsiteY14" fmla="*/ 967 h 115586"/>
              <a:gd name="connsiteX15" fmla="*/ 626359 w 882210"/>
              <a:gd name="connsiteY15" fmla="*/ 967 h 115586"/>
              <a:gd name="connsiteX16" fmla="*/ 626359 w 882210"/>
              <a:gd name="connsiteY16" fmla="*/ 104593 h 115586"/>
              <a:gd name="connsiteX17" fmla="*/ 637619 w 882210"/>
              <a:gd name="connsiteY17" fmla="*/ 115586 h 115586"/>
              <a:gd name="connsiteX18" fmla="*/ 737172 w 882210"/>
              <a:gd name="connsiteY18" fmla="*/ 115586 h 115586"/>
              <a:gd name="connsiteX19" fmla="*/ 750130 w 882210"/>
              <a:gd name="connsiteY19" fmla="*/ 95312 h 115586"/>
              <a:gd name="connsiteX20" fmla="*/ 648253 w 882210"/>
              <a:gd name="connsiteY20" fmla="*/ 95312 h 115586"/>
              <a:gd name="connsiteX21" fmla="*/ 286862 w 882210"/>
              <a:gd name="connsiteY21" fmla="*/ 78461 h 115586"/>
              <a:gd name="connsiteX22" fmla="*/ 325288 w 882210"/>
              <a:gd name="connsiteY22" fmla="*/ 39714 h 115586"/>
              <a:gd name="connsiteX23" fmla="*/ 286862 w 882210"/>
              <a:gd name="connsiteY23" fmla="*/ 967 h 115586"/>
              <a:gd name="connsiteX24" fmla="*/ 191241 w 882210"/>
              <a:gd name="connsiteY24" fmla="*/ 967 h 115586"/>
              <a:gd name="connsiteX25" fmla="*/ 191241 w 882210"/>
              <a:gd name="connsiteY25" fmla="*/ 115586 h 115586"/>
              <a:gd name="connsiteX26" fmla="*/ 213135 w 882210"/>
              <a:gd name="connsiteY26" fmla="*/ 115586 h 115586"/>
              <a:gd name="connsiteX27" fmla="*/ 213135 w 882210"/>
              <a:gd name="connsiteY27" fmla="*/ 21242 h 115586"/>
              <a:gd name="connsiteX28" fmla="*/ 285432 w 882210"/>
              <a:gd name="connsiteY28" fmla="*/ 21242 h 115586"/>
              <a:gd name="connsiteX29" fmla="*/ 302514 w 882210"/>
              <a:gd name="connsiteY29" fmla="*/ 41052 h 115586"/>
              <a:gd name="connsiteX30" fmla="*/ 285432 w 882210"/>
              <a:gd name="connsiteY30" fmla="*/ 58277 h 115586"/>
              <a:gd name="connsiteX31" fmla="*/ 223412 w 882210"/>
              <a:gd name="connsiteY31" fmla="*/ 58277 h 115586"/>
              <a:gd name="connsiteX32" fmla="*/ 288649 w 882210"/>
              <a:gd name="connsiteY32" fmla="*/ 115586 h 115586"/>
              <a:gd name="connsiteX33" fmla="*/ 320373 w 882210"/>
              <a:gd name="connsiteY33" fmla="*/ 115586 h 115586"/>
              <a:gd name="connsiteX34" fmla="*/ 277031 w 882210"/>
              <a:gd name="connsiteY34" fmla="*/ 78461 h 115586"/>
              <a:gd name="connsiteX35" fmla="*/ 286862 w 882210"/>
              <a:gd name="connsiteY35" fmla="*/ 78461 h 115586"/>
              <a:gd name="connsiteX36" fmla="*/ 56836 w 882210"/>
              <a:gd name="connsiteY36" fmla="*/ 115586 h 115586"/>
              <a:gd name="connsiteX37" fmla="*/ 122877 w 882210"/>
              <a:gd name="connsiteY37" fmla="*/ 115586 h 115586"/>
              <a:gd name="connsiteX38" fmla="*/ 179713 w 882210"/>
              <a:gd name="connsiteY38" fmla="*/ 58277 h 115586"/>
              <a:gd name="connsiteX39" fmla="*/ 122877 w 882210"/>
              <a:gd name="connsiteY39" fmla="*/ 967 h 115586"/>
              <a:gd name="connsiteX40" fmla="*/ 56836 w 882210"/>
              <a:gd name="connsiteY40" fmla="*/ 967 h 115586"/>
              <a:gd name="connsiteX41" fmla="*/ 0 w 882210"/>
              <a:gd name="connsiteY41" fmla="*/ 58277 h 115586"/>
              <a:gd name="connsiteX42" fmla="*/ 56836 w 882210"/>
              <a:gd name="connsiteY42" fmla="*/ 115586 h 115586"/>
              <a:gd name="connsiteX43" fmla="*/ 121358 w 882210"/>
              <a:gd name="connsiteY43" fmla="*/ 95402 h 115586"/>
              <a:gd name="connsiteX44" fmla="*/ 58266 w 882210"/>
              <a:gd name="connsiteY44" fmla="*/ 95402 h 115586"/>
              <a:gd name="connsiteX45" fmla="*/ 23306 w 882210"/>
              <a:gd name="connsiteY45" fmla="*/ 56493 h 115586"/>
              <a:gd name="connsiteX46" fmla="*/ 58266 w 882210"/>
              <a:gd name="connsiteY46" fmla="*/ 21242 h 115586"/>
              <a:gd name="connsiteX47" fmla="*/ 121358 w 882210"/>
              <a:gd name="connsiteY47" fmla="*/ 21242 h 115586"/>
              <a:gd name="connsiteX48" fmla="*/ 159945 w 882210"/>
              <a:gd name="connsiteY48" fmla="*/ 56493 h 115586"/>
              <a:gd name="connsiteX49" fmla="*/ 124984 w 882210"/>
              <a:gd name="connsiteY49" fmla="*/ 95402 h 115586"/>
              <a:gd name="connsiteX50" fmla="*/ 121358 w 882210"/>
              <a:gd name="connsiteY50" fmla="*/ 95402 h 115586"/>
              <a:gd name="connsiteX51" fmla="*/ 536190 w 882210"/>
              <a:gd name="connsiteY51" fmla="*/ 115586 h 115586"/>
              <a:gd name="connsiteX52" fmla="*/ 603571 w 882210"/>
              <a:gd name="connsiteY52" fmla="*/ 115586 h 115586"/>
              <a:gd name="connsiteX53" fmla="*/ 616618 w 882210"/>
              <a:gd name="connsiteY53" fmla="*/ 95402 h 115586"/>
              <a:gd name="connsiteX54" fmla="*/ 537709 w 882210"/>
              <a:gd name="connsiteY54" fmla="*/ 95402 h 115586"/>
              <a:gd name="connsiteX55" fmla="*/ 499122 w 882210"/>
              <a:gd name="connsiteY55" fmla="*/ 60150 h 115586"/>
              <a:gd name="connsiteX56" fmla="*/ 534082 w 882210"/>
              <a:gd name="connsiteY56" fmla="*/ 21242 h 115586"/>
              <a:gd name="connsiteX57" fmla="*/ 537709 w 882210"/>
              <a:gd name="connsiteY57" fmla="*/ 21242 h 115586"/>
              <a:gd name="connsiteX58" fmla="*/ 601784 w 882210"/>
              <a:gd name="connsiteY58" fmla="*/ 21242 h 115586"/>
              <a:gd name="connsiteX59" fmla="*/ 614742 w 882210"/>
              <a:gd name="connsiteY59" fmla="*/ 967 h 115586"/>
              <a:gd name="connsiteX60" fmla="*/ 536190 w 882210"/>
              <a:gd name="connsiteY60" fmla="*/ 967 h 115586"/>
              <a:gd name="connsiteX61" fmla="*/ 479354 w 882210"/>
              <a:gd name="connsiteY61" fmla="*/ 58277 h 115586"/>
              <a:gd name="connsiteX62" fmla="*/ 536190 w 882210"/>
              <a:gd name="connsiteY62" fmla="*/ 115586 h 115586"/>
              <a:gd name="connsiteX63" fmla="*/ 803391 w 882210"/>
              <a:gd name="connsiteY63" fmla="*/ 95402 h 115586"/>
              <a:gd name="connsiteX64" fmla="*/ 767645 w 882210"/>
              <a:gd name="connsiteY64" fmla="*/ 68369 h 115586"/>
              <a:gd name="connsiteX65" fmla="*/ 861389 w 882210"/>
              <a:gd name="connsiteY65" fmla="*/ 68369 h 115586"/>
              <a:gd name="connsiteX66" fmla="*/ 874257 w 882210"/>
              <a:gd name="connsiteY66" fmla="*/ 48094 h 115586"/>
              <a:gd name="connsiteX67" fmla="*/ 768003 w 882210"/>
              <a:gd name="connsiteY67" fmla="*/ 48094 h 115586"/>
              <a:gd name="connsiteX68" fmla="*/ 803748 w 882210"/>
              <a:gd name="connsiteY68" fmla="*/ 21061 h 115586"/>
              <a:gd name="connsiteX69" fmla="*/ 867823 w 882210"/>
              <a:gd name="connsiteY69" fmla="*/ 21061 h 115586"/>
              <a:gd name="connsiteX70" fmla="*/ 880334 w 882210"/>
              <a:gd name="connsiteY70" fmla="*/ 967 h 115586"/>
              <a:gd name="connsiteX71" fmla="*/ 801961 w 882210"/>
              <a:gd name="connsiteY71" fmla="*/ 967 h 115586"/>
              <a:gd name="connsiteX72" fmla="*/ 745125 w 882210"/>
              <a:gd name="connsiteY72" fmla="*/ 58277 h 115586"/>
              <a:gd name="connsiteX73" fmla="*/ 801961 w 882210"/>
              <a:gd name="connsiteY73" fmla="*/ 115586 h 115586"/>
              <a:gd name="connsiteX74" fmla="*/ 869432 w 882210"/>
              <a:gd name="connsiteY74" fmla="*/ 115586 h 115586"/>
              <a:gd name="connsiteX75" fmla="*/ 882211 w 882210"/>
              <a:gd name="connsiteY75" fmla="*/ 95402 h 115586"/>
              <a:gd name="connsiteX76" fmla="*/ 803480 w 882210"/>
              <a:gd name="connsiteY76" fmla="*/ 95402 h 115586"/>
            </a:gdLst>
            <a:rect l="l" t="t" r="r" b="b"/>
            <a:pathLst>
              <a:path w="882210" h="115586">
                <a:moveTo>
                  <a:pt x="380873" y="75127"/>
                </a:moveTo>
                <a:lnTo>
                  <a:pt x="439139" y="75127"/>
                </a:lnTo>
                <a:lnTo>
                  <a:pt x="408398" y="25026"/>
                </a:lnTo>
                <a:lnTo>
                  <a:pt x="351830" y="115586"/>
                </a:lnTo>
                <a:lnTo>
                  <a:pt x="326003" y="115586"/>
                </a:lnTo>
                <a:lnTo>
                  <a:pt x="394814" y="6914"/>
                </a:lnTo>
                <a:cubicBezTo>
                  <a:pt x="400159" y="-551"/>
                  <a:pt x="410493" y="-2234"/>
                  <a:pt x="417896" y="3155"/>
                </a:cubicBezTo>
                <a:cubicBezTo>
                  <a:pt x="419330" y="4199"/>
                  <a:pt x="420589" y="5468"/>
                  <a:pt x="421624" y="6914"/>
                </a:cubicBezTo>
                <a:lnTo>
                  <a:pt x="490614" y="115586"/>
                </a:lnTo>
                <a:lnTo>
                  <a:pt x="464698" y="115586"/>
                </a:lnTo>
                <a:lnTo>
                  <a:pt x="452544" y="95312"/>
                </a:lnTo>
                <a:lnTo>
                  <a:pt x="393563" y="95312"/>
                </a:lnTo>
                <a:lnTo>
                  <a:pt x="380873" y="75127"/>
                </a:lnTo>
                <a:moveTo>
                  <a:pt x="648253" y="95312"/>
                </a:moveTo>
                <a:lnTo>
                  <a:pt x="648253" y="967"/>
                </a:lnTo>
                <a:lnTo>
                  <a:pt x="626359" y="967"/>
                </a:lnTo>
                <a:lnTo>
                  <a:pt x="626359" y="104593"/>
                </a:lnTo>
                <a:cubicBezTo>
                  <a:pt x="626642" y="110682"/>
                  <a:pt x="631574" y="115498"/>
                  <a:pt x="637619" y="115586"/>
                </a:cubicBezTo>
                <a:lnTo>
                  <a:pt x="737172" y="115586"/>
                </a:lnTo>
                <a:lnTo>
                  <a:pt x="750130" y="95312"/>
                </a:lnTo>
                <a:lnTo>
                  <a:pt x="648253" y="95312"/>
                </a:lnTo>
                <a:moveTo>
                  <a:pt x="286862" y="78461"/>
                </a:moveTo>
                <a:cubicBezTo>
                  <a:pt x="308084" y="78461"/>
                  <a:pt x="325288" y="61113"/>
                  <a:pt x="325288" y="39714"/>
                </a:cubicBezTo>
                <a:cubicBezTo>
                  <a:pt x="325288" y="18315"/>
                  <a:pt x="308084" y="967"/>
                  <a:pt x="286862" y="967"/>
                </a:cubicBezTo>
                <a:lnTo>
                  <a:pt x="191241" y="967"/>
                </a:lnTo>
                <a:lnTo>
                  <a:pt x="191241" y="115586"/>
                </a:lnTo>
                <a:lnTo>
                  <a:pt x="213135" y="115586"/>
                </a:lnTo>
                <a:lnTo>
                  <a:pt x="213135" y="21242"/>
                </a:lnTo>
                <a:lnTo>
                  <a:pt x="285432" y="21242"/>
                </a:lnTo>
                <a:cubicBezTo>
                  <a:pt x="295574" y="21955"/>
                  <a:pt x="303222" y="30825"/>
                  <a:pt x="302514" y="41052"/>
                </a:cubicBezTo>
                <a:cubicBezTo>
                  <a:pt x="301875" y="50285"/>
                  <a:pt x="294588" y="57632"/>
                  <a:pt x="285432" y="58277"/>
                </a:cubicBezTo>
                <a:lnTo>
                  <a:pt x="223412" y="58277"/>
                </a:lnTo>
                <a:lnTo>
                  <a:pt x="288649" y="115586"/>
                </a:lnTo>
                <a:lnTo>
                  <a:pt x="320373" y="115586"/>
                </a:lnTo>
                <a:lnTo>
                  <a:pt x="277031" y="78461"/>
                </a:lnTo>
                <a:lnTo>
                  <a:pt x="286862" y="78461"/>
                </a:lnTo>
                <a:moveTo>
                  <a:pt x="56836" y="115586"/>
                </a:moveTo>
                <a:lnTo>
                  <a:pt x="122877" y="115586"/>
                </a:lnTo>
                <a:cubicBezTo>
                  <a:pt x="154267" y="115586"/>
                  <a:pt x="179713" y="89928"/>
                  <a:pt x="179713" y="58277"/>
                </a:cubicBezTo>
                <a:cubicBezTo>
                  <a:pt x="179713" y="26625"/>
                  <a:pt x="154267" y="967"/>
                  <a:pt x="122877" y="967"/>
                </a:cubicBezTo>
                <a:lnTo>
                  <a:pt x="56836" y="967"/>
                </a:lnTo>
                <a:cubicBezTo>
                  <a:pt x="25446" y="967"/>
                  <a:pt x="0" y="26625"/>
                  <a:pt x="0" y="58277"/>
                </a:cubicBezTo>
                <a:cubicBezTo>
                  <a:pt x="0" y="89928"/>
                  <a:pt x="25446" y="115586"/>
                  <a:pt x="56836" y="115586"/>
                </a:cubicBezTo>
                <a:moveTo>
                  <a:pt x="121358" y="95402"/>
                </a:moveTo>
                <a:lnTo>
                  <a:pt x="58266" y="95402"/>
                </a:lnTo>
                <a:cubicBezTo>
                  <a:pt x="37956" y="94392"/>
                  <a:pt x="22304" y="76972"/>
                  <a:pt x="23306" y="56493"/>
                </a:cubicBezTo>
                <a:cubicBezTo>
                  <a:pt x="24238" y="37427"/>
                  <a:pt x="39358" y="22182"/>
                  <a:pt x="58266" y="21242"/>
                </a:cubicBezTo>
                <a:lnTo>
                  <a:pt x="121358" y="21242"/>
                </a:lnTo>
                <a:cubicBezTo>
                  <a:pt x="141667" y="20232"/>
                  <a:pt x="158943" y="36014"/>
                  <a:pt x="159945" y="56493"/>
                </a:cubicBezTo>
                <a:cubicBezTo>
                  <a:pt x="160946" y="76972"/>
                  <a:pt x="145294" y="94392"/>
                  <a:pt x="124984" y="95402"/>
                </a:cubicBezTo>
                <a:cubicBezTo>
                  <a:pt x="123776" y="95462"/>
                  <a:pt x="122566" y="95462"/>
                  <a:pt x="121358" y="95402"/>
                </a:cubicBezTo>
                <a:moveTo>
                  <a:pt x="536190" y="115586"/>
                </a:moveTo>
                <a:lnTo>
                  <a:pt x="603571" y="115586"/>
                </a:lnTo>
                <a:lnTo>
                  <a:pt x="616618" y="95402"/>
                </a:lnTo>
                <a:lnTo>
                  <a:pt x="537709" y="95402"/>
                </a:lnTo>
                <a:cubicBezTo>
                  <a:pt x="517399" y="96411"/>
                  <a:pt x="500123" y="80629"/>
                  <a:pt x="499122" y="60150"/>
                </a:cubicBezTo>
                <a:cubicBezTo>
                  <a:pt x="498120" y="39671"/>
                  <a:pt x="513773" y="22251"/>
                  <a:pt x="534082" y="21242"/>
                </a:cubicBezTo>
                <a:cubicBezTo>
                  <a:pt x="535290" y="21182"/>
                  <a:pt x="536501" y="21182"/>
                  <a:pt x="537709" y="21242"/>
                </a:cubicBezTo>
                <a:lnTo>
                  <a:pt x="601784" y="21242"/>
                </a:lnTo>
                <a:lnTo>
                  <a:pt x="614742" y="967"/>
                </a:lnTo>
                <a:lnTo>
                  <a:pt x="536190" y="967"/>
                </a:lnTo>
                <a:cubicBezTo>
                  <a:pt x="504800" y="967"/>
                  <a:pt x="479354" y="26625"/>
                  <a:pt x="479354" y="58277"/>
                </a:cubicBezTo>
                <a:cubicBezTo>
                  <a:pt x="479354" y="89928"/>
                  <a:pt x="504800" y="115586"/>
                  <a:pt x="536190" y="115586"/>
                </a:cubicBezTo>
                <a:moveTo>
                  <a:pt x="803391" y="95402"/>
                </a:moveTo>
                <a:cubicBezTo>
                  <a:pt x="786805" y="95513"/>
                  <a:pt x="772183" y="84455"/>
                  <a:pt x="767645" y="68369"/>
                </a:cubicBezTo>
                <a:lnTo>
                  <a:pt x="861389" y="68369"/>
                </a:lnTo>
                <a:lnTo>
                  <a:pt x="874257" y="48094"/>
                </a:lnTo>
                <a:lnTo>
                  <a:pt x="768003" y="48094"/>
                </a:lnTo>
                <a:cubicBezTo>
                  <a:pt x="772514" y="31990"/>
                  <a:pt x="787153" y="20919"/>
                  <a:pt x="803748" y="21061"/>
                </a:cubicBezTo>
                <a:lnTo>
                  <a:pt x="867823" y="21061"/>
                </a:lnTo>
                <a:lnTo>
                  <a:pt x="880334" y="967"/>
                </a:lnTo>
                <a:lnTo>
                  <a:pt x="801961" y="967"/>
                </a:lnTo>
                <a:cubicBezTo>
                  <a:pt x="770571" y="967"/>
                  <a:pt x="745125" y="26625"/>
                  <a:pt x="745125" y="58277"/>
                </a:cubicBezTo>
                <a:cubicBezTo>
                  <a:pt x="745125" y="89928"/>
                  <a:pt x="770571" y="115586"/>
                  <a:pt x="801961" y="115586"/>
                </a:cubicBezTo>
                <a:lnTo>
                  <a:pt x="869432" y="115586"/>
                </a:lnTo>
                <a:lnTo>
                  <a:pt x="882211" y="95402"/>
                </a:lnTo>
                <a:lnTo>
                  <a:pt x="803480" y="95402"/>
                </a:lnTo>
              </a:path>
            </a:pathLst>
          </a:custGeom>
          <a:solidFill xmlns:a="http://schemas.openxmlformats.org/drawingml/2006/main">
            <a:srgbClr val="C74634"/>
          </a:solidFill>
          <a:ln xmlns:a="http://schemas.openxmlformats.org/drawingml/2006/main" w="889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Plus Sign">
            <a:extLst xmlns:a="http://schemas.openxmlformats.org/drawingml/2006/main">
              <a:ext uri="{FF2B5EF4-FFF2-40B4-BE49-F238E27FC236}">
                <a16:creationId xmlns:a16="http://schemas.microsoft.com/office/drawing/2014/main" id="{D0F62D4C-44E1-47F5-9FC4-DDEBDB57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598" y="604509"/>
            <a:ext cx="338554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Oracle Sans Light"/>
                <a:ea typeface="Oracle Sans Light"/>
                <a:cs typeface="Oracle Sans Light"/>
              </a:rPr>
              <a:t>+</a:t>
            </a:r>
          </a:p>
        </p:txBody>
      </p:sp>
      <p:sp>
        <p:nvSpPr>
          <p:cNvPr id="29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167FC9A2-EA1C-47AA-8CD1-519F2B2BA1D5}"/>
              </a:ext>
            </a:extLst>
          </p:cNvPr>
          <p:cNvSpPr>
            <a:spLocks xmlns:a="http://schemas.openxmlformats.org/drawingml/2006/main" noGrp="1"/>
          </p:cNvSpPr>
          <p:nvPr>
            <p:ph idx="28" hasCustomPrompt="1"/>
          </p:nvPr>
        </p:nvSpPr>
        <p:spPr>
          <a:xfrm xmlns:a="http://schemas.openxmlformats.org/drawingml/2006/main">
            <a:off x="2451100" y="561975"/>
            <a:ext cx="1241425" cy="4663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insert partner logo</a:t>
            </a:r>
          </a:p>
        </p:txBody>
      </p:sp>
      <p:sp>
        <p:nvSpPr>
          <p:cNvPr id="43" name="Title 1">
            <a:extLst xmlns:a="http://schemas.openxmlformats.org/drawingml/2006/main">
              <a:ext uri="{FF2B5EF4-FFF2-40B4-BE49-F238E27FC236}">
                <a16:creationId xmlns:a16="http://schemas.microsoft.com/office/drawing/2014/main" id="{74151B34-23FE-44F5-A716-0730CC7BA8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262063"/>
            <a:ext cx="4744029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r>
              <a:t>Click to edit title text styles</a:t>
            </a:r>
          </a:p>
        </p:txBody>
      </p:sp>
      <p:sp>
        <p:nvSpPr>
          <p:cNvPr id="44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253D5CC-04A1-4A8A-904C-1F3D182409E0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68875" y="2201983"/>
            <a:ext cx="4762530" cy="7209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lnSpc>
                <a:spcPts val="1880"/>
              </a:lnSpc>
              <a:buNone/>
              <a:defRPr sz="14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4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76C1365C-F7AC-4152-BC8A-22B9B745E9A7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768875" y="3154820"/>
            <a:ext cx="4762532" cy="1624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80975" indent="-180975" algn="l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400" b="1" i="0">
                <a:solidFill>
                  <a:schemeClr val="accent4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</a:t>
            </a:r>
          </a:p>
        </p:txBody>
      </p:sp>
      <p:sp>
        <p:nvSpPr>
          <p:cNvPr id="4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E16FE56-4093-4A68-96E0-8FC9B4BCFB3B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68875" y="3396752"/>
            <a:ext cx="4762530" cy="606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80000" tIns="0" rIns="0" bIns="0"/>
          <a:lstStyle xmlns:a="http://schemas.openxmlformats.org/drawingml/2006/main">
            <a:lvl1pPr algn="l">
              <a:lnSpc>
                <a:spcPts val="1680"/>
              </a:lnSpc>
              <a:buNone/>
              <a:defRPr sz="12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47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A0E0FC69-7325-4C9E-9FDB-1F46B471B73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768875" y="4265999"/>
            <a:ext cx="4762532" cy="1624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80975" indent="-180975" algn="l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400" b="1" i="0">
                <a:solidFill>
                  <a:schemeClr val="accent4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</a:t>
            </a:r>
          </a:p>
        </p:txBody>
      </p:sp>
      <p:sp>
        <p:nvSpPr>
          <p:cNvPr id="49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C614183-38E4-4C8A-B188-942F1EADF22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768875" y="4505719"/>
            <a:ext cx="4762530" cy="606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80000" tIns="0" rIns="0" bIns="0"/>
          <a:lstStyle xmlns:a="http://schemas.openxmlformats.org/drawingml/2006/main">
            <a:lvl1pPr algn="l">
              <a:lnSpc>
                <a:spcPts val="1680"/>
              </a:lnSpc>
              <a:buNone/>
              <a:defRPr sz="12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50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D56DADD-354E-40F9-9083-0EA39E18540C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68875" y="5320942"/>
            <a:ext cx="4762532" cy="1624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80975" indent="-180975" algn="l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400" b="1" i="0">
                <a:solidFill>
                  <a:schemeClr val="accent4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</a:t>
            </a:r>
          </a:p>
        </p:txBody>
      </p:sp>
      <p:sp>
        <p:nvSpPr>
          <p:cNvPr id="51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D365422-228D-4AF8-B590-2677A7563203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68875" y="5560662"/>
            <a:ext cx="4762530" cy="606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80000" tIns="0" rIns="0" bIns="0"/>
          <a:lstStyle xmlns:a="http://schemas.openxmlformats.org/drawingml/2006/main">
            <a:lvl1pPr algn="l">
              <a:lnSpc>
                <a:spcPts val="1680"/>
              </a:lnSpc>
              <a:buNone/>
              <a:defRPr sz="12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D76B432-E77E-1E47-BE30-3F729C8CD911}"/>
              </a:ext>
            </a:extLst>
          </p:cNvPr>
          <p:cNvSpPr>
            <a:spLocks xmlns:a="http://schemas.openxmlformats.org/drawingml/2006/main" noGrp="1"/>
          </p:cNvSpPr>
          <p:nvPr>
            <p:ph idx="23" hasCustomPrompt="1"/>
          </p:nvPr>
        </p:nvSpPr>
        <p:spPr>
          <a:xfrm xmlns:a="http://schemas.openxmlformats.org/drawingml/2006/main">
            <a:off x="6095998" y="0"/>
            <a:ext cx="6096002" cy="3428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10000"/>
              <a:lumOff val="90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 b="0" i="0"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Picture/Video here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8688E9-F02D-F34B-A466-BC7C5A6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151410C-AC35-B144-944D-2F0C6C92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096000" cy="34290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478b7af3d9146fd">
              <a:alphaModFix amt="10000"/>
            </a:blip>
            <a:srcRect l="0" t="0" r="0" b="0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44B384-379B-D246-825E-82D80E47CA83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781820" y="3870511"/>
            <a:ext cx="4838705" cy="135811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>
                <a:solidFill>
                  <a:schemeClr val="bg2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lvl="0">
              <a:buNone/>
            </a:pPr>
            <a:r>
              <a:t>“Quote goes up here.</a:t>
            </a:r>
            <a:r>
              <a:t> 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 exercitation </a:t>
            </a:r>
            <a:r>
              <a:t>ullamco</a:t>
            </a:r>
            <a:r>
              <a:t>.”</a:t>
            </a:r>
          </a:p>
        </p:txBody>
      </p:sp>
      <p:sp>
        <p:nvSpPr>
          <p:cNvPr id="1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4E7EE1-1F21-A94B-BD4C-80D5579EA0D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781820" y="5608955"/>
            <a:ext cx="4838705" cy="26976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 i="0">
                <a:solidFill>
                  <a:schemeClr val="bg2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Person name</a:t>
            </a:r>
          </a:p>
        </p:txBody>
      </p:sp>
      <p:sp>
        <p:nvSpPr>
          <p:cNvPr id="1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CEA0F4-62BE-D045-9B17-E8A1B43697E5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781819" y="5938133"/>
            <a:ext cx="4838705" cy="26976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0" i="0">
                <a:solidFill>
                  <a:schemeClr val="bg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Company name</a:t>
            </a:r>
          </a:p>
        </p:txBody>
      </p:sp>
      <p:sp>
        <p:nvSpPr>
          <p:cNvPr id="30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7BD4534-5E82-594D-B1AB-A133054CA1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3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0AF836-EBD7-FC48-8131-6B5102906F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C0ED2E8-6351-ED49-B6CF-FA1F67B26896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  <p:pic>
        <p:nvPicPr>
          <p:cNvPr id="7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b12e90cfc4f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>
  <p:cSld name="ATAP apps">
    <p:bg>
      <p:bgPr>
        <a:blipFill xmlns:a="http://schemas.openxmlformats.org/drawingml/2006/main" rotWithShape="1">
          <a:blip xmlns:r="http://schemas.openxmlformats.org/officeDocument/2006/relationships" r:embed="R8becd334cc81450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62D5BD8C-F71B-CE9E-5A61-75894D5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000" y="931917"/>
            <a:ext cx="3600000" cy="6596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28" tIns="45714" rIns="91428" bIns="45714">
            <a:noAutofit/>
          </a:bodyPr>
          <a:lstStyle xmlns:a="http://schemas.openxmlformats.org/drawingml/2006/main">
            <a:lvl1pPr marL="355574" indent="-355574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u"/>
              <a:defRPr sz="2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598973" indent="-243399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n"/>
              <a:defRPr sz="20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721731" indent="-122758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Arial"/>
              <a:buChar char="•"/>
              <a:defRPr sz="16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838138" indent="-118525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Tahoma"/>
              <a:buChar char="–"/>
              <a:defRPr sz="1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836022" indent="0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sz="1400" b="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335254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3962104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457165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5181212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217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SzTx/>
              <a:buFont typeface="Wingdings"/>
              <a:buNone/>
            </a:pPr>
          </a:p>
        </p:txBody>
      </p:sp>
      <p:sp>
        <p:nvSpPr>
          <p:cNvPr id="9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BAF1BF7-FB8B-1304-9778-1A88153A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31919"/>
            <a:ext cx="7254675" cy="659679"/>
          </a:xfrm>
          <a:prstGeom xmlns:a="http://schemas.openxmlformats.org/drawingml/2006/main" prst="homePlate">
            <a:avLst>
              <a:gd name="adj" fmla="val 7805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28" tIns="45714" rIns="91428" bIns="45714">
            <a:noAutofit/>
          </a:bodyPr>
          <a:lstStyle xmlns:a="http://schemas.openxmlformats.org/drawingml/2006/main">
            <a:lvl1pPr marL="355574" indent="-355574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u"/>
              <a:defRPr sz="2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598973" indent="-243399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n"/>
              <a:defRPr sz="20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721731" indent="-122758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Arial"/>
              <a:buChar char="•"/>
              <a:defRPr sz="16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838138" indent="-118525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Tahoma"/>
              <a:buChar char="–"/>
              <a:defRPr sz="1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836022" indent="0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sz="1400" b="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335254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3962104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457165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5181212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217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SzTx/>
              <a:buFont typeface="Wingdings"/>
              <a:buNone/>
            </a:pPr>
          </a:p>
        </p:txBody>
      </p:sp>
      <p:sp>
        <p:nvSpPr>
          <p:cNvPr id="2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0BF949A2-5353-180A-0414-456C5F3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931288"/>
            <a:ext cx="2992725" cy="659679"/>
          </a:xfrm>
          <a:prstGeom xmlns:a="http://schemas.openxmlformats.org/drawingml/2006/main" prst="homePlate">
            <a:avLst>
              <a:gd name="adj" fmla="val 7805"/>
            </a:avLst>
          </a:prstGeom>
          <a:solidFill xmlns:a="http://schemas.openxmlformats.org/drawingml/2006/main">
            <a:srgbClr val="58545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28" tIns="45714" rIns="91428" bIns="45714">
            <a:noAutofit/>
          </a:bodyPr>
          <a:lstStyle xmlns:a="http://schemas.openxmlformats.org/drawingml/2006/main">
            <a:lvl1pPr marL="355574" indent="-355574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u"/>
              <a:defRPr sz="2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598973" indent="-243399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n"/>
              <a:defRPr sz="20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721731" indent="-122758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Arial"/>
              <a:buChar char="•"/>
              <a:defRPr sz="16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838138" indent="-118525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Tahoma"/>
              <a:buChar char="–"/>
              <a:defRPr sz="1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836022" indent="0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sz="1400" b="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335254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3962104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457165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5181212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217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SzTx/>
              <a:buFont typeface="Wingdings"/>
              <a:buNone/>
            </a:pPr>
          </a:p>
        </p:txBody>
      </p:sp>
      <p:sp>
        <p:nvSpPr>
          <p:cNvPr id="27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00C89C4A-016E-5DCE-548B-FC92580DB60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63526" y="1591598"/>
            <a:ext cx="2622549" cy="4733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chemeClr val="bg1"/>
              </a:buClr>
              <a:buNone/>
              <a:defRPr sz="1100" b="0">
                <a:solidFill>
                  <a:srgbClr val="58545A"/>
                </a:solidFill>
              </a:defRPr>
            </a:lvl1pPr>
            <a:lvl2pPr>
              <a:buClr>
                <a:schemeClr val="bg1"/>
              </a:buClr>
              <a:buNone/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000">
                <a:solidFill>
                  <a:schemeClr val="bg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7846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8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53ABF570-94FD-B360-E77E-11F535C211D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9540675" y="1571287"/>
            <a:ext cx="2387800" cy="47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chemeClr val="bg1"/>
              </a:buClr>
              <a:buNone/>
              <a:defRPr sz="1100">
                <a:solidFill>
                  <a:srgbClr val="65B3A4"/>
                </a:solidFill>
              </a:defRPr>
            </a:lvl1pPr>
            <a:lvl2pPr>
              <a:buClr>
                <a:schemeClr val="bg1"/>
              </a:buClr>
              <a:buNone/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000">
                <a:solidFill>
                  <a:schemeClr val="bg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7846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9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89CFF51F-5B49-475D-51D6-19759BA3981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992726" y="1591599"/>
            <a:ext cx="6424124" cy="4733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rgbClr val="FF5500"/>
              </a:buClr>
              <a:buNone/>
              <a:defRPr sz="1100">
                <a:solidFill>
                  <a:srgbClr val="58545A"/>
                </a:solidFill>
              </a:defRPr>
            </a:lvl1pPr>
            <a:lvl2pPr>
              <a:buClr>
                <a:srgbClr val="FF5500"/>
              </a:buClr>
              <a:buNone/>
              <a:defRPr sz="1200">
                <a:solidFill>
                  <a:schemeClr val="accent1"/>
                </a:solidFill>
              </a:defRPr>
            </a:lvl2pPr>
            <a:lvl3pPr>
              <a:buClr>
                <a:srgbClr val="FF5500"/>
              </a:buClr>
              <a:buNone/>
              <a:defRPr sz="1000">
                <a:solidFill>
                  <a:schemeClr val="accent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7846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39" name="グラフィックス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f61c39bc8451d">
            <a:extLst>
              <a:ext uri="{96DAC541-7B7A-43D3-8B79-37D633B846F1}">
                <asvg:svgBlip xmlns:asvg="http://schemas.microsoft.com/office/drawing/2016/SVG/main" r:embed="R272ca739b8504b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828" y="1047274"/>
            <a:ext cx="432000" cy="4320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E25D23-C530-1A8D-25CC-A100D78A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30" y="1123260"/>
            <a:ext cx="133882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CHALLENGES</a:t>
            </a:r>
          </a:p>
        </p:txBody>
      </p:sp>
      <p:pic>
        <p:nvPicPr>
          <p:cNvPr id="41" name="グラフィックス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9e1c1f9474829">
            <a:extLst>
              <a:ext uri="{96DAC541-7B7A-43D3-8B79-37D633B846F1}">
                <asvg:svgBlip xmlns:asvg="http://schemas.microsoft.com/office/drawing/2016/SVG/main" r:embed="Re58f0ddf3a1144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816" y="1046011"/>
            <a:ext cx="432000" cy="4320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F50EE68-04F3-5175-F4D4-843830C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173" y="1146008"/>
            <a:ext cx="102944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BENEFITS</a:t>
            </a:r>
          </a:p>
        </p:txBody>
      </p:sp>
      <p:pic>
        <p:nvPicPr>
          <p:cNvPr id="43" name="グラフィックス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03c2cf566499e">
            <a:extLst>
              <a:ext uri="{96DAC541-7B7A-43D3-8B79-37D633B846F1}">
                <asvg:svgBlip xmlns:asvg="http://schemas.microsoft.com/office/drawing/2016/SVG/main" r:embed="Re5e62a0170f04f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3522" y="1046011"/>
            <a:ext cx="432000" cy="43200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A84AD5-0646-B584-3CF5-543ABE57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824" y="1101778"/>
            <a:ext cx="107593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SOLUTION</a:t>
            </a:r>
          </a:p>
        </p:txBody>
      </p:sp>
      <p:sp>
        <p:nvSpPr>
          <p:cNvPr id="22" name="Title 1">
            <a:extLst xmlns:a="http://schemas.openxmlformats.org/drawingml/2006/main">
              <a:ext uri="{FF2B5EF4-FFF2-40B4-BE49-F238E27FC236}">
                <a16:creationId xmlns:a16="http://schemas.microsoft.com/office/drawing/2014/main" id="{3DAD6CC2-BCDB-363F-60A5-0A0F42BF2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3526" y="107825"/>
            <a:ext cx="11603796" cy="64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>
  <p:cSld name="2_Title Only">
    <p:bg>
      <p:bgPr>
        <a:blipFill xmlns:a="http://schemas.openxmlformats.org/drawingml/2006/main" rotWithShape="1">
          <a:blip xmlns:r="http://schemas.openxmlformats.org/officeDocument/2006/relationships" r:embed="R5d8441f8672a411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F338423E-385C-C657-840E-6087629CF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3526" y="107825"/>
            <a:ext cx="11603796" cy="64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>
  <p:cSld name="Title Subtitle and Horizontal Text">
    <p:bg>
      <p:bgPr>
        <a:blipFill xmlns:a="http://schemas.openxmlformats.org/drawingml/2006/main" rotWithShape="1">
          <a:blip xmlns:r="http://schemas.openxmlformats.org/officeDocument/2006/relationships" r:embed="R991356fcdb7d418e">
            <a:lum/>
          </a:blip>
          <a:srcRect l="0" t="0" r="0" b="0"/>
          <a:stretch>
            <a:fillRect l="0" t="-1000" r="0" b="-1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C8F8D96-F427-D38D-F04C-086BB45A031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30940" y="6573292"/>
            <a:ext cx="741998" cy="2166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0738A8-BD3E-9DF5-8A04-8EF0422CE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3526" y="107825"/>
            <a:ext cx="11603796" cy="64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2C3D1E0C-A751-E7A2-2131-6AEA630FC71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263525" y="774371"/>
            <a:ext cx="11603797" cy="4044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chemeClr val="bg1"/>
              </a:buClr>
              <a:buNone/>
              <a:defRPr sz="1800" b="0">
                <a:solidFill>
                  <a:srgbClr val="58545A"/>
                </a:solidFill>
              </a:defRPr>
            </a:lvl1pPr>
            <a:lvl2pPr>
              <a:buClr>
                <a:schemeClr val="bg1"/>
              </a:buClr>
              <a:buNone/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000">
                <a:solidFill>
                  <a:schemeClr val="bg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8088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7628E8-E1FE-C6F8-C7DC-E29DC9C79A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3526" y="1197343"/>
            <a:ext cx="11603796" cy="524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>
  <p:cSld name="Abstract Background_Pillar ">
    <p:bg>
      <p:bgPr>
        <a:blipFill xmlns:a="http://schemas.openxmlformats.org/drawingml/2006/main" rotWithShape="1">
          <a:blip xmlns:r="http://schemas.openxmlformats.org/officeDocument/2006/relationships" r:embed="Ra64627080b7f4f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7a02e3972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8B8580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>
  <p:cSld name="Bark - Title">
    <p:bg>
      <p:bgPr>
        <a:blipFill xmlns:a="http://schemas.openxmlformats.org/drawingml/2006/main" rotWithShape="1">
          <a:blip xmlns:r="http://schemas.openxmlformats.org/officeDocument/2006/relationships" r:embed="Rf3e752dd9ff441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3">
            <a:extLst xmlns:a="http://schemas.openxmlformats.org/drawingml/2006/main">
              <a:ext uri="{FF2B5EF4-FFF2-40B4-BE49-F238E27FC236}">
                <a16:creationId xmlns:a16="http://schemas.microsoft.com/office/drawing/2014/main" id="{0638DF7B-BBB6-684E-A5BB-80F1125943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FCD2263-B143-491D-9A73-9A5CC1D96F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12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68433CD8-0468-4DD9-BFE2-5D29C1C48E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1F7237D6-6278-4664-AC31-31E46A301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2de0a3ac6a74f1e" Type="http://schemas.openxmlformats.org/officeDocument/2006/relationships/slideLayout" Target="../slideLayouts/slideLayout5.xml"/><Relationship Id="R23e989b14dc84e67" Type="http://schemas.openxmlformats.org/officeDocument/2006/relationships/slideLayout" Target="../slideLayouts/slideLayout12.xml"/><Relationship Id="R26c3c7349cff4dba" Type="http://schemas.openxmlformats.org/officeDocument/2006/relationships/slideLayout" Target="../slideLayouts/slideLayout13.xml"/><Relationship Id="R2cb905c85cf2423a" Type="http://schemas.openxmlformats.org/officeDocument/2006/relationships/image" Target="../media/image.emf"/><Relationship Id="R31998bfe20744777" Type="http://schemas.openxmlformats.org/officeDocument/2006/relationships/slideLayout" Target="../slideLayouts/slideLayout3.xml"/><Relationship Id="R364432f009024e3f" Type="http://schemas.openxmlformats.org/officeDocument/2006/relationships/slideLayout" Target="../slideLayouts/slideLayout17.xml"/><Relationship Id="R3ebaa5f71cf44933" Type="http://schemas.openxmlformats.org/officeDocument/2006/relationships/slideLayout" Target="../slideLayouts/slideLayout18.xml"/><Relationship Id="R4590af466fc74f1b" Type="http://schemas.openxmlformats.org/officeDocument/2006/relationships/slideLayout" Target="../slideLayouts/slideLayout22.xml"/><Relationship Id="R464a00583441414d" Type="http://schemas.openxmlformats.org/officeDocument/2006/relationships/slideLayout" Target="../slideLayouts/slideLayout24.xml"/><Relationship Id="R4e8bb705ef234d64" Type="http://schemas.openxmlformats.org/officeDocument/2006/relationships/slideLayout" Target="../slideLayouts/slideLayout14.xml"/><Relationship Id="R5d3fc55e8e884b26" Type="http://schemas.openxmlformats.org/officeDocument/2006/relationships/slideLayout" Target="../slideLayouts/slideLayout10.xml"/><Relationship Id="R7337998f1dfd43a5" Type="http://schemas.openxmlformats.org/officeDocument/2006/relationships/theme" Target="theme/theme2.xml"/><Relationship Id="R74dec08e0a4e4f39" Type="http://schemas.openxmlformats.org/officeDocument/2006/relationships/slideLayout" Target="../slideLayouts/slideLayout26.xml"/><Relationship Id="R80e892e91c18487e" Type="http://schemas.openxmlformats.org/officeDocument/2006/relationships/slideLayout" Target="../slideLayouts/slideLayout4.xml"/><Relationship Id="R8149a9f1c71e4a89" Type="http://schemas.openxmlformats.org/officeDocument/2006/relationships/slideLayout" Target="../slideLayouts/slideLayout15.xml"/><Relationship Id="R835593b38fa64f76" Type="http://schemas.openxmlformats.org/officeDocument/2006/relationships/slideLayout" Target="../slideLayouts/slideLayout20.xml"/><Relationship Id="R919809ef9c80452c" Type="http://schemas.openxmlformats.org/officeDocument/2006/relationships/slideLayout" Target="../slideLayouts/slideLayout11.xml"/><Relationship Id="R98193243a86440d0" Type="http://schemas.openxmlformats.org/officeDocument/2006/relationships/slideLayout" Target="../slideLayouts/slideLayout9.xml"/><Relationship Id="R98ae58091ab14144" Type="http://schemas.openxmlformats.org/officeDocument/2006/relationships/slideLayout" Target="../slideLayouts/slideLayout7.xml"/><Relationship Id="R9d92751b4381495a" Type="http://schemas.openxmlformats.org/officeDocument/2006/relationships/slideLayout" Target="../slideLayouts/slideLayout19.xml"/><Relationship Id="Ra6d94045cd8a4374" Type="http://schemas.openxmlformats.org/officeDocument/2006/relationships/slideLayout" Target="../slideLayouts/slideLayout2.xml"/><Relationship Id="Rbee084b59c3a4ec5" Type="http://schemas.openxmlformats.org/officeDocument/2006/relationships/slideLayout" Target="../slideLayouts/slideLayout21.xml"/><Relationship Id="Rbf5cb17cb625456d" Type="http://schemas.openxmlformats.org/officeDocument/2006/relationships/slideLayout" Target="../slideLayouts/slideLayout23.xml"/><Relationship Id="Rc010e4a80ac64182" Type="http://schemas.openxmlformats.org/officeDocument/2006/relationships/slideLayout" Target="../slideLayouts/slideLayout25.xml"/><Relationship Id="Rc1dd2cad137d474d" Type="http://schemas.openxmlformats.org/officeDocument/2006/relationships/slideLayout" Target="../slideLayouts/slideLayout27.xml"/><Relationship Id="Rc5101663bbe2407f" Type="http://schemas.openxmlformats.org/officeDocument/2006/relationships/slideLayout" Target="../slideLayouts/slideLayout8.xml"/><Relationship Id="Rd145bd6a84be404b" Type="http://schemas.openxmlformats.org/officeDocument/2006/relationships/slideLayout" Target="../slideLayouts/slideLayout16.xml"/><Relationship Id="Rd15b37c26ab542f1" Type="http://schemas.openxmlformats.org/officeDocument/2006/relationships/slideLayout" Target="../slideLayouts/slideLayout6.xml"/><Relationship Id="Rfa63c5a9eae5496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875" y="1600200"/>
            <a:ext cx="10671048" cy="451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20" name="Date">
            <a:extLst xmlns:a="http://schemas.openxmlformats.org/drawingml/2006/main"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8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pic>
        <p:nvPicPr>
          <p:cNvPr id="2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905c85cf2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5616" y="6464808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AA820F9-F88A-5770-85AF-7A371527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35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| Employees Only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8A1302-65CE-AC78-EC0A-960E98D6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421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| 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3c5a9eae54961"/>
    <p:sldLayoutId xmlns:r="http://schemas.openxmlformats.org/officeDocument/2006/relationships" id="2147483650" r:id="Ra6d94045cd8a4374"/>
    <p:sldLayoutId xmlns:r="http://schemas.openxmlformats.org/officeDocument/2006/relationships" id="2147483651" r:id="R31998bfe20744777"/>
    <p:sldLayoutId xmlns:r="http://schemas.openxmlformats.org/officeDocument/2006/relationships" id="2147483652" r:id="R80e892e91c18487e"/>
    <p:sldLayoutId xmlns:r="http://schemas.openxmlformats.org/officeDocument/2006/relationships" id="2147483653" r:id="R12de0a3ac6a74f1e"/>
    <p:sldLayoutId xmlns:r="http://schemas.openxmlformats.org/officeDocument/2006/relationships" id="2147483654" r:id="Rd15b37c26ab542f1"/>
    <p:sldLayoutId xmlns:r="http://schemas.openxmlformats.org/officeDocument/2006/relationships" id="2147483655" r:id="R98ae58091ab14144"/>
    <p:sldLayoutId xmlns:r="http://schemas.openxmlformats.org/officeDocument/2006/relationships" id="2147483656" r:id="Rc5101663bbe2407f"/>
    <p:sldLayoutId xmlns:r="http://schemas.openxmlformats.org/officeDocument/2006/relationships" id="2147483657" r:id="R98193243a86440d0"/>
    <p:sldLayoutId xmlns:r="http://schemas.openxmlformats.org/officeDocument/2006/relationships" id="2147483658" r:id="R5d3fc55e8e884b26"/>
    <p:sldLayoutId xmlns:r="http://schemas.openxmlformats.org/officeDocument/2006/relationships" id="2147483659" r:id="R919809ef9c80452c"/>
    <p:sldLayoutId xmlns:r="http://schemas.openxmlformats.org/officeDocument/2006/relationships" id="2147483660" r:id="R23e989b14dc84e67"/>
    <p:sldLayoutId xmlns:r="http://schemas.openxmlformats.org/officeDocument/2006/relationships" id="2147483661" r:id="R26c3c7349cff4dba"/>
    <p:sldLayoutId xmlns:r="http://schemas.openxmlformats.org/officeDocument/2006/relationships" id="2147483662" r:id="R4e8bb705ef234d64"/>
    <p:sldLayoutId xmlns:r="http://schemas.openxmlformats.org/officeDocument/2006/relationships" id="2147483663" r:id="R8149a9f1c71e4a89"/>
    <p:sldLayoutId xmlns:r="http://schemas.openxmlformats.org/officeDocument/2006/relationships" id="2147483664" r:id="Rd145bd6a84be404b"/>
    <p:sldLayoutId xmlns:r="http://schemas.openxmlformats.org/officeDocument/2006/relationships" id="2147483665" r:id="R364432f009024e3f"/>
    <p:sldLayoutId xmlns:r="http://schemas.openxmlformats.org/officeDocument/2006/relationships" id="2147483666" r:id="R3ebaa5f71cf44933"/>
    <p:sldLayoutId xmlns:r="http://schemas.openxmlformats.org/officeDocument/2006/relationships" id="2147483667" r:id="R9d92751b4381495a"/>
    <p:sldLayoutId xmlns:r="http://schemas.openxmlformats.org/officeDocument/2006/relationships" id="2147483668" r:id="R835593b38fa64f76"/>
    <p:sldLayoutId xmlns:r="http://schemas.openxmlformats.org/officeDocument/2006/relationships" id="2147483669" r:id="Rbee084b59c3a4ec5"/>
    <p:sldLayoutId xmlns:r="http://schemas.openxmlformats.org/officeDocument/2006/relationships" id="2147483670" r:id="R4590af466fc74f1b"/>
    <p:sldLayoutId xmlns:r="http://schemas.openxmlformats.org/officeDocument/2006/relationships" id="2147483671" r:id="Rbf5cb17cb625456d"/>
    <p:sldLayoutId xmlns:r="http://schemas.openxmlformats.org/officeDocument/2006/relationships" id="2147483672" r:id="R464a00583441414d"/>
    <p:sldLayoutId xmlns:r="http://schemas.openxmlformats.org/officeDocument/2006/relationships" id="2147483673" r:id="Rc010e4a80ac64182"/>
    <p:sldLayoutId xmlns:r="http://schemas.openxmlformats.org/officeDocument/2006/relationships" id="2147483674" r:id="R74dec08e0a4e4f39"/>
    <p:sldLayoutId xmlns:r="http://schemas.openxmlformats.org/officeDocument/2006/relationships" id="2147483675" r:id="Rc1dd2cad137d474d"/>
  </p:sldLayoutIdLst>
  <p:txStyles>
    <p:titleStyle>
      <a:lvl1pPr xmlns:a="http://schemas.openxmlformats.org/drawingml/2006/main" algn="l" defTabSz="914400">
        <a:lnSpc>
          <a:spcPct val="95000"/>
        </a:lnSpc>
        <a:spcBef>
          <a:spcPct val="0"/>
        </a:spcBef>
        <a:buNone/>
        <a:defRPr sz="2400" b="1" i="0" kern="1200" baseline="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0" marR="0" indent="0" algn="l" defTabSz="914400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defRPr sz="1600" b="0" i="0" kern="1200">
          <a:solidFill>
            <a:schemeClr val="tx1"/>
          </a:solidFill>
          <a:latin typeface="Oracle Sans Tab"/>
          <a:ea typeface="Oracle Sans Tab"/>
          <a:cs typeface="Oracle Sans Tab"/>
        </a:defRPr>
      </a:lvl1pPr>
      <a:lvl2pPr xmlns:a="http://schemas.openxmlformats.org/drawingml/2006/main" marL="365760" marR="0" indent="-182880" algn="l" defTabSz="914400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2pPr>
      <a:lvl3pPr xmlns:a="http://schemas.openxmlformats.org/drawingml/2006/main" marL="547688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System Font Regular"/>
        <a:buChar char="-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3pPr>
      <a:lvl4pPr xmlns:a="http://schemas.openxmlformats.org/drawingml/2006/main" marL="730250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4pPr>
      <a:lvl5pPr xmlns:a="http://schemas.openxmlformats.org/drawingml/2006/main" marL="914400" marR="0" indent="-182880" algn="l" defTabSz="914400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-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5pPr>
      <a:lvl6pPr xmlns:a="http://schemas.openxmlformats.org/drawingml/2006/main" marL="1097280" indent="-182880" algn="l" defTabSz="914400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6pPr>
      <a:lvl7pPr xmlns:a="http://schemas.openxmlformats.org/drawingml/2006/main" marL="1280160" indent="-182880" algn="l" defTabSz="914400">
        <a:lnSpc>
          <a:spcPct val="95000"/>
        </a:lnSpc>
        <a:spcBef>
          <a:spcPts val="400"/>
        </a:spcBef>
        <a:spcAft>
          <a:spcPts val="0"/>
        </a:spcAft>
        <a:buFont typeface="System Font Regular"/>
        <a:buChar char="-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7pPr>
      <a:lvl8pPr xmlns:a="http://schemas.openxmlformats.org/drawingml/2006/main" marL="1604963" indent="-203200" algn="l" defTabSz="914400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8pPr>
      <a:lvl9pPr xmlns:a="http://schemas.openxmlformats.org/drawingml/2006/main" marL="1889125" indent="-203200" algn="l" defTabSz="914400">
        <a:lnSpc>
          <a:spcPct val="90000"/>
        </a:lnSpc>
        <a:spcBef>
          <a:spcPts val="500"/>
        </a:spcBef>
        <a:buFont typeface="System Font Regular"/>
        <a:buChar char="-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5ACBF0"/>
          </p15:clr>
        </p15:guide>
        <p15:guide id="4" orient="horz" pos="3852">
          <p15:clr>
            <a:srgbClr xmlns:a="http://schemas.openxmlformats.org/drawingml/2006/main" val="F26B43"/>
          </p15:clr>
        </p15:guide>
        <p15:guide id="5" pos="480">
          <p15:clr>
            <a:srgbClr xmlns:a="http://schemas.openxmlformats.org/drawingml/2006/main" val="F26B43"/>
          </p15:clr>
        </p15:guide>
        <p15:guide id="6" orient="horz" pos="795">
          <p15:clr>
            <a:srgbClr xmlns:a="http://schemas.openxmlformats.org/drawingml/2006/main" val="F26B43"/>
          </p15:clr>
        </p15:guide>
        <p15:guide id="7" orient="horz" pos="590">
          <p15:clr>
            <a:srgbClr xmlns:a="http://schemas.openxmlformats.org/drawingml/2006/main" val="F26B43"/>
          </p15:clr>
        </p15:guide>
        <p15:guide id="8" pos="7212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racle-FY26-8.3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Custom 77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12D2A"/>
                </a:solidFill>
                <a:latin typeface="Oracle Sans"/>
              </a:rPr>
              <a:t>AXIAN requirements and scoped OCI Observability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09728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Oracle Sans"/>
              </a:rPr>
              <a:t>Group-wide centralized monitoring, observability and operations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27632"/>
            <a:ext cx="3346704" cy="1225296"/>
          </a:xfrm>
          <a:prstGeom prst="roundRect">
            <a:avLst/>
          </a:prstGeom>
          <a:solidFill>
            <a:srgbClr val="FFF8F4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CENTRALIZED + FEDERATED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Group and OpCo views • multi-tenancy • scalable onboarding • integration with existing investments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22776" y="1627632"/>
            <a:ext cx="3346704" cy="1225296"/>
          </a:xfrm>
          <a:prstGeom prst="roundRect">
            <a:avLst/>
          </a:prstGeom>
          <a:solidFill>
            <a:srgbClr val="FFF6DC"/>
          </a:solidFill>
          <a:ln w="19050">
            <a:solidFill>
              <a:srgbClr val="B3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PROACTIVE OPERATIONS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Predictive analysis • standardized KPIs • escalation models • evidence-based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4072" y="1627632"/>
            <a:ext cx="3950208" cy="1225296"/>
          </a:xfrm>
          <a:prstGeom prst="roundRect">
            <a:avLst/>
          </a:prstGeom>
          <a:solidFill>
            <a:srgbClr val="EAF5F8"/>
          </a:solidFill>
          <a:ln w="19050">
            <a:solidFill>
              <a:srgbClr val="007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SERVICE + BUSINESS VISIBILITY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Applications • APIs • logs • metrics • traces • infrastructure and product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363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74634"/>
                </a:solidFill>
                <a:latin typeface="Oracle Sans"/>
              </a:rPr>
              <a:t>Scoped response from the Observability &amp; Security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575304"/>
            <a:ext cx="2578608" cy="1417320"/>
          </a:xfrm>
          <a:prstGeom prst="roundRect">
            <a:avLst/>
          </a:prstGeom>
          <a:solidFill>
            <a:srgbClr val="F2F0FA"/>
          </a:solidFill>
          <a:ln w="19050">
            <a:solidFill>
              <a:srgbClr val="6F4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OCI APM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Applications and APIs
Traces • topology • browser • synthetics
OpenTelemetry instrumentation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575304"/>
            <a:ext cx="2578608" cy="1417320"/>
          </a:xfrm>
          <a:prstGeom prst="roundRect">
            <a:avLst/>
          </a:prstGeom>
          <a:solidFill>
            <a:srgbClr val="EAF6E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LOG ANALYTICS + K8S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Customer-managed Kubernetes
Manual Helm/manifests
Logs • metrics • object state • LoganAI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575304"/>
            <a:ext cx="2578608" cy="1417320"/>
          </a:xfrm>
          <a:prstGeom prst="roundRect">
            <a:avLst/>
          </a:prstGeom>
          <a:solidFill>
            <a:srgbClr val="EAF5F8"/>
          </a:solidFill>
          <a:ln w="19050">
            <a:solidFill>
              <a:srgbClr val="007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OCI OBSERVABILITY CORE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Monitoring • Logging • Connector Hub
Management Agent/Gateway
Notifications and evidence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575304"/>
            <a:ext cx="2606040" cy="1417320"/>
          </a:xfrm>
          <a:prstGeom prst="roundRect">
            <a:avLst/>
          </a:prstGeom>
          <a:solidFill>
            <a:srgbClr val="FFF1E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OPTIONAL OCI GENAI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External OCI AI Team workstream
Read-only evidence correlation
Citations + human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276088"/>
            <a:ext cx="10972800" cy="713232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EXTERNAL PRODUCT BOUNDARY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Assurance, ITSM, database tooling and shared platform/security foundations remain with their respective product teams and are outside this OCI Observability BOM.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062472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5B5B"/>
                </a:solidFill>
                <a:latin typeface="Oracle Sans"/>
              </a:rPr>
              <a:t>No autonomous production change is asserted; product teams own diagnosis, remediation and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0624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77777"/>
                </a:solidFill>
                <a:latin typeface="Oracle Sans"/>
              </a:rPr>
              <a:t>Copyright © 2026, Oracle and/or its affiliates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12D2A"/>
                </a:solidFill>
                <a:latin typeface="Oracle Sans"/>
              </a:rPr>
              <a:t>OCI Observability workflow — customer-managed Kubernetes, applications and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Oracle Sans"/>
              </a:rPr>
              <a:t>Solid path = telemetry and evidence. Optional GenAI is advisory and external to the OCI Observability BOM.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89888"/>
            <a:ext cx="2057400" cy="2377440"/>
          </a:xfrm>
          <a:prstGeom prst="roundRect">
            <a:avLst/>
          </a:prstGeom>
          <a:solidFill>
            <a:srgbClr val="FFF8F4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1  TELEMETRY SOURCES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Applications and APIs
Customer-managed Kubernetes
OCI service and custom logs
Approved hybrid hosts
Product-team owned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9776" y="1389888"/>
            <a:ext cx="2057400" cy="2377440"/>
          </a:xfrm>
          <a:prstGeom prst="roundRect">
            <a:avLst/>
          </a:prstGeom>
          <a:solidFill>
            <a:srgbClr val="EAF5F8"/>
          </a:solidFill>
          <a:ln w="19050">
            <a:solidFill>
              <a:srgbClr val="007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2  MANUAL / OPEN COLLECTION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K8s Helm or manifests
OpenTelemetry
Management Agent / Gateway
Filtering and source identity
Collector health and rollback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8072" y="1225296"/>
            <a:ext cx="2971800" cy="2706624"/>
          </a:xfrm>
          <a:prstGeom prst="roundRect">
            <a:avLst/>
          </a:prstGeom>
          <a:solidFill>
            <a:srgbClr val="EAF6E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3  OCI OBSERVABILITY DATA PLANE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Monitoring — metrics and alarms
Logging + Connector Hub — governed routing
Log Analytics — active/archive, parsers, K8s views and LoganAI
APM — traces, topology, browser and synthetics
Notifications — approved alarm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30768" y="1389888"/>
            <a:ext cx="2907792" cy="2377440"/>
          </a:xfrm>
          <a:prstGeom prst="roundRect">
            <a:avLst/>
          </a:prstGeom>
          <a:solidFill>
            <a:srgbClr val="F2F0FA"/>
          </a:solidFill>
          <a:ln w="19050">
            <a:solidFill>
              <a:srgbClr val="6F4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4  OPERATIONS EVIDENCE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Dashboards and alarm context
Cluster, workload, node and pod views
Application/API trace topology
Evidence links and source provenance
Human-validated LoganAI assistance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87168" y="2395728"/>
            <a:ext cx="301752" cy="274320"/>
          </a:xfrm>
          <a:prstGeom prst="rightArrow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855464" y="2395728"/>
            <a:ext cx="301752" cy="274320"/>
          </a:xfrm>
          <a:prstGeom prst="rightArrow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138160" y="2395728"/>
            <a:ext cx="301752" cy="274320"/>
          </a:xfrm>
          <a:prstGeom prst="rightArrow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4279392"/>
            <a:ext cx="3364992" cy="1307592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EXTERNAL PRODUCT BOUNDARY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Assurance, ITSM, database tooling and shared security foundations remain in their product workstreams and are not included in this BOM.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4279392"/>
            <a:ext cx="3182112" cy="1307592"/>
          </a:xfrm>
          <a:prstGeom prst="roundRect">
            <a:avLst/>
          </a:prstGeom>
          <a:solidFill>
            <a:srgbClr val="FFF1E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OPTIONAL GENAI CORRELATION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External OCI AI Team scope (Alex Negrea). Read-only curated evidence, citations, confidence and human approval before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1816" y="4279392"/>
            <a:ext cx="3666744" cy="1307592"/>
          </a:xfrm>
          <a:prstGeom prst="roundRect">
            <a:avLst/>
          </a:prstGeom>
          <a:solidFill>
            <a:srgbClr val="FFF6DC"/>
          </a:solidFill>
          <a:ln w="19050">
            <a:solidFill>
              <a:srgbClr val="B3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91440" wrap="square"/>
          <a:lstStyle/>
          <a:p>
            <a:pPr algn="l"/>
            <a:r>
              <a:rPr sz="1300" b="1">
                <a:solidFill>
                  <a:srgbClr val="312D2A"/>
                </a:solidFill>
                <a:latin typeface="Oracle Sans"/>
              </a:rPr>
              <a:t>5  PRODUCT-OWNED ACTION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12D2A"/>
                </a:solidFill>
                <a:latin typeface="Oracle Sans"/>
              </a:rPr>
              <a:t>Product teams approve access, instrument services, diagnose, remediate, verify and roll back. Observability provides evidence—not autonomous production change.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33488" y="4773168"/>
            <a:ext cx="301752" cy="274320"/>
          </a:xfrm>
          <a:prstGeom prst="rightArrow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83387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5B5B"/>
                </a:solidFill>
                <a:latin typeface="Oracle Sans"/>
              </a:rPr>
              <a:t>Scoped to OCI Observability services for identified application, API, Kubernetes and telemetry gaps.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833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77777"/>
                </a:solidFill>
                <a:latin typeface="Oracle Sans"/>
              </a:rPr>
              <a:t>Copyright © 2026, Oracle and/or its affiliates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cle-FY26-8.3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Custom 77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2026-07-31T19:21:07.4430000Z</dcterms:created>
  <dcterms:modified xsi:type="dcterms:W3CDTF">2026-07-31T19:21:07.4430000Z</dcterms:modified>
</coreProperties>
</file>