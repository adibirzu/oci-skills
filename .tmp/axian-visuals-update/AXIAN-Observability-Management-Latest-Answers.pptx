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svg" ContentType="image/svg+xml"/>
  <Override PartName="/ppt/media/image10.svg" ContentType="image/svg+xml"/>
  <Override PartName="/ppt/media/image1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2a54d6f7048a41fa" Type="http://schemas.openxmlformats.org/officeDocument/2006/relationships/officeDocument" Target="ppt/presentation.xml"/><Relationship Id="R4eb3e9ee025d4d47" Type="http://schemas.openxmlformats.org/officeDocument/2006/relationships/extended-properties" Target="docProps/app.xml"/><Relationship Id="Rdf47992b98b94ea2"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b4dff154ddde44a5"/>
  </p:sldMasterIdLst>
  <p:notesMasterIdLst>
    <p:notesMasterId xmlns:r="http://schemas.openxmlformats.org/officeDocument/2006/relationships" r:id="R6e69315045e945ee"/>
  </p:notesMasterIdLst>
  <p:sldIdLst>
    <p:sldId xmlns:r="http://schemas.openxmlformats.org/officeDocument/2006/relationships" id="256" r:id="Rcf31ca5f505f41e6"/>
    <p:sldId xmlns:r="http://schemas.openxmlformats.org/officeDocument/2006/relationships" id="257" r:id="Raf5e4f4a37684bc8"/>
    <p:sldId xmlns:r="http://schemas.openxmlformats.org/officeDocument/2006/relationships" id="258" r:id="R64fdb98726ac46b6"/>
    <p:sldId xmlns:r="http://schemas.openxmlformats.org/officeDocument/2006/relationships" id="259" r:id="Rd7afed5bc1f041f5"/>
    <p:sldId xmlns:r="http://schemas.openxmlformats.org/officeDocument/2006/relationships" id="260" r:id="R95fbf17be10b463c"/>
    <p:sldId xmlns:r="http://schemas.openxmlformats.org/officeDocument/2006/relationships" id="261" r:id="Ref20053a2892496c"/>
    <p:sldId xmlns:r="http://schemas.openxmlformats.org/officeDocument/2006/relationships" id="262" r:id="R838d02d99e2b48b5"/>
    <p:sldId xmlns:r="http://schemas.openxmlformats.org/officeDocument/2006/relationships" id="263" r:id="Rfe9555c07f72408b"/>
    <p:sldId xmlns:r="http://schemas.openxmlformats.org/officeDocument/2006/relationships" id="264" r:id="R882a3146bcf24b5b"/>
    <p:sldId xmlns:r="http://schemas.openxmlformats.org/officeDocument/2006/relationships" id="265" r:id="Ra8fe415a119f4624"/>
  </p:sldIdLst>
  <p:sldSz cx="12192000" cy="6858000"/>
  <p:notesSz cx="6858000" cy="9144000"/>
</p:presentation>
</file>

<file path=ppt/authors.xml><?xml version="1.0" encoding="utf-8"?>
<p188:authorLst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16d711423d3c4113" Type="http://schemas.openxmlformats.org/officeDocument/2006/relationships/theme" Target="theme/theme1.xml"/><Relationship Id="R4d59316c7ef04c64" Type="http://schemas.openxmlformats.org/officeDocument/2006/relationships/tableStyles" Target="tableStyles.xml"/><Relationship Id="R64fdb98726ac46b6" Type="http://schemas.openxmlformats.org/officeDocument/2006/relationships/slide" Target="slides/slide3.xml"/><Relationship Id="R6e69315045e945ee" Type="http://schemas.openxmlformats.org/officeDocument/2006/relationships/notesMaster" Target="notesMasters/notesMaster1.xml"/><Relationship Id="R838d02d99e2b48b5" Type="http://schemas.openxmlformats.org/officeDocument/2006/relationships/slide" Target="slides/slide7.xml"/><Relationship Id="R882a3146bcf24b5b" Type="http://schemas.openxmlformats.org/officeDocument/2006/relationships/slide" Target="slides/slide9.xml"/><Relationship Id="R95fbf17be10b463c" Type="http://schemas.openxmlformats.org/officeDocument/2006/relationships/slide" Target="slides/slide5.xml"/><Relationship Id="Ra87f60d9b65e4c49" Type="http://schemas.microsoft.com/office/2018/10/relationships/authors" Target="authors.xml"/><Relationship Id="Ra8fe415a119f4624" Type="http://schemas.openxmlformats.org/officeDocument/2006/relationships/slide" Target="slides/slide10.xml"/><Relationship Id="Raf5e4f4a37684bc8" Type="http://schemas.openxmlformats.org/officeDocument/2006/relationships/slide" Target="slides/slide2.xml"/><Relationship Id="Rb4dff154ddde44a5" Type="http://schemas.openxmlformats.org/officeDocument/2006/relationships/slideMaster" Target="slideMasters/slideMaster1.xml"/><Relationship Id="Rc57a23790cc84dc4" Type="http://schemas.openxmlformats.org/officeDocument/2006/relationships/presProps" Target="presProps.xml"/><Relationship Id="Rcf31ca5f505f41e6" Type="http://schemas.openxmlformats.org/officeDocument/2006/relationships/slide" Target="slides/slide1.xml"/><Relationship Id="Rd7afed5bc1f041f5" Type="http://schemas.openxmlformats.org/officeDocument/2006/relationships/slide" Target="slides/slide4.xml"/><Relationship Id="Rea54f7d58cb64173" Type="http://schemas.openxmlformats.org/officeDocument/2006/relationships/viewProps" Target="viewProps.xml"/><Relationship Id="Ref20053a2892496c" Type="http://schemas.openxmlformats.org/officeDocument/2006/relationships/slide" Target="slides/slide6.xml"/><Relationship Id="Rfe9555c07f72408b"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41383e99b2644e5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be21a7251cf4984" Type="http://schemas.openxmlformats.org/officeDocument/2006/relationships/slide" Target="../slides/slide1.xml"/><Relationship Id="R91e442fae8ac474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a2707cf8943547db" Type="http://schemas.openxmlformats.org/officeDocument/2006/relationships/slide" Target="../slides/slide2.xml"/><Relationship Id="Rdade0531c2da4604"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0fee8cb32ee34517" Type="http://schemas.openxmlformats.org/officeDocument/2006/relationships/slide" Target="../slides/slide3.xml"/><Relationship Id="R174af2b4460f448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7c663694854c4bdf" Type="http://schemas.openxmlformats.org/officeDocument/2006/relationships/notesMaster" Target="../notesMasters/notesMaster1.xml"/><Relationship Id="Rd261be0ea96a4739"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a0cc1b68f7dc4639" Type="http://schemas.openxmlformats.org/officeDocument/2006/relationships/notesMaster" Target="../notesMasters/notesMaster1.xml"/><Relationship Id="Rcbf0de05c536485e"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77df986c816b47c9" Type="http://schemas.openxmlformats.org/officeDocument/2006/relationships/slide" Target="../slides/slide6.xml"/><Relationship Id="Ra417bc6916474f7f"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0a7bf09a4e9e497d" Type="http://schemas.openxmlformats.org/officeDocument/2006/relationships/slide" Target="../slides/slide7.xml"/><Relationship Id="Rbf835c02ced547a4"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3ea6af7b39fd4fda" Type="http://schemas.openxmlformats.org/officeDocument/2006/relationships/notesMaster" Target="../notesMasters/notesMaster1.xml"/><Relationship Id="Rea9ccb4990dc4fe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294525196d9b4d5b" Type="http://schemas.openxmlformats.org/officeDocument/2006/relationships/slide" Target="../slides/slide9.xml"/><Relationship Id="R91b7fbdc74f043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1352e17d40624494" Type="http://schemas.openxmlformats.org/officeDocument/2006/relationships/notesMaster" Target="../notesMasters/notesMaster1.xml"/><Relationship Id="Rd25b46252d0d4f94" Type="http://schemas.openxmlformats.org/officeDocument/2006/relationships/slide" Target="../slides/slide1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https://docs.oracle.com/en/enterprise-manager/cloud-control/enterprise-manager-cloud-control/13.5/emcon/enterprise-manager-architecture.html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https://docs.oracle.com/en-us/iaas/log-analytics/doc/logging-analytics1.html (accessed 2026-07-30)</a:t>
            </a:r>
          </a:p>
          <a:p xmlns:a="http://schemas.openxmlformats.org/drawingml/2006/main">
            <a:r>
              <a:t>- https://docs.oracle.com/en/industries/communications/unified-assurance/7.0/enterprise-licensing-info/licensing-information.html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https://docs.oracle.com/en-us/iaas/log-analytics/doc/kubernetes-solution.html (accessed 2026-07-30)</a:t>
            </a:r>
          </a:p>
          <a:p xmlns:a="http://schemas.openxmlformats.org/drawingml/2006/main">
            <a:r>
              <a:t>- https://docs.oracle.com/en-us/iaas/application-performance-monitoring/home.htm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https://docs.oracle.com/en/enterprise-manager/cloud-control/enterprise-manager-cloud-control/13.5/oemli/enterprise-database-management.html (accessed 2026-07-30)</a:t>
            </a:r>
          </a:p>
          <a:p xmlns:a="http://schemas.openxmlformats.org/drawingml/2006/main">
            <a:r>
              <a:t>- https://docs.oracle.com/en-us/iaas/log-analytics/doc/use-loganai.html (accessed 2026-07-30)</a:t>
            </a:r>
          </a:p>
          <a:p xmlns:a="http://schemas.openxmlformats.org/drawingml/2006/main">
            <a:r>
              <a:t>- https://docs.oracle.com/en/industries/communications/unified-assurance/7.0/enterprise-licensing-info/licensing-information.html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https://docs.oracle.com/en-us/iaas/log-analytics/doc/kubernetes-solution.html (accessed 2026-07-30)</a:t>
            </a:r>
          </a:p>
          <a:p xmlns:a="http://schemas.openxmlformats.org/drawingml/2006/main">
            <a:r>
              <a:t>- https://docs.oracle.com/en-us/iaas/log-analytics/doc/prerequisites-using-loganai.html (accessed 2026-07-30)</a:t>
            </a:r>
          </a:p>
          <a:p xmlns:a="http://schemas.openxmlformats.org/drawingml/2006/main">
            <a:r>
              <a:t>- https://docs.oracle.com/en/enterprise-manager/cloud-control/enterprise-manager-cloud-control/13.5/oemli/enterprise-database-management.html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9afad64b4fa4f62" Type="http://schemas.openxmlformats.org/officeDocument/2006/relationships/image" Target="../media/image.svg"/><Relationship Id="R31f7c274c8184a2d" Type="http://schemas.openxmlformats.org/officeDocument/2006/relationships/slideMaster" Target="../slideMasters/slideMaster1.xml"/><Relationship Id="R399a1847bd85438f" Type="http://schemas.openxmlformats.org/officeDocument/2006/relationships/image" Target="../media/image.png"/><Relationship Id="R7bd63d96dc2c4cc2" Type="http://schemas.openxmlformats.org/officeDocument/2006/relationships/image" Target="../media/image.emf"/></Relationships>
</file>

<file path=ppt/slideLayouts/_rels/slideLayout2.xml.rels><?xml version='1.0' encoding='UTF-8' standalone='yes'?>
<Relationships xmlns="http://schemas.openxmlformats.org/package/2006/relationships"><Relationship Id="R03f51304c7f54ff1" Type="http://schemas.openxmlformats.org/officeDocument/2006/relationships/image" Target="../media/image.emf"/><Relationship Id="R648f289840f34a3c" Type="http://schemas.openxmlformats.org/officeDocument/2006/relationships/image" Target="../media/image2.svg"/><Relationship Id="R72c6ac3df93044ad" Type="http://schemas.openxmlformats.org/officeDocument/2006/relationships/slideMaster" Target="../slideMasters/slideMaster1.xml"/><Relationship Id="R9ddbf3b6815e45ea" Type="http://schemas.openxmlformats.org/officeDocument/2006/relationships/image" Target="../media/image2.png"/><Relationship Id="Re66df6d75bcd4438" Type="http://schemas.openxmlformats.org/officeDocument/2006/relationships/image" Target="../media/image.jpeg"/></Relationships>
</file>

<file path=ppt/slideLayouts/_rels/slideLayout3.xml.rels><?xml version='1.0' encoding='UTF-8' standalone='yes'?>
<Relationships xmlns="http://schemas.openxmlformats.org/package/2006/relationships"><Relationship Id="R134a458be5f447d2" Type="http://schemas.openxmlformats.org/officeDocument/2006/relationships/image" Target="../media/image.emf"/><Relationship Id="R4f85c61b302a465c" Type="http://schemas.openxmlformats.org/officeDocument/2006/relationships/image" Target="../media/image.svg"/><Relationship Id="Rb44d7802a248489b" Type="http://schemas.openxmlformats.org/officeDocument/2006/relationships/image" Target="../media/image3.png"/><Relationship Id="Rd0ef956fca2a4de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112dfd8beeac42a8" Type="http://schemas.openxmlformats.org/officeDocument/2006/relationships/image" Target="../media/image2.svg"/><Relationship Id="R44249a59c17c4f3e" Type="http://schemas.openxmlformats.org/officeDocument/2006/relationships/slideMaster" Target="../slideMasters/slideMaster1.xml"/><Relationship Id="R4cd06ce1394f4e1b" Type="http://schemas.openxmlformats.org/officeDocument/2006/relationships/image" Target="../media/image.jpeg"/><Relationship Id="R82a1c0a2ebb24a8c"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4efae80f0da94e7c" Type="http://schemas.openxmlformats.org/officeDocument/2006/relationships/slideMaster" Target="../slideMasters/slideMaster1.xml"/><Relationship Id="R661f00da85204388" Type="http://schemas.openxmlformats.org/officeDocument/2006/relationships/image" Target="../media/image.emf"/><Relationship Id="Re8182986c4f74aa5" Type="http://schemas.openxmlformats.org/officeDocument/2006/relationships/image" Target="../media/image.svg"/></Relationships>
</file>

<file path=ppt/slideLayouts/_rels/slideLayout6.xml.rels><?xml version='1.0' encoding='UTF-8' standalone='yes'?>
<Relationships xmlns="http://schemas.openxmlformats.org/package/2006/relationships"><Relationship Id="R2f05d2adacaa425e" Type="http://schemas.openxmlformats.org/officeDocument/2006/relationships/slideMaster" Target="../slideMasters/slideMaster1.xml"/><Relationship Id="R5a4e103e34b5410d" Type="http://schemas.openxmlformats.org/officeDocument/2006/relationships/image" Target="../media/image.svg"/><Relationship Id="R5cf50bbec9ad4d4d" Type="http://schemas.openxmlformats.org/officeDocument/2006/relationships/image" Target="../media/image2.jpeg"/><Relationship Id="R833667a55d484ca2" Type="http://schemas.openxmlformats.org/officeDocument/2006/relationships/image" Target="../media/image.emf"/></Relationships>
</file>

<file path=ppt/slideLayouts/_rels/slideLayout7.xml.rels><?xml version='1.0' encoding='UTF-8' standalone='yes'?>
<Relationships xmlns="http://schemas.openxmlformats.org/package/2006/relationships"><Relationship Id="R1e9a39ea6b3342eb" Type="http://schemas.openxmlformats.org/officeDocument/2006/relationships/image" Target="../media/image.emf"/><Relationship Id="R22d5852f31a4468b" Type="http://schemas.openxmlformats.org/officeDocument/2006/relationships/image" Target="../media/image.svg"/><Relationship Id="R94fdfd0501d1453e" Type="http://schemas.openxmlformats.org/officeDocument/2006/relationships/slideMaster" Target="../slideMasters/slideMaster1.xml"/><Relationship Id="Rc5489977f9ad47c5" Type="http://schemas.openxmlformats.org/officeDocument/2006/relationships/image" Target="../media/image.jpeg"/></Relationships>
</file>

<file path=ppt/slideLayouts/_rels/slideLayout8.xml.rels><?xml version='1.0' encoding='UTF-8' standalone='yes'?>
<Relationships xmlns="http://schemas.openxmlformats.org/package/2006/relationships"><Relationship Id="R1f835623a7b84a04" Type="http://schemas.openxmlformats.org/officeDocument/2006/relationships/image" Target="../media/image3.jpeg"/><Relationship Id="R2314240059814fd0" Type="http://schemas.openxmlformats.org/officeDocument/2006/relationships/image" Target="../media/image.svg"/><Relationship Id="R6a3003298fb241ce" Type="http://schemas.openxmlformats.org/officeDocument/2006/relationships/image" Target="../media/image.emf"/><Relationship Id="R6c5efc74998e46ce"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5f41f3a4a95d463b" Type="http://schemas.openxmlformats.org/officeDocument/2006/relationships/image" Target="../media/image4.jpeg"/><Relationship Id="R944471bfc2f94d83" Type="http://schemas.openxmlformats.org/officeDocument/2006/relationships/image" Target="../media/image.emf"/><Relationship Id="Rc6110344bb09443a" Type="http://schemas.openxmlformats.org/officeDocument/2006/relationships/slideMaster" Target="../slideMasters/slideMaster1.xml"/><Relationship Id="Rf84609f105fc41e8" Type="http://schemas.openxmlformats.org/officeDocument/2006/relationships/image" Target="../media/image.svg"/></Relationships>
</file>

<file path=ppt/slideLayouts/_rels/slideLayout10.xml.rels><?xml version='1.0' encoding='UTF-8' standalone='yes'?>
<Relationships xmlns="http://schemas.openxmlformats.org/package/2006/relationships"><Relationship Id="R2b90ca1611024ef4" Type="http://schemas.openxmlformats.org/officeDocument/2006/relationships/image" Target="../media/image5.jpeg"/><Relationship Id="R8c30b2ef7e53427b" Type="http://schemas.openxmlformats.org/officeDocument/2006/relationships/slideMaster" Target="../slideMasters/slideMaster1.xml"/><Relationship Id="R992706fcfd3340b9" Type="http://schemas.openxmlformats.org/officeDocument/2006/relationships/image" Target="../media/image.emf"/><Relationship Id="Ra8f4281fec61403c" Type="http://schemas.openxmlformats.org/officeDocument/2006/relationships/image" Target="../media/image.svg"/></Relationships>
</file>

<file path=ppt/slideLayouts/_rels/slideLayout11.xml.rels><?xml version='1.0' encoding='UTF-8' standalone='yes'?>
<Relationships xmlns="http://schemas.openxmlformats.org/package/2006/relationships"><Relationship Id="R4794175bcb1646b4" Type="http://schemas.openxmlformats.org/officeDocument/2006/relationships/image" Target="../media/image.emf"/><Relationship Id="R5f019ce39a4549d5" Type="http://schemas.openxmlformats.org/officeDocument/2006/relationships/image" Target="../media/image6.jpeg"/><Relationship Id="R7f612b7263234144" Type="http://schemas.openxmlformats.org/officeDocument/2006/relationships/slideMaster" Target="../slideMasters/slideMaster1.xml"/><Relationship Id="Rd7c912131eb74fe0" Type="http://schemas.openxmlformats.org/officeDocument/2006/relationships/image" Target="../media/image.svg"/></Relationships>
</file>

<file path=ppt/slideLayouts/_rels/slideLayout12.xml.rels><?xml version='1.0' encoding='UTF-8' standalone='yes'?>
<Relationships xmlns="http://schemas.openxmlformats.org/package/2006/relationships"><Relationship Id="R625fc7f3608f45b7" Type="http://schemas.openxmlformats.org/officeDocument/2006/relationships/image" Target="../media/image7.jpeg"/><Relationship Id="R6aabb47bc1e14367" Type="http://schemas.openxmlformats.org/officeDocument/2006/relationships/image" Target="../media/image.emf"/><Relationship Id="Ra5e0d0122a9c4012" Type="http://schemas.openxmlformats.org/officeDocument/2006/relationships/image" Target="../media/image.svg"/><Relationship Id="Re8a540941cc0469d"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35a155e277b14638" Type="http://schemas.openxmlformats.org/officeDocument/2006/relationships/image" Target="../media/image.svg"/><Relationship Id="R4a8a8bc0ee864910" Type="http://schemas.openxmlformats.org/officeDocument/2006/relationships/image" Target="../media/image.emf"/><Relationship Id="Rd23a74f0a5684ceb" Type="http://schemas.openxmlformats.org/officeDocument/2006/relationships/slideMaster" Target="../slideMasters/slideMaster1.xml"/><Relationship Id="Rf75984bd2b75443a" Type="http://schemas.openxmlformats.org/officeDocument/2006/relationships/image" Target="../media/image8.jpeg"/></Relationships>
</file>

<file path=ppt/slideLayouts/_rels/slideLayout14.xml.rels><?xml version='1.0' encoding='UTF-8' standalone='yes'?>
<Relationships xmlns="http://schemas.openxmlformats.org/package/2006/relationships"><Relationship Id="R096c6b11d7f3414d"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a29e9ef2205a4de4" Type="http://schemas.openxmlformats.org/officeDocument/2006/relationships/slideMaster" Target="../slideMasters/slideMaster1.xml"/><Relationship Id="Rb7c8c50283b14ca9" Type="http://schemas.openxmlformats.org/officeDocument/2006/relationships/image" Target="../media/image.emf"/></Relationships>
</file>

<file path=ppt/slideLayouts/_rels/slideLayout16.xml.rels><?xml version='1.0' encoding='UTF-8' standalone='yes'?>
<Relationships xmlns="http://schemas.openxmlformats.org/package/2006/relationships"><Relationship Id="R437bb865780a4477" Type="http://schemas.openxmlformats.org/officeDocument/2006/relationships/slideMaster" Target="../slideMasters/slideMaster1.xml"/><Relationship Id="Re4965dbe2d194323" Type="http://schemas.openxmlformats.org/officeDocument/2006/relationships/image" Target="../media/image.emf"/></Relationships>
</file>

<file path=ppt/slideLayouts/_rels/slideLayout17.xml.rels><?xml version='1.0' encoding='UTF-8' standalone='yes'?>
<Relationships xmlns="http://schemas.openxmlformats.org/package/2006/relationships"><Relationship Id="R25ef59c11da54e64" Type="http://schemas.openxmlformats.org/officeDocument/2006/relationships/slideMaster" Target="../slideMasters/slideMaster1.xml"/><Relationship Id="R30c6783b5fbd4688"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034ecccb7728437d" Type="http://schemas.openxmlformats.org/officeDocument/2006/relationships/slideMaster" Target="../slideMasters/slideMaster1.xml"/><Relationship Id="R7ce9bc4f16c74a66"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3b2a4c2e8fd34159" Type="http://schemas.openxmlformats.org/officeDocument/2006/relationships/image" Target="../media/image9.jpeg"/><Relationship Id="R7fc5699f946d40c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1c34949b8db64ee8" Type="http://schemas.openxmlformats.org/officeDocument/2006/relationships/image" Target="../media/image10.jpeg"/><Relationship Id="Ra5dc8ed2564045c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3ae8700d82704797" Type="http://schemas.openxmlformats.org/officeDocument/2006/relationships/image" Target="../media/image11.jpeg"/><Relationship Id="Rd0992e56f18c4fdb"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2c6b8e32b68e4da5" Type="http://schemas.openxmlformats.org/officeDocument/2006/relationships/image" Target="../media/image12.jpeg"/><Relationship Id="Rb1a621ef5c9d4bbb"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59ae64cbbdbd4b86" Type="http://schemas.openxmlformats.org/officeDocument/2006/relationships/image" Target="../media/image13.jpeg"/><Relationship Id="Rfdf35ceaf957430f"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200a9ec8e4514de0" Type="http://schemas.openxmlformats.org/officeDocument/2006/relationships/image" Target="../media/image14.jpeg"/><Relationship Id="Racceec1cddf94e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08070e3be0324b06" Type="http://schemas.openxmlformats.org/officeDocument/2006/relationships/image" Target="../media/image15.jpeg"/><Relationship Id="R6892366ca2cc4693"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09b3f2d367974f6b" Type="http://schemas.openxmlformats.org/officeDocument/2006/relationships/image" Target="../media/image16.jpeg"/><Relationship Id="Rc35ce0a7d56c47db"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1ff8bfb6c3e14b9a" Type="http://schemas.openxmlformats.org/officeDocument/2006/relationships/slideMaster" Target="../slideMasters/slideMaster1.xml"/><Relationship Id="R323ce3389d7b43c7" Type="http://schemas.openxmlformats.org/officeDocument/2006/relationships/image" Target="../media/image7.png"/><Relationship Id="Ra04234581387497b" Type="http://schemas.openxmlformats.org/officeDocument/2006/relationships/image" Target="../media/image.emf"/></Relationships>
</file>

<file path=ppt/slideLayouts/_rels/slideLayout28.xml.rels><?xml version='1.0' encoding='UTF-8' standalone='yes'?>
<Relationships xmlns="http://schemas.openxmlformats.org/package/2006/relationships"><Relationship Id="R17d8a003f1014864" Type="http://schemas.openxmlformats.org/officeDocument/2006/relationships/image" Target="../media/image.emf"/><Relationship Id="R99253bd943fb44f8" Type="http://schemas.openxmlformats.org/officeDocument/2006/relationships/image" Target="../media/image8.png"/><Relationship Id="Rd61a388b397c4466"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4dc83147741c4aa0" Type="http://schemas.openxmlformats.org/officeDocument/2006/relationships/image" Target="../media/image3.jpeg"/><Relationship Id="Rbe3f549f18c94267" Type="http://schemas.openxmlformats.org/officeDocument/2006/relationships/image" Target="../media/image3.svg"/><Relationship Id="Rf9180d5bc80b4b32"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2bab33ed28304836" Type="http://schemas.openxmlformats.org/officeDocument/2006/relationships/slideMaster" Target="../slideMasters/slideMaster1.xml"/><Relationship Id="R8fc5763a2df44563" Type="http://schemas.openxmlformats.org/officeDocument/2006/relationships/image" Target="../media/image3.svg"/><Relationship Id="Rb25f86c971b64071" Type="http://schemas.openxmlformats.org/officeDocument/2006/relationships/image" Target="../media/image3.jpeg"/></Relationships>
</file>

<file path=ppt/slideLayouts/_rels/slideLayout31.xml.rels><?xml version='1.0' encoding='UTF-8' standalone='yes'?>
<Relationships xmlns="http://schemas.openxmlformats.org/package/2006/relationships"><Relationship Id="Raa077c055eda419a" Type="http://schemas.openxmlformats.org/officeDocument/2006/relationships/slideMaster" Target="../slideMasters/slideMaster1.xml"/><Relationship Id="Rb8ae382b1c294b6f" Type="http://schemas.openxmlformats.org/officeDocument/2006/relationships/image" Target="../media/image3.jpeg"/><Relationship Id="Rbfe8652dc1de4959"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327debf6b9974444" Type="http://schemas.openxmlformats.org/officeDocument/2006/relationships/slideMaster" Target="../slideMasters/slideMaster1.xml"/><Relationship Id="Rb8d1099d7c6e4566" Type="http://schemas.openxmlformats.org/officeDocument/2006/relationships/image" Target="../media/image3.jpeg"/><Relationship Id="Rc06e961b532b4220" Type="http://schemas.openxmlformats.org/officeDocument/2006/relationships/image" Target="../media/image3.svg"/></Relationships>
</file>

<file path=ppt/slideLayouts/_rels/slideLayout33.xml.rels><?xml version='1.0' encoding='UTF-8' standalone='yes'?>
<Relationships xmlns="http://schemas.openxmlformats.org/package/2006/relationships"><Relationship Id="R6f13f03aa3ca4058" Type="http://schemas.openxmlformats.org/officeDocument/2006/relationships/image" Target="../media/image4.svg"/><Relationship Id="R7a8f02deaf264172" Type="http://schemas.openxmlformats.org/officeDocument/2006/relationships/image" Target="../media/image4.jpeg"/><Relationship Id="Ra58c74580d9d4f76" Type="http://schemas.openxmlformats.org/officeDocument/2006/relationships/image" Target="../media/image.emf"/><Relationship Id="Re28cca7af2814aae"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58598469be5649cc" Type="http://schemas.openxmlformats.org/officeDocument/2006/relationships/slideMaster" Target="../slideMasters/slideMaster1.xml"/><Relationship Id="Ra2980f579fbc4c2b" Type="http://schemas.openxmlformats.org/officeDocument/2006/relationships/image" Target="../media/image5.svg"/><Relationship Id="Rf2172e43be594c99" Type="http://schemas.openxmlformats.org/officeDocument/2006/relationships/image" Target="../media/image5.jpeg"/></Relationships>
</file>

<file path=ppt/slideLayouts/_rels/slideLayout35.xml.rels><?xml version='1.0' encoding='UTF-8' standalone='yes'?>
<Relationships xmlns="http://schemas.openxmlformats.org/package/2006/relationships"><Relationship Id="R46378027c8f445a9" Type="http://schemas.openxmlformats.org/officeDocument/2006/relationships/slideMaster" Target="../slideMasters/slideMaster1.xml"/><Relationship Id="R4f6057e1fe89466d" Type="http://schemas.openxmlformats.org/officeDocument/2006/relationships/image" Target="../media/image6.jpeg"/><Relationship Id="R8662b24275d9493e" Type="http://schemas.openxmlformats.org/officeDocument/2006/relationships/image" Target="../media/image.emf"/><Relationship Id="Rccef406b6a9a4d79" Type="http://schemas.openxmlformats.org/officeDocument/2006/relationships/image" Target="../media/image6.svg"/></Relationships>
</file>

<file path=ppt/slideLayouts/_rels/slideLayout36.xml.rels><?xml version='1.0' encoding='UTF-8' standalone='yes'?>
<Relationships xmlns="http://schemas.openxmlformats.org/package/2006/relationships"><Relationship Id="R148fae8a58c2469a" Type="http://schemas.openxmlformats.org/officeDocument/2006/relationships/slideMaster" Target="../slideMasters/slideMaster1.xml"/><Relationship Id="R22e691fb328343b5" Type="http://schemas.openxmlformats.org/officeDocument/2006/relationships/image" Target="../media/image7.svg"/><Relationship Id="R765f2f62bc9f4bd5" Type="http://schemas.openxmlformats.org/officeDocument/2006/relationships/image" Target="../media/image.emf"/><Relationship Id="Rdf55dded6d1e4387" Type="http://schemas.openxmlformats.org/officeDocument/2006/relationships/image" Target="../media/image7.jpeg"/></Relationships>
</file>

<file path=ppt/slideLayouts/_rels/slideLayout37.xml.rels><?xml version='1.0' encoding='UTF-8' standalone='yes'?>
<Relationships xmlns="http://schemas.openxmlformats.org/package/2006/relationships"><Relationship Id="R14e936b634b347a9"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0ec6b83cdd9b4e73"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191164313ad04576"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1f0d722d78a0424e" Type="http://schemas.openxmlformats.org/officeDocument/2006/relationships/slideMaster" Target="../slideMasters/slideMaster1.xml"/><Relationship Id="R93b52b7358ad4bdc" Type="http://schemas.openxmlformats.org/officeDocument/2006/relationships/image" Target="../media/image3.jpeg"/><Relationship Id="Rf3a424a10e944ed4" Type="http://schemas.openxmlformats.org/officeDocument/2006/relationships/image" Target="../media/image3.svg"/></Relationships>
</file>

<file path=ppt/slideLayouts/_rels/slideLayout41.xml.rels><?xml version='1.0' encoding='UTF-8' standalone='yes'?>
<Relationships xmlns="http://schemas.openxmlformats.org/package/2006/relationships"><Relationship Id="R5de51c92c1eb4fc0" Type="http://schemas.openxmlformats.org/officeDocument/2006/relationships/image" Target="../media/image3.jpeg"/><Relationship Id="R703286e671b2468e" Type="http://schemas.openxmlformats.org/officeDocument/2006/relationships/image" Target="../media/image3.svg"/><Relationship Id="Rb5397e8d41524cc8"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1209e9479a6e4b63" Type="http://schemas.openxmlformats.org/officeDocument/2006/relationships/image" Target="../media/image3.jpeg"/><Relationship Id="R79288f9a69db41ca" Type="http://schemas.openxmlformats.org/officeDocument/2006/relationships/slideMaster" Target="../slideMasters/slideMaster1.xml"/><Relationship Id="Rb1f4103b9a7243d2"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63e28c4f2a254331" Type="http://schemas.openxmlformats.org/officeDocument/2006/relationships/slideMaster" Target="../slideMasters/slideMaster1.xml"/><Relationship Id="R8267a97b7c2a43f0" Type="http://schemas.openxmlformats.org/officeDocument/2006/relationships/image" Target="../media/image3.jpeg"/><Relationship Id="Re46db3675acd48c9"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08d515ab795b453a" Type="http://schemas.openxmlformats.org/officeDocument/2006/relationships/image" Target="../media/image3.jpeg"/><Relationship Id="R8702c3853c6849c3" Type="http://schemas.openxmlformats.org/officeDocument/2006/relationships/image" Target="../media/image3.svg"/><Relationship Id="Rf9d29b30fb004956"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3ef3405964fc4780" Type="http://schemas.openxmlformats.org/officeDocument/2006/relationships/slideMaster" Target="../slideMasters/slideMaster1.xml"/><Relationship Id="R67c53c0721d3428f" Type="http://schemas.openxmlformats.org/officeDocument/2006/relationships/image" Target="../media/image3.jpeg"/><Relationship Id="Rdbdb5f1c5a54477c" Type="http://schemas.openxmlformats.org/officeDocument/2006/relationships/image" Target="../media/image3.svg"/></Relationships>
</file>

<file path=ppt/slideLayouts/_rels/slideLayout46.xml.rels><?xml version='1.0' encoding='UTF-8' standalone='yes'?>
<Relationships xmlns="http://schemas.openxmlformats.org/package/2006/relationships"><Relationship Id="R48b30eb576014bd7" Type="http://schemas.openxmlformats.org/officeDocument/2006/relationships/image" Target="../media/image3.svg"/><Relationship Id="R54af4cb118654abe" Type="http://schemas.openxmlformats.org/officeDocument/2006/relationships/image" Target="../media/image3.jpeg"/><Relationship Id="R710ddf07abb04092"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1e6d0ee9fdfb471c" Type="http://schemas.openxmlformats.org/officeDocument/2006/relationships/image" Target="../media/image3.jpeg"/><Relationship Id="R539291ee41644907" Type="http://schemas.openxmlformats.org/officeDocument/2006/relationships/image" Target="../media/image3.svg"/><Relationship Id="Rffd18a393a16438a"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023923dd966149ec" Type="http://schemas.openxmlformats.org/officeDocument/2006/relationships/image" Target="../media/image3.svg"/><Relationship Id="R72d37b1e928b42f0" Type="http://schemas.openxmlformats.org/officeDocument/2006/relationships/image" Target="../media/image.emf"/><Relationship Id="Ra8f8cea2f51e480b" Type="http://schemas.openxmlformats.org/officeDocument/2006/relationships/image" Target="../media/image3.jpeg"/><Relationship Id="Re859c384ec874522"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1682174b3f5a4513" Type="http://schemas.openxmlformats.org/officeDocument/2006/relationships/image" Target="../media/image8.svg"/><Relationship Id="R2baaca22e83b46c8" Type="http://schemas.openxmlformats.org/officeDocument/2006/relationships/image" Target="../media/image8.jpeg"/><Relationship Id="Rcc16f1fba8484754"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58ed5afb0120453f" Type="http://schemas.openxmlformats.org/officeDocument/2006/relationships/image" Target="../media/image9.jpeg"/><Relationship Id="R7515aab834d44fdb" Type="http://schemas.openxmlformats.org/officeDocument/2006/relationships/slideMaster" Target="../slideMasters/slideMaster1.xml"/><Relationship Id="R8b14438434274b25" Type="http://schemas.openxmlformats.org/officeDocument/2006/relationships/image" Target="../media/image9.svg"/></Relationships>
</file>

<file path=ppt/slideLayouts/_rels/slideLayout51.xml.rels><?xml version='1.0' encoding='UTF-8' standalone='yes'?>
<Relationships xmlns="http://schemas.openxmlformats.org/package/2006/relationships"><Relationship Id="R21d3150f0dfc4fdd" Type="http://schemas.openxmlformats.org/officeDocument/2006/relationships/image" Target="../media/image9.jpeg"/><Relationship Id="R3b7d44881e0d45b6" Type="http://schemas.openxmlformats.org/officeDocument/2006/relationships/slideMaster" Target="../slideMasters/slideMaster1.xml"/><Relationship Id="Rdda59cb3e19043ee" Type="http://schemas.openxmlformats.org/officeDocument/2006/relationships/image" Target="../media/image9.svg"/></Relationships>
</file>

<file path=ppt/slideLayouts/_rels/slideLayout52.xml.rels><?xml version='1.0' encoding='UTF-8' standalone='yes'?>
<Relationships xmlns="http://schemas.openxmlformats.org/package/2006/relationships"><Relationship Id="R7a4885ab55a14d0e" Type="http://schemas.openxmlformats.org/officeDocument/2006/relationships/image" Target="../media/image9.jpeg"/><Relationship Id="Rb7685384a88741b2" Type="http://schemas.openxmlformats.org/officeDocument/2006/relationships/slideMaster" Target="../slideMasters/slideMaster1.xml"/><Relationship Id="Rbebe5d85354242a4" Type="http://schemas.openxmlformats.org/officeDocument/2006/relationships/image" Target="../media/image9.svg"/></Relationships>
</file>

<file path=ppt/slideLayouts/_rels/slideLayout53.xml.rels><?xml version='1.0' encoding='UTF-8' standalone='yes'?>
<Relationships xmlns="http://schemas.openxmlformats.org/package/2006/relationships"><Relationship Id="R4ad6612a2f80490a"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bf7c2a7308aa45c5"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6e674b2d6e604be9"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e5c155d5a3c34264"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2d025e6006cb4f4b"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78a06ef217794f9f"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2eb447cc69ba424c"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1e2d0126da244027"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f865eea5464f49f7"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9decf2740c2747c0"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d464a999d645451d"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b6445fa1dbb44ecf"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43642f05778646c7"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660bdb0b82d545ae"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13273e03d244473a"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0deaa56ae6ed43dd"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374827b1086641c3"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7735584021ac4cc6"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6ceb7370976f406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a1a999e602354beb"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f14cbdb45c4648b8"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a0ba7c6393884b52"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8db936503f4d433e"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96415a7b18b44135"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88ce6a17a98b457c"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ae271dd6512b428b"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0e6f1075eb774012" Type="http://schemas.openxmlformats.org/officeDocument/2006/relationships/slideMaster" Target="../slideMasters/slideMaster1.xml"/><Relationship Id="R5ef489d3ed3d4bfd" Type="http://schemas.openxmlformats.org/officeDocument/2006/relationships/image" Target="../media/image.emf"/></Relationships>
</file>

<file path=ppt/slideLayouts/_rels/slideLayout80.xml.rels><?xml version='1.0' encoding='UTF-8' standalone='yes'?>
<Relationships xmlns="http://schemas.openxmlformats.org/package/2006/relationships"><Relationship Id="R89f2abc4721b4e4c" Type="http://schemas.openxmlformats.org/officeDocument/2006/relationships/slideMaster" Target="../slideMasters/slideMaster1.xml"/><Relationship Id="Rc7cdb381e63d4234" Type="http://schemas.openxmlformats.org/officeDocument/2006/relationships/image" Target="../media/image.emf"/></Relationships>
</file>

<file path=ppt/slideLayouts/_rels/slideLayout81.xml.rels><?xml version='1.0' encoding='UTF-8' standalone='yes'?>
<Relationships xmlns="http://schemas.openxmlformats.org/package/2006/relationships"><Relationship Id="Rd6d50283d79b465b"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8e714e9f2c2f4634"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935808a70ead47af"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2ed594359c654896"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98f7f83266ec4f2c"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9941ff340278444b"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23554b2466ed4440"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ebd4fe56c77b43f6"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f5cb2571878b4f36"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a2f52d07009b4d00"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c37ae253f2d34c3f"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88bf98ac82ca4e8d"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ded019d661f64064"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e14653ea201e4ba6"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be53d6a122eb44b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3b22a8130f6f4ad9" Type="http://schemas.openxmlformats.org/officeDocument/2006/relationships/image" Target="../media/image9.png"/><Relationship Id="Racefaa37496d4b1b"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2f4358ce82d34cb0" Type="http://schemas.openxmlformats.org/officeDocument/2006/relationships/image" Target="../media/image9.png"/><Relationship Id="Rfab6cffbf5104cf3"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53231e4f72754af2" Type="http://schemas.openxmlformats.org/officeDocument/2006/relationships/slideMaster" Target="../slideMasters/slideMaster1.xml"/><Relationship Id="R9d2f8d72c2d440b8" Type="http://schemas.openxmlformats.org/officeDocument/2006/relationships/image" Target="../media/image8.jpeg"/><Relationship Id="Raebf026397c5458c" Type="http://schemas.openxmlformats.org/officeDocument/2006/relationships/image" Target="../media/image.emf"/><Relationship Id="Re9d79eee377d4a03" Type="http://schemas.openxmlformats.org/officeDocument/2006/relationships/image" Target="../media/image8.svg"/></Relationships>
</file>

<file path=ppt/slideLayouts/_rels/slideLayout99.xml.rels><?xml version='1.0' encoding='UTF-8' standalone='yes'?>
<Relationships xmlns="http://schemas.openxmlformats.org/package/2006/relationships"><Relationship Id="R76ecda9b0bf24516" Type="http://schemas.openxmlformats.org/officeDocument/2006/relationships/slideMaster" Target="../slideMasters/slideMaster1.xml"/><Relationship Id="Rcf742eb98ea549c0" Type="http://schemas.openxmlformats.org/officeDocument/2006/relationships/image" Target="../media/image.emf"/><Relationship Id="Rde73524a37064e79" Type="http://schemas.openxmlformats.org/officeDocument/2006/relationships/image" Target="../media/image8.jpeg"/><Relationship Id="Re6c401c6d0a148e1" Type="http://schemas.openxmlformats.org/officeDocument/2006/relationships/image" Target="../media/image8.svg"/></Relationships>
</file>

<file path=ppt/slideLayouts/_rels/slideLayout100.xml.rels><?xml version='1.0' encoding='UTF-8' standalone='yes'?>
<Relationships xmlns="http://schemas.openxmlformats.org/package/2006/relationships"><Relationship Id="Rb4d8ac8cd46d4873"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6f245431e1b74929"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1b702fe9d57546f6"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97767bb744c048c5"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c6585592d3384573"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0a7167acb2a44e7b"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585a4ecbe8e64311" Type="http://schemas.openxmlformats.org/officeDocument/2006/relationships/slideMaster" Target="../slideMasters/slideMaster1.xml"/><Relationship Id="R644b1eb4eb0649d9" Type="http://schemas.openxmlformats.org/officeDocument/2006/relationships/image" Target="../media/image17.jpeg"/></Relationships>
</file>

<file path=ppt/slideLayouts/_rels/slideLayout107.xml.rels><?xml version='1.0' encoding='UTF-8' standalone='yes'?>
<Relationships xmlns="http://schemas.openxmlformats.org/package/2006/relationships"><Relationship Id="R8308f29455664352" Type="http://schemas.openxmlformats.org/officeDocument/2006/relationships/slideMaster" Target="../slideMasters/slideMaster1.xml"/><Relationship Id="Re5fd95c6e10f494a" Type="http://schemas.openxmlformats.org/officeDocument/2006/relationships/image" Target="../media/image18.jpeg"/></Relationships>
</file>

<file path=ppt/slideLayouts/_rels/slideLayout108.xml.rels><?xml version='1.0' encoding='UTF-8' standalone='yes'?>
<Relationships xmlns="http://schemas.openxmlformats.org/package/2006/relationships"><Relationship Id="Rad0cbcda50b84bce" Type="http://schemas.openxmlformats.org/officeDocument/2006/relationships/slideMaster" Target="../slideMasters/slideMaster1.xml"/><Relationship Id="Re5a99d237aa44217" Type="http://schemas.openxmlformats.org/officeDocument/2006/relationships/image" Target="../media/image19.jpeg"/></Relationships>
</file>

<file path=ppt/slideLayouts/_rels/slideLayout109.xml.rels><?xml version='1.0' encoding='UTF-8' standalone='yes'?>
<Relationships xmlns="http://schemas.openxmlformats.org/package/2006/relationships"><Relationship Id="R1f16308aec2741d1" Type="http://schemas.openxmlformats.org/officeDocument/2006/relationships/image" Target="../media/image20.jpeg"/><Relationship Id="R21de6a3c40434258"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b113a8fd2ba44227" Type="http://schemas.openxmlformats.org/officeDocument/2006/relationships/image" Target="../media/image10.svg"/><Relationship Id="Rba40df67234a4a37" Type="http://schemas.openxmlformats.org/officeDocument/2006/relationships/image" Target="../media/image10.jpeg"/><Relationship Id="Reaa358406d1d4ff4"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a097b5693a83407a" Type="http://schemas.openxmlformats.org/officeDocument/2006/relationships/image" Target="../media/image11.svg"/><Relationship Id="Rcfc40714c1fd4b88" Type="http://schemas.openxmlformats.org/officeDocument/2006/relationships/image" Target="../media/image11.jpeg"/><Relationship Id="Rfe92b6201af64e66"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04c64afa91154032" Type="http://schemas.openxmlformats.org/officeDocument/2006/relationships/slideMaster" Target="../slideMasters/slideMaster1.xml"/></Relationships>
</file>

<file path=ppt/slideLayouts/slideLayout1.xml><?xml version="1.0" encoding="utf-8"?>
<p:sldLayout xmlns:p="http://schemas.openxmlformats.org/presentationml/2006/main" preserve="1" userDrawn="1">
  <p:cSld name="Dark - Title_Pillar">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Picture 12"/>
          <p:cNvPicPr>
            <a:picLocks xmlns:a="http://schemas.openxmlformats.org/drawingml/2006/main" noChangeAspect="1"/>
          </p:cNvPicPr>
          <p:nvPr/>
        </p:nvPicPr>
        <p:blipFill>
          <a:blip xmlns:r="http://schemas.openxmlformats.org/officeDocument/2006/relationships" xmlns:a="http://schemas.openxmlformats.org/drawingml/2006/main" r:embed="R399a1847bd85438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6A4B61EA-E671-B046-E16F-7C37520755BE}"/>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FCEBD7F-FD1F-90FE-07B1-7E1D2FCAED2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74E28F03-7252-6A6A-9D9A-7C142FCA415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37" name="Oracle Logo"/>
          <p:cNvPicPr>
            <a:picLocks xmlns:a="http://schemas.openxmlformats.org/drawingml/2006/main" noChangeAspect="1"/>
          </p:cNvPicPr>
          <p:nvPr/>
        </p:nvPicPr>
        <p:blipFill>
          <a:blip xmlns:r="http://schemas.openxmlformats.org/officeDocument/2006/relationships" xmlns:a="http://schemas.openxmlformats.org/drawingml/2006/main" r:embed="R7bd63d96dc2c4cc2">
            <a:extLst>
              <a:ext uri="{96DAC541-7B7A-43D3-8B79-37D633B846F1}">
                <asvg:svgBlip xmlns:asvg="http://schemas.microsoft.com/office/drawing/2016/SVG/main" r:embed="R19afad64b4fa4f62"/>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38" name="OTag"/>
          <p:cNvPicPr>
            <a:picLocks xmlns:a="http://schemas.openxmlformats.org/drawingml/2006/main" noChangeAspect="1"/>
          </p:cNvPicPr>
          <p:nvPr/>
        </p:nvPicPr>
        <p:blipFill>
          <a:blip xmlns:r="http://schemas.openxmlformats.org/officeDocument/2006/relationships" xmlns:a="http://schemas.openxmlformats.org/drawingml/2006/main" r:embed="R7bd63d96dc2c4cc2"/>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6863E062-D1CC-8F7F-B35F-ADAF6BDE7196}"/>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xml><?xml version="1.0" encoding="utf-8"?>
<p:sldLayout xmlns:p="http://schemas.openxmlformats.org/presentationml/2006/main" preserve="1" userDrawn="1">
  <p:cSld name="Light - Title_Pillar">
    <p:bg>
      <p:bgRef idx="1001">
        <a:schemeClr xmlns:a="http://schemas.openxmlformats.org/drawingml/2006/main" val="bg2"/>
      </p:bgRef>
    </p:bg>
    <p:spTree>
      <p:nvGrpSpPr>
        <p:cNvPr id="1" name=""/>
        <p:cNvGrpSpPr/>
        <p:nvPr/>
      </p:nvGrpSpPr>
      <p:grpSpPr>
        <a:xfrm xmlns:a="http://schemas.openxmlformats.org/drawingml/2006/main"/>
      </p:grpSpPr>
      <p:pic>
        <p:nvPicPr>
          <p:cNvPr id="13" name="Picture 11"/>
          <p:cNvPicPr>
            <a:picLocks xmlns:a="http://schemas.openxmlformats.org/drawingml/2006/main" noChangeAspect="1"/>
          </p:cNvPicPr>
          <p:nvPr/>
        </p:nvPicPr>
        <p:blipFill>
          <a:blip xmlns:r="http://schemas.openxmlformats.org/officeDocument/2006/relationships" xmlns:a="http://schemas.openxmlformats.org/drawingml/2006/main" r:embed="R9ddbf3b6815e45ea"/>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993B935A-285A-BFFA-E1F4-E79FEB4F979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EFFF89DD-9D0E-59AA-468D-56F8DF0173D0}"/>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72DF4953-83D4-E63F-FAE9-12C7C69CAF76}"/>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3939284-5D96-A771-F7CE-39D3A9ADA08C}"/>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37A2158C-16EA-51FD-AADB-5CCD72645F2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Date Placeholder 2">
            <a:extLst xmlns:a="http://schemas.openxmlformats.org/drawingml/2006/main">
              <a:ext uri="{FF2B5EF4-FFF2-40B4-BE49-F238E27FC236}">
                <a16:creationId xmlns:a16="http://schemas.microsoft.com/office/drawing/2014/main" id="{DE9F17F9-481A-5855-B8F0-D871C1F817BF}"/>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47EAEE68-C65E-C8C2-44CB-1ECCD753ADA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pic>
        <p:nvPicPr>
          <p:cNvPr id="21" name="Oracle Logo"/>
          <p:cNvPicPr>
            <a:picLocks xmlns:a="http://schemas.openxmlformats.org/drawingml/2006/main" noChangeAspect="1"/>
          </p:cNvPicPr>
          <p:nvPr/>
        </p:nvPicPr>
        <p:blipFill>
          <a:blip xmlns:r="http://schemas.openxmlformats.org/officeDocument/2006/relationships" xmlns:a="http://schemas.openxmlformats.org/drawingml/2006/main" r:embed="Re66df6d75bcd4438">
            <a:extLst>
              <a:ext uri="{96DAC541-7B7A-43D3-8B79-37D633B846F1}">
                <asvg:svgBlip xmlns:asvg="http://schemas.microsoft.com/office/drawing/2016/SVG/main" r:embed="R648f289840f34a3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03f51304c7f54ff1"/>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6C8D001-5C68-50FD-8A15-9F62CD4FCCF2}"/>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xml><?xml version="1.0" encoding="utf-8"?>
<p:sldLayout xmlns:p="http://schemas.openxmlformats.org/presentationml/2006/main" preserve="1" userDrawn="1">
  <p:cSld name="Dark - Title_2">
    <p:bg>
      <p:bgRef idx="1001">
        <a:schemeClr xmlns:a="http://schemas.openxmlformats.org/drawingml/2006/main" val="bg1"/>
      </p:bgRef>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92A7232-5506-CF74-ABAC-596E66DF6213}"/>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BE95545E-FF7C-FA0C-6AC2-06B9FD536E40}"/>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BE9B241-6CCA-C350-8E9C-CBFF15AC920B}"/>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D30678C3-79B5-61B9-5BD6-D4D2E38C4E2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16" name="Picture 13"/>
          <p:cNvPicPr>
            <a:picLocks xmlns:a="http://schemas.openxmlformats.org/drawingml/2006/main" noChangeAspect="1"/>
          </p:cNvPicPr>
          <p:nvPr/>
        </p:nvPicPr>
        <p:blipFill>
          <a:blip xmlns:r="http://schemas.openxmlformats.org/officeDocument/2006/relationships" xmlns:a="http://schemas.openxmlformats.org/drawingml/2006/main" r:embed="Rb44d7802a248489b"/>
          <a:srcRect xmlns:a="http://schemas.openxmlformats.org/drawingml/2006/main" l="34250" t="0" r="0" b="38000"/>
          <a:stretch xmlns:a="http://schemas.openxmlformats.org/drawingml/2006/main"/>
        </p:blipFill>
        <p:spPr>
          <a:xfrm xmlns:a="http://schemas.openxmlformats.org/drawingml/2006/main">
            <a:off x="4175780" y="0"/>
            <a:ext cx="8016219" cy="4251947"/>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AE2FA60F-BC05-9DFE-3A03-811A5C61BAE6}"/>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3204F087-6972-AA39-00DB-C10EDEB80749}"/>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891A512-3F6B-08FA-3574-4BF50D31E5E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134a458be5f447d2">
            <a:extLst>
              <a:ext uri="{96DAC541-7B7A-43D3-8B79-37D633B846F1}">
                <asvg:svgBlip xmlns:asvg="http://schemas.microsoft.com/office/drawing/2016/SVG/main" r:embed="R4f85c61b302a465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5F9B697F-5404-108B-4B52-A27DAB8F742D}"/>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4.xml><?xml version="1.0" encoding="utf-8"?>
<p:sldLayout xmlns:p="http://schemas.openxmlformats.org/presentationml/2006/main" preserve="1" userDrawn="1">
  <p:cSld name="Light - Title_2">
    <p:bg>
      <p:bgRef idx="1001">
        <a:schemeClr xmlns:a="http://schemas.openxmlformats.org/drawingml/2006/main" val="bg2"/>
      </p:bgRef>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6204AF-CFD8-7CED-4E39-54AF670244A8}"/>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FC046655-F632-39CF-A827-AEF7BEDCA8A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396B045C-5351-70B5-4F7C-3804C75BD4B2}"/>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997BC39A-E5C4-5AD8-8642-A190BFB4DF55}"/>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16" name="Picture 11"/>
          <p:cNvPicPr>
            <a:picLocks xmlns:a="http://schemas.openxmlformats.org/drawingml/2006/main" noChangeAspect="1"/>
          </p:cNvPicPr>
          <p:nvPr/>
        </p:nvPicPr>
        <p:blipFill>
          <a:blip xmlns:r="http://schemas.openxmlformats.org/officeDocument/2006/relationships" xmlns:a="http://schemas.openxmlformats.org/drawingml/2006/main" r:embed="R82a1c0a2ebb24a8c"/>
          <a:srcRect xmlns:a="http://schemas.openxmlformats.org/drawingml/2006/main" l="32750" t="0" r="0" b="38000"/>
          <a:stretch xmlns:a="http://schemas.openxmlformats.org/drawingml/2006/main"/>
        </p:blipFill>
        <p:spPr>
          <a:xfrm xmlns:a="http://schemas.openxmlformats.org/drawingml/2006/main">
            <a:off x="3992902" y="0"/>
            <a:ext cx="8199097" cy="4251948"/>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4cd06ce1394f4e1b">
            <a:extLst>
              <a:ext uri="{96DAC541-7B7A-43D3-8B79-37D633B846F1}">
                <asvg:svgBlip xmlns:asvg="http://schemas.microsoft.com/office/drawing/2016/SVG/main" r:embed="R112dfd8beeac42a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3B22FDD-1B93-0A37-25CC-77AE4A31F4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5.xml><?xml version="1.0" encoding="utf-8"?>
<p:sldLayout xmlns:p="http://schemas.openxmlformats.org/presentationml/2006/main" preserve="1" userDrawn="1">
  <p:cSld name="Title-full-image">
    <p:bg>
      <p:bgRef idx="1001">
        <a:schemeClr xmlns:a="http://schemas.openxmlformats.org/drawingml/2006/main" val="bg2"/>
      </p:bgRef>
    </p:bg>
    <p:spTree>
      <p:nvGrpSpPr>
        <p:cNvPr id="1" name=""/>
        <p:cNvGrpSpPr/>
        <p:nvPr/>
      </p:nvGrpSpPr>
      <p:grpSpPr>
        <a:xfrm xmlns:a="http://schemas.openxmlformats.org/drawingml/2006/main"/>
      </p:grpSpPr>
      <p:sp>
        <p:nvSpPr>
          <p:cNvPr id="11" name="Gradient overlay">
            <a:extLst xmlns:a="http://schemas.openxmlformats.org/drawingml/2006/main">
              <a:ext uri="{FF2B5EF4-FFF2-40B4-BE49-F238E27FC236}">
                <a16:creationId xmlns:a16="http://schemas.microsoft.com/office/drawing/2014/main" id="{E873D90A-E4A3-F78A-F391-D1DB29911070}"/>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itle">
            <a:extLst xmlns:a="http://schemas.openxmlformats.org/drawingml/2006/main">
              <a:ext uri="{FF2B5EF4-FFF2-40B4-BE49-F238E27FC236}">
                <a16:creationId xmlns:a16="http://schemas.microsoft.com/office/drawing/2014/main" id="{5E1C8E87-14CA-EB0A-B967-57776EF53426}"/>
              </a:ext>
            </a:extLst>
          </p:cNvPr>
          <p:cNvSpPr>
            <a:spLocks xmlns:a="http://schemas.openxmlformats.org/drawingml/2006/main" noGrp="1"/>
          </p:cNvSpPr>
          <p:nvPr>
            <p:ph type="ctrTitle" idx="0" hasCustomPrompt="1"/>
          </p:nvPr>
        </p:nvSpPr>
        <p:spPr>
          <a:xfrm xmlns:a="http://schemas.openxmlformats.org/drawingml/2006/main">
            <a:off x="792538" y="2148840"/>
            <a:ext cx="6583608"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title</a:t>
            </a:r>
            <a:br/>
            <a:r>
              <a:t>(up to two lines)</a:t>
            </a:r>
          </a:p>
        </p:txBody>
      </p:sp>
      <p:sp>
        <p:nvSpPr>
          <p:cNvPr id="8" name="Subhead">
            <a:extLst xmlns:a="http://schemas.openxmlformats.org/drawingml/2006/main">
              <a:ext uri="{FF2B5EF4-FFF2-40B4-BE49-F238E27FC236}">
                <a16:creationId xmlns:a16="http://schemas.microsoft.com/office/drawing/2014/main" id="{9F13C004-6A96-3D61-9397-40C41F43523D}"/>
              </a:ext>
            </a:extLst>
          </p:cNvPr>
          <p:cNvSpPr>
            <a:spLocks xmlns:a="http://schemas.openxmlformats.org/drawingml/2006/main" noGrp="1"/>
          </p:cNvSpPr>
          <p:nvPr>
            <p:ph type="body" idx="33" hasCustomPrompt="1"/>
          </p:nvPr>
        </p:nvSpPr>
        <p:spPr>
          <a:xfrm xmlns:a="http://schemas.openxmlformats.org/drawingml/2006/main">
            <a:off x="792538" y="3519553"/>
            <a:ext cx="6583608"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29BC5DBB-6459-FA83-A3C0-242C30783B69}"/>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E4F8B91E-3CD8-7B6C-C073-0E255807CCEF}"/>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661f00da85204388">
            <a:extLst>
              <a:ext uri="{96DAC541-7B7A-43D3-8B79-37D633B846F1}">
                <asvg:svgBlip xmlns:asvg="http://schemas.microsoft.com/office/drawing/2016/SVG/main" r:embed="Re8182986c4f74aa5"/>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0502ED2C-D10E-1DB4-3557-E5C9C7E4D23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6.xml><?xml version="1.0" encoding="utf-8"?>
<p:sldLayout xmlns:p="http://schemas.openxmlformats.org/presentationml/2006/main" preserve="1" userDrawn="1">
  <p:cSld name="Title/Cover_3">
    <p:bg>
      <p:bgPr>
        <a:blipFill xmlns:a="http://schemas.openxmlformats.org/drawingml/2006/main" rotWithShape="1">
          <a:blip xmlns:r="http://schemas.openxmlformats.org/officeDocument/2006/relationships" r:embed="R5cf50bbec9ad4d4d">
            <a:lum/>
          </a:blip>
          <a:srcRect l="0" t="0" r="0" b="0"/>
          <a:stretch>
            <a:fillRect l="0" t="0" r="0" b="0"/>
          </a:stretch>
        </a:blip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745EE5B-9C14-4DF6-7ECF-3B850514DAA4}"/>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Title (up to two lines)</a:t>
            </a:r>
          </a:p>
        </p:txBody>
      </p:sp>
      <p:sp>
        <p:nvSpPr>
          <p:cNvPr id="8" name="Subhead">
            <a:extLst xmlns:a="http://schemas.openxmlformats.org/drawingml/2006/main">
              <a:ext uri="{FF2B5EF4-FFF2-40B4-BE49-F238E27FC236}">
                <a16:creationId xmlns:a16="http://schemas.microsoft.com/office/drawing/2014/main" id="{963CCACE-E1BA-B49E-CFB8-0B77CDCFE79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F8BD25F6-9734-8037-1C67-1A99384E68CA}"/>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754A77E7-2B50-3BBF-5653-BC60AF4CA831}"/>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6" name="Footer Placeholder 5">
            <a:extLst xmlns:a="http://schemas.openxmlformats.org/drawingml/2006/main">
              <a:ext uri="{FF2B5EF4-FFF2-40B4-BE49-F238E27FC236}">
                <a16:creationId xmlns:a16="http://schemas.microsoft.com/office/drawing/2014/main" id="{1B6DA0C6-D822-15F6-04DD-B18D3E44619C}"/>
              </a:ext>
            </a:extLst>
          </p:cNvPr>
          <p:cNvSpPr>
            <a:spLocks xmlns:a="http://schemas.openxmlformats.org/drawingml/2006/main" noGrp="1"/>
          </p:cNvSpPr>
          <p:nvPr/>
        </p:nvSpPr>
        <p:spPr>
          <a:xfrm xmlns:a="http://schemas.openxmlformats.org/drawingml/2006/main">
            <a:off x="792538" y="5850115"/>
            <a:ext cx="6845809" cy="885046"/>
          </a:xfrm>
          <a:prstGeom xmlns:a="http://schemas.openxmlformats.org/drawingml/2006/main" prst="rect">
            <a:avLst/>
          </a:prstGeom>
        </p:spPr>
        <p:txBody>
          <a:bodyPr xmlns:a="http://schemas.openxmlformats.org/drawingml/2006/main" lIns="0" tIns="0" rIns="0" bIns="0" anchor="b"/>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800">
                <a:solidFill>
                  <a:schemeClr val="tx1"/>
                </a:solidFill>
                <a:latin typeface="Oracle Sans Tab"/>
                <a:ea typeface="Oracle Sans Tab"/>
                <a:cs typeface="Oracle Sans Tab"/>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xmlns:a="http://schemas.openxmlformats.org/drawingml/2006/main">
              <a:ext uri="{FF2B5EF4-FFF2-40B4-BE49-F238E27FC236}">
                <a16:creationId xmlns:a16="http://schemas.microsoft.com/office/drawing/2014/main" id="{7240816A-A8A3-D504-F672-2ACA6ABC217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C7B878C-7245-36C9-328A-025A91624A3E}"/>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92E9260-E0B5-9C63-CE19-3A9F3785B887}"/>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833667a55d484ca2">
            <a:extLst>
              <a:ext uri="{96DAC541-7B7A-43D3-8B79-37D633B846F1}">
                <asvg:svgBlip xmlns:asvg="http://schemas.microsoft.com/office/drawing/2016/SVG/main" r:embed="R5a4e103e34b5410d"/>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9FBA5DC-EBA8-3759-0EF4-5D00C9CB65F1}"/>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xml><?xml version="1.0" encoding="utf-8"?>
<p:sldLayout xmlns:p="http://schemas.openxmlformats.org/presentationml/2006/main" preserve="1" userDrawn="1">
  <p:cSld name="Title/Cover_4">
    <p:bg>
      <p:bgPr>
        <a:blipFill xmlns:a="http://schemas.openxmlformats.org/drawingml/2006/main" rotWithShape="1">
          <a:blip xmlns:r="http://schemas.openxmlformats.org/officeDocument/2006/relationships" r:embed="Rc5489977f9ad47c5">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Fusion Suite title</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1e9a39ea6b3342eb">
            <a:extLst>
              <a:ext uri="{96DAC541-7B7A-43D3-8B79-37D633B846F1}">
                <asvg:svgBlip xmlns:asvg="http://schemas.microsoft.com/office/drawing/2016/SVG/main" r:embed="R22d5852f31a4468b"/>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8.xml><?xml version="1.0" encoding="utf-8"?>
<p:sldLayout xmlns:p="http://schemas.openxmlformats.org/presentationml/2006/main" preserve="1" userDrawn="1">
  <p:cSld name="Title/Cover_5">
    <p:bg>
      <p:bgPr>
        <a:blipFill xmlns:a="http://schemas.openxmlformats.org/drawingml/2006/main" rotWithShape="1">
          <a:blip xmlns:r="http://schemas.openxmlformats.org/officeDocument/2006/relationships" r:embed="R1f835623a7b84a04">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274040B-F0B7-0500-24CB-E40A3880817B}"/>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SCM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BB696622-2058-4C4E-FECA-34F1F6C4A20D}"/>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08AD1B2D-5265-AF61-4278-C58493F3B2D3}"/>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2BC9F5FB-2E6C-6C9C-FB33-0771B5305E3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68AE499B-EBAD-FB38-949F-59147DB0EA0A}"/>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5AB17156-07C5-6698-A84A-64A1E6FB711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9AF2F7B-85CD-E771-2A37-0C490AADFAA0}"/>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6a3003298fb241ce">
            <a:extLst>
              <a:ext uri="{96DAC541-7B7A-43D3-8B79-37D633B846F1}">
                <asvg:svgBlip xmlns:asvg="http://schemas.microsoft.com/office/drawing/2016/SVG/main" r:embed="R2314240059814fd0"/>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968E1C2E-E87B-195A-71AA-AC8BE8FEC015}"/>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9.xml><?xml version="1.0" encoding="utf-8"?>
<p:sldLayout xmlns:p="http://schemas.openxmlformats.org/presentationml/2006/main" preserve="1" userDrawn="1">
  <p:cSld name="Cover/Title_6">
    <p:bg>
      <p:bgPr>
        <a:blipFill xmlns:a="http://schemas.openxmlformats.org/drawingml/2006/main" rotWithShape="1">
          <a:blip xmlns:r="http://schemas.openxmlformats.org/officeDocument/2006/relationships" r:embed="R5f41f3a4a95d463b">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FFF5E92-4648-2480-5EFA-4514C715D5B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ERP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7184176C-647E-4FA4-7662-D8112ED77D3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A2EE897B-F943-19EE-12DF-51761821645F}"/>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CA1E31BC-14D4-B856-F073-5EA6A1E77BAC}"/>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543BB43F-1E4E-AE49-23A6-A224E6C2D0D7}"/>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504A6EC8-17D1-91B9-9CCB-FE079DA5ABF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EF621B1-0D26-F83E-E0D2-4B478D80142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944471bfc2f94d83">
            <a:extLst>
              <a:ext uri="{96DAC541-7B7A-43D3-8B79-37D633B846F1}">
                <asvg:svgBlip xmlns:asvg="http://schemas.microsoft.com/office/drawing/2016/SVG/main" r:embed="Rf84609f105fc41e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4DD9731D-D638-ACED-0DBB-64723445203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0.xml><?xml version="1.0" encoding="utf-8"?>
<p:sldLayout xmlns:p="http://schemas.openxmlformats.org/presentationml/2006/main" preserve="1" userDrawn="1">
  <p:cSld name="Title/Cover_7">
    <p:bg>
      <p:bgPr>
        <a:blipFill xmlns:a="http://schemas.openxmlformats.org/drawingml/2006/main" rotWithShape="1">
          <a:blip xmlns:r="http://schemas.openxmlformats.org/officeDocument/2006/relationships" r:embed="R2b90ca1611024ef4">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249B44-5D03-EA20-14C6-F9C2A9AB50F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CFF1AD0F-A521-9C8E-1B0B-C0AAECD3307F}"/>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525F097-D9EE-EA10-1A44-3D1D0CC4FBE0}"/>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AE7AB41E-99B0-7F6C-6D90-1255399A4F6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74811496-0F3F-2EFC-BF0D-44B4652D8EB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32DEED53-1C90-2AFF-D971-0E0179F6688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C777348-8686-2E82-3270-E018943D1EF1}"/>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992706fcfd3340b9">
            <a:extLst>
              <a:ext uri="{96DAC541-7B7A-43D3-8B79-37D633B846F1}">
                <asvg:svgBlip xmlns:asvg="http://schemas.microsoft.com/office/drawing/2016/SVG/main" r:embed="Ra8f4281fec61403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6D3CBBA4-EC09-8E88-4264-A0AC9E8827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1.xml><?xml version="1.0" encoding="utf-8"?>
<p:sldLayout xmlns:p="http://schemas.openxmlformats.org/presentationml/2006/main" preserve="1" userDrawn="1">
  <p:cSld name="Title/Cover_8">
    <p:bg>
      <p:bgPr>
        <a:blipFill xmlns:a="http://schemas.openxmlformats.org/drawingml/2006/main" rotWithShape="1">
          <a:blip xmlns:r="http://schemas.openxmlformats.org/officeDocument/2006/relationships" r:embed="R5f019ce39a4549d5">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568EDC7-82E8-C0FD-23C9-5E2F85B327A1}"/>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061B9EB2-A1F6-2571-35A5-B192ACB03AE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F8D591A-4D00-D5F4-4A83-1E71D6FEAED4}"/>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10E9E6D4-F5CC-7C97-90BB-4EDFBE9AA1B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350795E3-D122-12B5-7C04-44DCB3D3680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5748CF8-F274-FB47-CAED-F7B6DBFAB05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495B2ADA-461A-FD6A-5CF8-C6DF73B366A2}"/>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4794175bcb1646b4">
            <a:extLst>
              <a:ext uri="{96DAC541-7B7A-43D3-8B79-37D633B846F1}">
                <asvg:svgBlip xmlns:asvg="http://schemas.microsoft.com/office/drawing/2016/SVG/main" r:embed="Rd7c912131eb74fe0"/>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7E4F3939-5D2F-6AB9-8C71-5E770E6D42B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2.xml><?xml version="1.0" encoding="utf-8"?>
<p:sldLayout xmlns:p="http://schemas.openxmlformats.org/presentationml/2006/main" preserve="1" userDrawn="1">
  <p:cSld name="Title/Cover_9">
    <p:bg>
      <p:bgPr>
        <a:blipFill xmlns:a="http://schemas.openxmlformats.org/drawingml/2006/main" rotWithShape="1">
          <a:blip xmlns:r="http://schemas.openxmlformats.org/officeDocument/2006/relationships" r:embed="R625fc7f3608f45b7">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88C5F5-89ED-967B-54C7-2A5658D9383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title</a:t>
            </a:r>
            <a:br/>
            <a:r>
              <a:t>Oracle Sans Tab Bold</a:t>
            </a:r>
          </a:p>
        </p:txBody>
      </p:sp>
      <p:sp>
        <p:nvSpPr>
          <p:cNvPr id="7" name="Subhead">
            <a:extLst xmlns:a="http://schemas.openxmlformats.org/drawingml/2006/main">
              <a:ext uri="{FF2B5EF4-FFF2-40B4-BE49-F238E27FC236}">
                <a16:creationId xmlns:a16="http://schemas.microsoft.com/office/drawing/2014/main" id="{AB3DC633-5D2F-CD08-25C4-AE0E6A2B5A5A}"/>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0484561-BBEE-F46D-7F67-EB225BA5D34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A2D3ACC-958E-B38F-BE81-FBB225FDED02}"/>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E1DF1B72-C1BE-74C1-FB93-E6FBEBCD12E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642B772F-C699-22CD-0BF9-575EC207655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739DA1F-4B89-6385-9E78-4753D410919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6aabb47bc1e14367">
            <a:extLst>
              <a:ext uri="{96DAC541-7B7A-43D3-8B79-37D633B846F1}">
                <asvg:svgBlip xmlns:asvg="http://schemas.microsoft.com/office/drawing/2016/SVG/main" r:embed="Ra5e0d0122a9c4012"/>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F974F57F-EE1C-2E13-9B52-D64DDE2DF98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3.xml><?xml version="1.0" encoding="utf-8"?>
<p:sldLayout xmlns:p="http://schemas.openxmlformats.org/presentationml/2006/main" preserve="1" userDrawn="1">
  <p:cSld name="Title/Cover_10">
    <p:bg>
      <p:bgPr>
        <a:blipFill xmlns:a="http://schemas.openxmlformats.org/drawingml/2006/main" rotWithShape="1">
          <a:blip xmlns:r="http://schemas.openxmlformats.org/officeDocument/2006/relationships" r:embed="Rf75984bd2b75443a">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Developer Title</a:t>
            </a:r>
            <a:br/>
            <a:r>
              <a:t>Oracle Sans Tab</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4a8a8bc0ee864910">
            <a:extLst>
              <a:ext uri="{96DAC541-7B7A-43D3-8B79-37D633B846F1}">
                <asvg:svgBlip xmlns:asvg="http://schemas.microsoft.com/office/drawing/2016/SVG/main" r:embed="R35a155e277b1463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4.xml><?xml version="1.0" encoding="utf-8"?>
<p:sldLayout xmlns:p="http://schemas.openxmlformats.org/presentationml/2006/main" preserve="1" userDrawn="1">
  <p:cSld name="Section-full-imag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Gradient overlay">
            <a:extLst xmlns:a="http://schemas.openxmlformats.org/drawingml/2006/main">
              <a:ext uri="{FF2B5EF4-FFF2-40B4-BE49-F238E27FC236}">
                <a16:creationId xmlns:a16="http://schemas.microsoft.com/office/drawing/2014/main" id="{02A90784-90AA-1B27-460D-B876463465E4}"/>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5">
            <a:extLst xmlns:a="http://schemas.openxmlformats.org/drawingml/2006/main">
              <a:ext uri="{FF2B5EF4-FFF2-40B4-BE49-F238E27FC236}">
                <a16:creationId xmlns:a16="http://schemas.microsoft.com/office/drawing/2014/main" id="{2A8370DC-7E17-3B48-B968-7FBF1A513E5D}"/>
              </a:ext>
            </a:extLst>
          </p:cNvPr>
          <p:cNvSpPr>
            <a:spLocks xmlns:a="http://schemas.openxmlformats.org/drawingml/2006/main" noGrp="1"/>
          </p:cNvSpPr>
          <p:nvPr>
            <p:ph type="title" idx="0" hasCustomPrompt="1"/>
          </p:nvPr>
        </p:nvSpPr>
        <p:spPr>
          <a:xfrm xmlns:a="http://schemas.openxmlformats.org/drawingml/2006/main">
            <a:off x="768871" y="2337132"/>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solidFill>
                  <a:schemeClr val="tx1"/>
                </a:solidFill>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1" name="Slide Number Placeholder 7">
            <a:extLst xmlns:a="http://schemas.openxmlformats.org/drawingml/2006/main">
              <a:ext uri="{FF2B5EF4-FFF2-40B4-BE49-F238E27FC236}">
                <a16:creationId xmlns:a16="http://schemas.microsoft.com/office/drawing/2014/main" id="{F080221B-C8EC-00E9-AA2D-F8C154AA3CA5}"/>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6C539CEF-A482-43F9-5E0C-FBA849CD6ADB}"/>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15" name="Date Placeholder 2">
            <a:extLst xmlns:a="http://schemas.openxmlformats.org/drawingml/2006/main">
              <a:ext uri="{FF2B5EF4-FFF2-40B4-BE49-F238E27FC236}">
                <a16:creationId xmlns:a16="http://schemas.microsoft.com/office/drawing/2014/main" id="{F9083701-4310-37DF-B760-F9C5578E1E79}"/>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4" name="Subhead">
            <a:extLst xmlns:a="http://schemas.openxmlformats.org/drawingml/2006/main">
              <a:ext uri="{FF2B5EF4-FFF2-40B4-BE49-F238E27FC236}">
                <a16:creationId xmlns:a16="http://schemas.microsoft.com/office/drawing/2014/main" id="{AC267B18-559A-5001-F10C-C0FCF070F435}"/>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5.xml><?xml version="1.0" encoding="utf-8"?>
<p:sldLayout xmlns:p="http://schemas.openxmlformats.org/presentationml/2006/main" preserve="1" userDrawn="1">
  <p:cSld name="Light - Divider_Image">
    <p:bg>
      <p:bgRef idx="1001">
        <a:schemeClr xmlns:a="http://schemas.openxmlformats.org/drawingml/2006/main" val="bg2"/>
      </p:bgRef>
    </p:bg>
    <p:spTree>
      <p:nvGrpSpPr>
        <p:cNvPr id="1" name=""/>
        <p:cNvGrpSpPr/>
        <p:nvPr/>
      </p:nvGrpSpPr>
      <p:grpSpPr>
        <a:xfrm xmlns:a="http://schemas.openxmlformats.org/drawingml/2006/main"/>
      </p:grpSpPr>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213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6000"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97377"/>
            <a:ext cx="2743200" cy="363500"/>
          </a:xfrm>
        </p:spPr>
        <p:txBody>
          <a:bodyPr xmlns:a="http://schemas.openxmlformats.org/drawingml/2006/main"/>
          <a:lstStyle xmlns:a="http://schemas.openxmlformats.org/drawingml/2006/main"/>
          <a:p xmlns:a="http://schemas.openxmlformats.org/drawingml/2006/main">
            <a:r>
              <a:t>[Date]</a:t>
            </a: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b7c8c50283b14ca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9" name="Accent mark">
            <a:extLst xmlns:a="http://schemas.openxmlformats.org/drawingml/2006/main">
              <a:ext uri="{FF2B5EF4-FFF2-40B4-BE49-F238E27FC236}">
                <a16:creationId xmlns:a16="http://schemas.microsoft.com/office/drawing/2014/main" id="{EF7E4D86-EF60-0FEC-3E94-F74C96841A9C}"/>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Subhead">
            <a:extLst xmlns:a="http://schemas.openxmlformats.org/drawingml/2006/main">
              <a:ext uri="{FF2B5EF4-FFF2-40B4-BE49-F238E27FC236}">
                <a16:creationId xmlns:a16="http://schemas.microsoft.com/office/drawing/2014/main" id="{A763B6F6-4DFA-26D0-D8A9-4B0B1409391D}"/>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6.xml><?xml version="1.0" encoding="utf-8"?>
<p:sldLayout xmlns:p="http://schemas.openxmlformats.org/presentationml/2006/main" preserve="1" userDrawn="1">
  <p:cSld name="Dark- Divider_Image">
    <p:bg>
      <p:bgRef idx="1001">
        <a:schemeClr xmlns:a="http://schemas.openxmlformats.org/drawingml/2006/main" val="bg2"/>
      </p:bgRef>
    </p:bg>
    <p:spTree>
      <p:nvGrpSpPr>
        <p:cNvPr id="1" name=""/>
        <p:cNvGrpSpPr/>
        <p:nvPr/>
      </p:nvGrpSpPr>
      <p:grpSpPr>
        <a:xfrm xmlns:a="http://schemas.openxmlformats.org/drawingml/2006/main"/>
      </p:grpSpPr>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9048"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891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938"/>
            <a:ext cx="2743200" cy="363500"/>
          </a:xfrm>
        </p:spPr>
        <p:txBody>
          <a:bodyPr xmlns:a="http://schemas.openxmlformats.org/drawingml/2006/main"/>
          <a:lstStyle xmlns:a="http://schemas.openxmlformats.org/drawingml/2006/main"/>
          <a:p xmlns:a="http://schemas.openxmlformats.org/drawingml/2006/main">
            <a:r>
              <a:t>[Date]</a:t>
            </a: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e4965dbe2d19432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D8947E02-814A-79D0-C68B-4A7749394CC0}"/>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Subhead">
            <a:extLst xmlns:a="http://schemas.openxmlformats.org/drawingml/2006/main">
              <a:ext uri="{FF2B5EF4-FFF2-40B4-BE49-F238E27FC236}">
                <a16:creationId xmlns:a16="http://schemas.microsoft.com/office/drawing/2014/main" id="{C91DD99A-805D-7654-58A3-D6532DB17964}"/>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7.xml><?xml version="1.0" encoding="utf-8"?>
<p:sldLayout xmlns:p="http://schemas.openxmlformats.org/presentationml/2006/main" preserve="1" userDrawn="1">
  <p:cSld name="Light - Divider">
    <p:bg>
      <p:bgRef idx="1001">
        <a:schemeClr xmlns:a="http://schemas.openxmlformats.org/drawingml/2006/main" val="bg2"/>
      </p:bgRef>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789F089-C8C8-AD9E-8C9E-E12DE8E679BF}"/>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7698EDA6-BDA7-E689-E9CF-BD4E37893702}"/>
              </a:ext>
            </a:extLst>
          </p:cNvPr>
          <p:cNvSpPr>
            <a:spLocks xmlns:a="http://schemas.openxmlformats.org/drawingml/2006/main" noGrp="1"/>
          </p:cNvSpPr>
          <p:nvPr>
            <p:ph type="body" idx="33" hasCustomPrompt="1"/>
          </p:nvPr>
        </p:nvSpPr>
        <p:spPr>
          <a:xfrm xmlns:a="http://schemas.openxmlformats.org/drawingml/2006/main">
            <a:off x="776689" y="4135193"/>
            <a:ext cx="62179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30c6783b5fbd4688"/>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3FBA7AF-1061-9E4C-9196-2D8F59748DFB}"/>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8.xml><?xml version="1.0" encoding="utf-8"?>
<p:sldLayout xmlns:p="http://schemas.openxmlformats.org/presentationml/2006/main" preserve="1" userDrawn="1">
  <p:cSld name="Dark - Divider">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232B6FB-CB36-8E10-0171-4DD434FB37AC}"/>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7" name="Picture 14"/>
          <p:cNvPicPr>
            <a:picLocks xmlns:a="http://schemas.openxmlformats.org/drawingml/2006/main" noChangeAspect="1"/>
          </p:cNvPicPr>
          <p:nvPr/>
        </p:nvPicPr>
        <p:blipFill>
          <a:blip xmlns:r="http://schemas.openxmlformats.org/officeDocument/2006/relationships" xmlns:a="http://schemas.openxmlformats.org/drawingml/2006/main" r:embed="R7ce9bc4f16c74a66"/>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FCC5560E-F594-D1CD-5CDD-54514D4DAED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9.xml><?xml version="1.0" encoding="utf-8"?>
<p:sldLayout xmlns:p="http://schemas.openxmlformats.org/presentationml/2006/main" preserve="1" userDrawn="1">
  <p:cSld name="Divider_3">
    <p:bg>
      <p:bgPr>
        <a:blipFill xmlns:a="http://schemas.openxmlformats.org/drawingml/2006/main" rotWithShape="1">
          <a:blip xmlns:r="http://schemas.openxmlformats.org/officeDocument/2006/relationships" r:embed="R3b2a4c2e8fd34159">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section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4CEE7C3-7EA8-C568-7AA2-03C7BCB4D72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0.xml><?xml version="1.0" encoding="utf-8"?>
<p:sldLayout xmlns:p="http://schemas.openxmlformats.org/presentationml/2006/main" preserve="1" userDrawn="1">
  <p:cSld name="Divider_4">
    <p:bg>
      <p:bgPr>
        <a:blipFill xmlns:a="http://schemas.openxmlformats.org/drawingml/2006/main" rotWithShape="1">
          <a:blip xmlns:r="http://schemas.openxmlformats.org/officeDocument/2006/relationships" r:embed="R1c34949b8db64ee8">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Fusion Suite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1.xml><?xml version="1.0" encoding="utf-8"?>
<p:sldLayout xmlns:p="http://schemas.openxmlformats.org/presentationml/2006/main" preserve="1" userDrawn="1">
  <p:cSld name="Divider_5">
    <p:bg>
      <p:bgPr>
        <a:blipFill xmlns:a="http://schemas.openxmlformats.org/drawingml/2006/main" rotWithShape="1">
          <a:blip xmlns:r="http://schemas.openxmlformats.org/officeDocument/2006/relationships" r:embed="R3ae8700d82704797">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SCM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61CB4AAC-156D-8F42-3B43-592451DF558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2.xml><?xml version="1.0" encoding="utf-8"?>
<p:sldLayout xmlns:p="http://schemas.openxmlformats.org/presentationml/2006/main" preserve="1" userDrawn="1">
  <p:cSld name="Divider_6">
    <p:bg>
      <p:bgPr>
        <a:blipFill xmlns:a="http://schemas.openxmlformats.org/drawingml/2006/main" rotWithShape="1">
          <a:blip xmlns:r="http://schemas.openxmlformats.org/officeDocument/2006/relationships" r:embed="R2c6b8e32b68e4da5">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ERP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ADA839C-E71A-1637-3B8E-ADCB8BC4BE7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3.xml><?xml version="1.0" encoding="utf-8"?>
<p:sldLayout xmlns:p="http://schemas.openxmlformats.org/presentationml/2006/main" preserve="1" userDrawn="1">
  <p:cSld name="Divider_7">
    <p:bg>
      <p:bgPr>
        <a:blipFill xmlns:a="http://schemas.openxmlformats.org/drawingml/2006/main" rotWithShape="1">
          <a:blip xmlns:r="http://schemas.openxmlformats.org/officeDocument/2006/relationships" r:embed="R59ae64cbbdbd4b8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Section </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AD2D13D9-5F9B-66C0-EF23-46B9931F9314}"/>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4.xml><?xml version="1.0" encoding="utf-8"?>
<p:sldLayout xmlns:p="http://schemas.openxmlformats.org/presentationml/2006/main" preserve="1" userDrawn="1">
  <p:cSld name="Divider_8">
    <p:bg>
      <p:bgPr>
        <a:blipFill xmlns:a="http://schemas.openxmlformats.org/drawingml/2006/main" rotWithShape="1">
          <a:blip xmlns:r="http://schemas.openxmlformats.org/officeDocument/2006/relationships" r:embed="R200a9ec8e4514de0">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FE68091-5CE6-8692-5C8A-45B15B0580E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5.xml><?xml version="1.0" encoding="utf-8"?>
<p:sldLayout xmlns:p="http://schemas.openxmlformats.org/presentationml/2006/main" preserve="1" userDrawn="1">
  <p:cSld name="Divider_9">
    <p:bg>
      <p:bgPr>
        <a:blipFill xmlns:a="http://schemas.openxmlformats.org/drawingml/2006/main" rotWithShape="1">
          <a:blip xmlns:r="http://schemas.openxmlformats.org/officeDocument/2006/relationships" r:embed="R08070e3be0324b0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4364F74D-D1B7-957A-69E2-40ADCE3043E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6.xml><?xml version="1.0" encoding="utf-8"?>
<p:sldLayout xmlns:p="http://schemas.openxmlformats.org/presentationml/2006/main" preserve="1" userDrawn="1">
  <p:cSld name="Divider_10">
    <p:bg>
      <p:bgPr>
        <a:blipFill xmlns:a="http://schemas.openxmlformats.org/drawingml/2006/main" rotWithShape="1">
          <a:blip xmlns:r="http://schemas.openxmlformats.org/officeDocument/2006/relationships" r:embed="R09b3f2d367974f6b">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Dev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7.xml><?xml version="1.0" encoding="utf-8"?>
<p:sldLayout xmlns:p="http://schemas.openxmlformats.org/presentationml/2006/main" preserve="1" userDrawn="1">
  <p:cSld name="Dark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323ce3389d7b43c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a04234581387497b"/>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8.xml><?xml version="1.0" encoding="utf-8"?>
<p:sldLayout xmlns:p="http://schemas.openxmlformats.org/presentationml/2006/main" preserve="1" userDrawn="1">
  <p:cSld name="Light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4"/>
          <p:cNvPicPr>
            <a:picLocks xmlns:a="http://schemas.openxmlformats.org/drawingml/2006/main" noChangeAspect="1"/>
          </p:cNvPicPr>
          <p:nvPr/>
        </p:nvPicPr>
        <p:blipFill>
          <a:blip xmlns:r="http://schemas.openxmlformats.org/officeDocument/2006/relationships" xmlns:a="http://schemas.openxmlformats.org/drawingml/2006/main" r:embed="R99253bd943fb44f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17d8a003f101486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9.xml><?xml version="1.0" encoding="utf-8"?>
<p:sldLayout xmlns:p="http://schemas.openxmlformats.org/presentationml/2006/main" preserve="1" userDrawn="1">
  <p:cSld name="Dark - Quote with Data Texture Background">
    <p:bg>
      <p:bgPr>
        <a:solidFill xmlns:a="http://schemas.openxmlformats.org/drawingml/2006/main">
          <a:schemeClr val="bg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solidFill>
                  <a:schemeClr val="tx1"/>
                </a:solidFill>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solidFill>
                  <a:schemeClr val="tx1"/>
                </a:solidFill>
              </a:defRPr>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solidFill>
                  <a:schemeClr val="tx1"/>
                </a:solidFill>
              </a:defRPr>
            </a:lvl1pPr>
          </a:lstStyle>
          <a:p xmlns:a="http://schemas.openxmlformats.org/drawingml/2006/main">
            <a:pPr lvl="0">
              <a:buNone/>
            </a:pPr>
            <a:r>
              <a:t>Additional information if needed</a:t>
            </a:r>
          </a:p>
        </p:txBody>
      </p:sp>
      <p:sp>
        <p:nvSpPr>
          <p:cNvPr id="3" name="Content Placeholder 2">
            <a:extLst xmlns:a="http://schemas.openxmlformats.org/drawingml/2006/main">
              <a:ext uri="{FF2B5EF4-FFF2-40B4-BE49-F238E27FC236}">
                <a16:creationId xmlns:a16="http://schemas.microsoft.com/office/drawing/2014/main" id="{37E74DE0-55D3-42EA-9474-DC8A5193EF88}"/>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5" name="Accent mark">
            <a:extLst xmlns:a="http://schemas.openxmlformats.org/drawingml/2006/main">
              <a:ext uri="{FF2B5EF4-FFF2-40B4-BE49-F238E27FC236}">
                <a16:creationId xmlns:a16="http://schemas.microsoft.com/office/drawing/2014/main" id="{E30FF1A2-459E-3E06-ED1E-7EEEFE917498}"/>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Graphic 5"/>
          <p:cNvPicPr>
            <a:picLocks xmlns:a="http://schemas.openxmlformats.org/drawingml/2006/main" noChangeAspect="1"/>
          </p:cNvPicPr>
          <p:nvPr/>
        </p:nvPicPr>
        <p:blipFill>
          <a:blip xmlns:r="http://schemas.openxmlformats.org/officeDocument/2006/relationships" xmlns:a="http://schemas.openxmlformats.org/drawingml/2006/main" r:embed="R4dc83147741c4aa0">
            <a:extLst>
              <a:ext uri="{96DAC541-7B7A-43D3-8B79-37D633B846F1}">
                <asvg:svgBlip xmlns:asvg="http://schemas.microsoft.com/office/drawing/2016/SVG/main" r:embed="Rbe3f549f18c94267"/>
              </a:ext>
            </a:extLst>
          </a:blip>
          <a:srcRect xmlns:a="http://schemas.openxmlformats.org/drawingml/2006/main" l="5687" t="0" r="0" b="27270"/>
          <a:stretch xmlns:a="http://schemas.openxmlformats.org/drawingml/2006/main"/>
        </p:blipFill>
        <p:spPr>
          <a:xfrm xmlns:a="http://schemas.openxmlformats.org/drawingml/2006/main">
            <a:off x="4188201" y="1"/>
            <a:ext cx="8003799" cy="4114800"/>
          </a:xfrm>
          <a:prstGeom xmlns:a="http://schemas.openxmlformats.org/drawingml/2006/main" prst="rect">
            <a:avLst/>
          </a:prstGeom>
        </p:spPr>
      </p:pic>
      <p:sp>
        <p:nvSpPr>
          <p:cNvPr id="8" name="Date Placeholder 7">
            <a:extLst xmlns:a="http://schemas.openxmlformats.org/drawingml/2006/main">
              <a:ext uri="{FF2B5EF4-FFF2-40B4-BE49-F238E27FC236}">
                <a16:creationId xmlns:a16="http://schemas.microsoft.com/office/drawing/2014/main" id="{4BE25085-4A1E-D179-F719-60F3221F88F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BDE401F7-9E49-F0E9-B298-16D634C82200}"/>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0845080C-B81D-10C7-DC19-C0A0D33B390A}"/>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30.xml><?xml version="1.0" encoding="utf-8"?>
<p:sldLayout xmlns:p="http://schemas.openxmlformats.org/presentationml/2006/main" preserve="1" userDrawn="1">
  <p:cSld name="Light - Quote with Data Texture Background">
    <p:bg>
      <p:bgRef idx="1001">
        <a:schemeClr xmlns:a="http://schemas.openxmlformats.org/drawingml/2006/main" val="bg2"/>
      </p:bgRef>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768D3CF0-D6A4-3493-A61E-C80959981BE3}"/>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3" name="Accent mark">
            <a:extLst xmlns:a="http://schemas.openxmlformats.org/drawingml/2006/main">
              <a:ext uri="{FF2B5EF4-FFF2-40B4-BE49-F238E27FC236}">
                <a16:creationId xmlns:a16="http://schemas.microsoft.com/office/drawing/2014/main" id="{9CBADFAD-5852-9F31-3F6B-B4A294448DE2}"/>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Graphic 6"/>
          <p:cNvPicPr>
            <a:picLocks xmlns:a="http://schemas.openxmlformats.org/drawingml/2006/main" noChangeAspect="1"/>
          </p:cNvPicPr>
          <p:nvPr/>
        </p:nvPicPr>
        <p:blipFill>
          <a:blip xmlns:r="http://schemas.openxmlformats.org/officeDocument/2006/relationships" xmlns:a="http://schemas.openxmlformats.org/drawingml/2006/main" r:embed="Rb25f86c971b64071">
            <a:extLst>
              <a:ext uri="{96DAC541-7B7A-43D3-8B79-37D633B846F1}">
                <asvg:svgBlip xmlns:asvg="http://schemas.microsoft.com/office/drawing/2016/SVG/main" r:embed="R8fc5763a2df44563"/>
              </a:ext>
            </a:extLst>
          </a:blip>
          <a:srcRect xmlns:a="http://schemas.openxmlformats.org/drawingml/2006/main" l="5687" t="0" r="0" b="27270"/>
          <a:stretch xmlns:a="http://schemas.openxmlformats.org/drawingml/2006/main"/>
        </p:blipFill>
        <p:spPr>
          <a:xfrm xmlns:a="http://schemas.openxmlformats.org/drawingml/2006/main">
            <a:off x="4188201" y="0"/>
            <a:ext cx="8003799" cy="4114800"/>
          </a:xfrm>
          <a:prstGeom xmlns:a="http://schemas.openxmlformats.org/drawingml/2006/main" prst="rect">
            <a:avLst/>
          </a:prstGeom>
        </p:spPr>
      </p:pic>
      <p:sp>
        <p:nvSpPr>
          <p:cNvPr id="4" name="Date Placeholder 3">
            <a:extLst xmlns:a="http://schemas.openxmlformats.org/drawingml/2006/main">
              <a:ext uri="{FF2B5EF4-FFF2-40B4-BE49-F238E27FC236}">
                <a16:creationId xmlns:a16="http://schemas.microsoft.com/office/drawing/2014/main" id="{3F5E1FD4-FF3D-53E2-B568-4096CAC1B9D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BBCA8205-86B8-B975-0254-A7323DE64A72}"/>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99568EA0-EDF7-FD13-065F-C2A6ACEFCE3C}"/>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31.xml><?xml version="1.0" encoding="utf-8"?>
<p:sldLayout xmlns:p="http://schemas.openxmlformats.org/presentationml/2006/main" preserve="1" userDrawn="1">
  <p:cSld name="Dark - Quote, Picture, and logo">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32887" y="4911127"/>
            <a:ext cx="5853145"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32887" y="5248720"/>
            <a:ext cx="5853145"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9" name="Picture Placeholder 5">
            <a:extLst xmlns:a="http://schemas.openxmlformats.org/drawingml/2006/main">
              <a:ext uri="{FF2B5EF4-FFF2-40B4-BE49-F238E27FC236}">
                <a16:creationId xmlns:a16="http://schemas.microsoft.com/office/drawing/2014/main" id="{DFB04560-5A82-4303-F4F4-247222B350E0}"/>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8" name="Slide Number Placeholder 7">
            <a:extLst xmlns:a="http://schemas.openxmlformats.org/drawingml/2006/main">
              <a:ext uri="{FF2B5EF4-FFF2-40B4-BE49-F238E27FC236}">
                <a16:creationId xmlns:a16="http://schemas.microsoft.com/office/drawing/2014/main" id="{FA2E22D8-777D-4A4E-8190-9C7E9654A636}"/>
              </a:ext>
            </a:extLst>
          </p:cNvPr>
          <p:cNvSpPr>
            <a:spLocks xmlns:a="http://schemas.openxmlformats.org/drawingml/2006/main" noGrp="1"/>
          </p:cNvSpPr>
          <p:nvPr>
            <p:ph type="sldNum" idx="4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0F175504-AA80-48D0-ABE0-C3B4B0480FBA}"/>
              </a:ext>
            </a:extLst>
          </p:cNvPr>
          <p:cNvSpPr>
            <a:spLocks xmlns:a="http://schemas.openxmlformats.org/drawingml/2006/main" noGrp="1"/>
          </p:cNvSpPr>
          <p:nvPr>
            <p:ph type="ftr"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F3C7CAF2-5875-4790-8762-15A8CDD16E08}"/>
              </a:ext>
            </a:extLst>
          </p:cNvPr>
          <p:cNvSpPr>
            <a:spLocks xmlns:a="http://schemas.openxmlformats.org/drawingml/2006/main" noGrp="1"/>
          </p:cNvSpPr>
          <p:nvPr>
            <p:ph type="dt"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 name="Content Placeholder 2">
            <a:extLst xmlns:a="http://schemas.openxmlformats.org/drawingml/2006/main">
              <a:ext uri="{FF2B5EF4-FFF2-40B4-BE49-F238E27FC236}">
                <a16:creationId xmlns:a16="http://schemas.microsoft.com/office/drawing/2014/main" id="{97B60F2A-F2ED-70AD-4768-5B8EF9B56420}"/>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Accent mark">
            <a:extLst xmlns:a="http://schemas.openxmlformats.org/drawingml/2006/main">
              <a:ext uri="{FF2B5EF4-FFF2-40B4-BE49-F238E27FC236}">
                <a16:creationId xmlns:a16="http://schemas.microsoft.com/office/drawing/2014/main" id="{2F96B613-1543-0150-F389-FFE2D5FA5019}"/>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4" name="Graphic 5"/>
          <p:cNvPicPr>
            <a:picLocks xmlns:a="http://schemas.openxmlformats.org/drawingml/2006/main" noChangeAspect="1"/>
          </p:cNvPicPr>
          <p:nvPr/>
        </p:nvPicPr>
        <p:blipFill>
          <a:blip xmlns:r="http://schemas.openxmlformats.org/officeDocument/2006/relationships" xmlns:a="http://schemas.openxmlformats.org/drawingml/2006/main" r:embed="Rb8ae382b1c294b6f">
            <a:extLst>
              <a:ext uri="{96DAC541-7B7A-43D3-8B79-37D633B846F1}">
                <asvg:svgBlip xmlns:asvg="http://schemas.microsoft.com/office/drawing/2016/SVG/main" r:embed="Rbfe8652dc1de4959"/>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Tree>
  </p:cSld>
</p:sldLayout>
</file>

<file path=ppt/slideLayouts/slideLayout32.xml><?xml version="1.0" encoding="utf-8"?>
<p:sldLayout xmlns:p="http://schemas.openxmlformats.org/presentationml/2006/main" preserve="1" userDrawn="1">
  <p:cSld name="Light - Quote, Picture, and logo">
    <p:bg>
      <p:bgPr>
        <a:solidFill xmlns:a="http://schemas.openxmlformats.org/drawingml/2006/main">
          <a:schemeClr val="bg2"/>
        </a:solidFill>
      </p:bgPr>
    </p:bg>
    <p:spTree>
      <p:nvGrpSpPr>
        <p:cNvPr id="1" name=""/>
        <p:cNvGrpSpPr/>
        <p:nvPr/>
      </p:nvGrpSpPr>
      <p:grpSpPr>
        <a:xfrm xmlns:a="http://schemas.openxmlformats.org/drawingml/2006/main"/>
      </p:grpSpPr>
      <p:pic>
        <p:nvPicPr>
          <p:cNvPr id="15" name="Graphic 5"/>
          <p:cNvPicPr>
            <a:picLocks xmlns:a="http://schemas.openxmlformats.org/drawingml/2006/main" noChangeAspect="1"/>
          </p:cNvPicPr>
          <p:nvPr/>
        </p:nvPicPr>
        <p:blipFill>
          <a:blip xmlns:r="http://schemas.openxmlformats.org/officeDocument/2006/relationships" xmlns:a="http://schemas.openxmlformats.org/drawingml/2006/main" r:embed="Rb8d1099d7c6e4566">
            <a:extLst>
              <a:ext uri="{96DAC541-7B7A-43D3-8B79-37D633B846F1}">
                <asvg:svgBlip xmlns:asvg="http://schemas.microsoft.com/office/drawing/2016/SVG/main" r:embed="Rc06e961b532b4220"/>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2" name="Quote">
            <a:extLst xmlns:a="http://schemas.openxmlformats.org/drawingml/2006/main">
              <a:ext uri="{FF2B5EF4-FFF2-40B4-BE49-F238E27FC236}">
                <a16:creationId xmlns:a16="http://schemas.microsoft.com/office/drawing/2014/main" id="{B3A79ECA-28E8-A857-97F4-082EF2B1CAB8}"/>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28788" y="4911127"/>
            <a:ext cx="58644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28788" y="5248720"/>
            <a:ext cx="5864400"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B89773B8-8237-C7B1-9DF8-93B5D5BF7DEE}"/>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5">
            <a:extLst xmlns:a="http://schemas.openxmlformats.org/drawingml/2006/main">
              <a:ext uri="{FF2B5EF4-FFF2-40B4-BE49-F238E27FC236}">
                <a16:creationId xmlns:a16="http://schemas.microsoft.com/office/drawing/2014/main" id="{1F10E851-3567-F699-4B5F-02ABBB3355AC}"/>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8" name="Slide Number Placeholder 7">
            <a:extLst xmlns:a="http://schemas.openxmlformats.org/drawingml/2006/main">
              <a:ext uri="{FF2B5EF4-FFF2-40B4-BE49-F238E27FC236}">
                <a16:creationId xmlns:a16="http://schemas.microsoft.com/office/drawing/2014/main" id="{21257FF2-E055-B5F9-4582-79A01E21822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9" name="Footer Placeholder 6">
            <a:extLst xmlns:a="http://schemas.openxmlformats.org/drawingml/2006/main">
              <a:ext uri="{FF2B5EF4-FFF2-40B4-BE49-F238E27FC236}">
                <a16:creationId xmlns:a16="http://schemas.microsoft.com/office/drawing/2014/main" id="{3432B7A5-BCFF-0B37-3621-48E5B163BE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Date Placeholder 4">
            <a:extLst xmlns:a="http://schemas.openxmlformats.org/drawingml/2006/main">
              <a:ext uri="{FF2B5EF4-FFF2-40B4-BE49-F238E27FC236}">
                <a16:creationId xmlns:a16="http://schemas.microsoft.com/office/drawing/2014/main" id="{54EBA6F0-8007-BA20-B49E-4F5863B4E1E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 name="Accent mark">
            <a:extLst xmlns:a="http://schemas.openxmlformats.org/drawingml/2006/main">
              <a:ext uri="{FF2B5EF4-FFF2-40B4-BE49-F238E27FC236}">
                <a16:creationId xmlns:a16="http://schemas.microsoft.com/office/drawing/2014/main" id="{F6E69B24-94C1-6ACB-ADE4-5BD87AD69DCA}"/>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3.xml><?xml version="1.0" encoding="utf-8"?>
<p:sldLayout xmlns:p="http://schemas.openxmlformats.org/presentationml/2006/main" preserve="1" userDrawn="1">
  <p:cSld name="Dark - Single metric">
    <p:bg>
      <p:bgPr>
        <a:solidFill xmlns:a="http://schemas.openxmlformats.org/drawingml/2006/main">
          <a:schemeClr val="bg2"/>
        </a:solidFill>
      </p:bgPr>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7a8f02deaf264172">
            <a:extLst>
              <a:ext uri="{96DAC541-7B7A-43D3-8B79-37D633B846F1}">
                <asvg:svgBlip xmlns:asvg="http://schemas.microsoft.com/office/drawing/2016/SVG/main" r:embed="R6f13f03aa3ca4058"/>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3" name="Title 2">
            <a:extLst xmlns:a="http://schemas.openxmlformats.org/drawingml/2006/main">
              <a:ext uri="{FF2B5EF4-FFF2-40B4-BE49-F238E27FC236}">
                <a16:creationId xmlns:a16="http://schemas.microsoft.com/office/drawing/2014/main" id="{B099EEEE-62A5-DE0D-FD45-A3C465FD76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9" name="Text Placeholder 4">
            <a:extLst xmlns:a="http://schemas.openxmlformats.org/drawingml/2006/main">
              <a:ext uri="{FF2B5EF4-FFF2-40B4-BE49-F238E27FC236}">
                <a16:creationId xmlns:a16="http://schemas.microsoft.com/office/drawing/2014/main" id="{52A6D6F1-EBC4-4335-819B-433720EB173D}"/>
              </a:ext>
            </a:extLst>
          </p:cNvPr>
          <p:cNvSpPr>
            <a:spLocks xmlns:a="http://schemas.openxmlformats.org/drawingml/2006/main" noGrp="1"/>
          </p:cNvSpPr>
          <p:nvPr>
            <p:ph type="body" idx="15" hasCustomPrompt="1"/>
          </p:nvPr>
        </p:nvSpPr>
        <p:spPr>
          <a:xfrm xmlns:a="http://schemas.openxmlformats.org/drawingml/2006/main">
            <a:off x="789734" y="1600200"/>
            <a:ext cx="5085287" cy="2415700"/>
          </a:xfrm>
        </p:spPr>
        <p:txBody>
          <a:bodyPr xmlns:a="http://schemas.openxmlformats.org/drawingml/2006/main" anchor="b"/>
          <a:lstStyle xmlns:a="http://schemas.openxmlformats.org/drawingml/2006/main">
            <a:lvl1pPr>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841059"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pic>
        <p:nvPicPr>
          <p:cNvPr id="18" name="OTag"/>
          <p:cNvPicPr>
            <a:picLocks xmlns:a="http://schemas.openxmlformats.org/drawingml/2006/main" noChangeAspect="1"/>
          </p:cNvPicPr>
          <p:nvPr/>
        </p:nvPicPr>
        <p:blipFill>
          <a:blip xmlns:r="http://schemas.openxmlformats.org/officeDocument/2006/relationships" xmlns:a="http://schemas.openxmlformats.org/drawingml/2006/main" r:embed="Ra58c74580d9d4f76"/>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Slide Number Placeholder 7">
            <a:extLst xmlns:a="http://schemas.openxmlformats.org/drawingml/2006/main">
              <a:ext uri="{FF2B5EF4-FFF2-40B4-BE49-F238E27FC236}">
                <a16:creationId xmlns:a16="http://schemas.microsoft.com/office/drawing/2014/main" id="{CB737692-EBCE-3DB2-EEE6-98690BCF926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6">
            <a:extLst xmlns:a="http://schemas.openxmlformats.org/drawingml/2006/main">
              <a:ext uri="{FF2B5EF4-FFF2-40B4-BE49-F238E27FC236}">
                <a16:creationId xmlns:a16="http://schemas.microsoft.com/office/drawing/2014/main" id="{4F04817E-BD68-D98E-68D4-B156602982E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Date Placeholder 4">
            <a:extLst xmlns:a="http://schemas.openxmlformats.org/drawingml/2006/main">
              <a:ext uri="{FF2B5EF4-FFF2-40B4-BE49-F238E27FC236}">
                <a16:creationId xmlns:a16="http://schemas.microsoft.com/office/drawing/2014/main" id="{D8490AA6-ABB7-8870-D034-F44F2026B242}"/>
              </a:ext>
            </a:extLst>
          </p:cNvPr>
          <p:cNvSpPr>
            <a:spLocks xmlns:a="http://schemas.openxmlformats.org/drawingml/2006/main" noGrp="1"/>
          </p:cNvSpPr>
          <p:nvPr>
            <p:ph type="dt" idx="1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7" name="Accent mark">
            <a:extLst xmlns:a="http://schemas.openxmlformats.org/drawingml/2006/main">
              <a:ext uri="{FF2B5EF4-FFF2-40B4-BE49-F238E27FC236}">
                <a16:creationId xmlns:a16="http://schemas.microsoft.com/office/drawing/2014/main" id="{F914C2C0-AA33-B6B2-67CF-DCC0E7C6D76B}"/>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4.xml><?xml version="1.0" encoding="utf-8"?>
<p:sldLayout xmlns:p="http://schemas.openxmlformats.org/presentationml/2006/main" preserve="1" userDrawn="1">
  <p:cSld name="Light - Single metric">
    <p:bg>
      <p:bgRef idx="1001">
        <a:schemeClr xmlns:a="http://schemas.openxmlformats.org/drawingml/2006/main" val="bg2"/>
      </p:bgRef>
    </p:bg>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3C834F4C-E96D-655B-5790-3D3144B54C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9A83AB0E-EC5F-476F-B6A9-E6F9CE84E95A}"/>
              </a:ext>
            </a:extLst>
          </p:cNvPr>
          <p:cNvSpPr>
            <a:spLocks xmlns:a="http://schemas.openxmlformats.org/drawingml/2006/main" noGrp="1"/>
          </p:cNvSpPr>
          <p:nvPr>
            <p:ph type="body" idx="15" hasCustomPrompt="1"/>
          </p:nvPr>
        </p:nvSpPr>
        <p:spPr>
          <a:xfrm xmlns:a="http://schemas.openxmlformats.org/drawingml/2006/main">
            <a:off x="792538" y="1600200"/>
            <a:ext cx="5072063" cy="2415700"/>
          </a:xfrm>
        </p:spPr>
        <p:txBody>
          <a:bodyPr xmlns:a="http://schemas.openxmlformats.org/drawingml/2006/main" anchor="b"/>
          <a:lstStyle xmlns:a="http://schemas.openxmlformats.org/drawingml/2006/main">
            <a:lvl1pPr>
              <a:lnSpc>
                <a:spcPct val="100000"/>
              </a:lnSpc>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792538"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CBADD7B5-9676-40DE-A88A-5EC3D33A6577}"/>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89C4B030-1E0B-4CB0-87B4-DF607257368B}"/>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14EF74DF-FD68-4CDF-B4CE-342E7A165BCB}"/>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8" name="Graphic 5"/>
          <p:cNvPicPr>
            <a:picLocks xmlns:a="http://schemas.openxmlformats.org/drawingml/2006/main" noChangeAspect="1"/>
          </p:cNvPicPr>
          <p:nvPr/>
        </p:nvPicPr>
        <p:blipFill>
          <a:blip xmlns:r="http://schemas.openxmlformats.org/officeDocument/2006/relationships" xmlns:a="http://schemas.openxmlformats.org/drawingml/2006/main" r:embed="Rf2172e43be594c99">
            <a:extLst>
              <a:ext uri="{96DAC541-7B7A-43D3-8B79-37D633B846F1}">
                <asvg:svgBlip xmlns:asvg="http://schemas.microsoft.com/office/drawing/2016/SVG/main" r:embed="Ra2980f579fbc4c2b"/>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10" name="Accent mark">
            <a:extLst xmlns:a="http://schemas.openxmlformats.org/drawingml/2006/main">
              <a:ext uri="{FF2B5EF4-FFF2-40B4-BE49-F238E27FC236}">
                <a16:creationId xmlns:a16="http://schemas.microsoft.com/office/drawing/2014/main" id="{92B14C41-985E-E73E-2DEF-63120221F3B5}"/>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5.xml><?xml version="1.0" encoding="utf-8"?>
<p:sldLayout xmlns:p="http://schemas.openxmlformats.org/presentationml/2006/main" preserve="1" userDrawn="1">
  <p:cSld name="Dark - Thank You">
    <p:bg>
      <p:bgPr>
        <a:solidFill xmlns:a="http://schemas.openxmlformats.org/drawingml/2006/main">
          <a:schemeClr val="bg2"/>
        </a:solidFill>
      </p:bgPr>
    </p:bg>
    <p:spTree>
      <p:nvGrpSpPr>
        <p:cNvPr id="1" name=""/>
        <p:cNvGrpSpPr/>
        <p:nvPr/>
      </p:nvGrpSpPr>
      <p:grpSpPr>
        <a:xfrm xmlns:a="http://schemas.openxmlformats.org/drawingml/2006/main"/>
      </p:grpSpPr>
      <p:pic>
        <p:nvPicPr>
          <p:cNvPr id="18" name="Graphic 4"/>
          <p:cNvPicPr>
            <a:picLocks xmlns:a="http://schemas.openxmlformats.org/drawingml/2006/main" noChangeAspect="1"/>
          </p:cNvPicPr>
          <p:nvPr/>
        </p:nvPicPr>
        <p:blipFill>
          <a:blip xmlns:r="http://schemas.openxmlformats.org/officeDocument/2006/relationships" xmlns:a="http://schemas.openxmlformats.org/drawingml/2006/main" r:embed="R4f6057e1fe89466d">
            <a:extLst>
              <a:ext uri="{96DAC541-7B7A-43D3-8B79-37D633B846F1}">
                <asvg:svgBlip xmlns:asvg="http://schemas.microsoft.com/office/drawing/2016/SVG/main" r:embed="Rccef406b6a9a4d79"/>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3" name="Thank you">
            <a:extLst xmlns:a="http://schemas.openxmlformats.org/drawingml/2006/main">
              <a:ext uri="{FF2B5EF4-FFF2-40B4-BE49-F238E27FC236}">
                <a16:creationId xmlns:a16="http://schemas.microsoft.com/office/drawing/2014/main" id="{1F390879-C7C7-4224-97BB-1C165BFB5AA3}"/>
              </a:ext>
            </a:extLst>
          </p:cNvPr>
          <p:cNvSpPr>
            <a:spLocks xmlns:a="http://schemas.openxmlformats.org/drawingml/2006/main" noGrp="1"/>
          </p:cNvSpPr>
          <p:nvPr>
            <p:ph type="title" idx="0" hasCustomPrompt="1"/>
          </p:nvPr>
        </p:nvSpPr>
        <p:spPr>
          <a:xfrm xmlns:a="http://schemas.openxmlformats.org/drawingml/2006/main">
            <a:off x="768875" y="3483973"/>
            <a:ext cx="5029200"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8662b24275d9493e"/>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3" name="Date Placeholder 12">
            <a:extLst xmlns:a="http://schemas.openxmlformats.org/drawingml/2006/main">
              <a:ext uri="{FF2B5EF4-FFF2-40B4-BE49-F238E27FC236}">
                <a16:creationId xmlns:a16="http://schemas.microsoft.com/office/drawing/2014/main" id="{3476C750-59D6-EB09-06A9-634F34474538}"/>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4" name="Footer Placeholder 13">
            <a:extLst xmlns:a="http://schemas.openxmlformats.org/drawingml/2006/main">
              <a:ext uri="{FF2B5EF4-FFF2-40B4-BE49-F238E27FC236}">
                <a16:creationId xmlns:a16="http://schemas.microsoft.com/office/drawing/2014/main" id="{C0D2E1ED-2B0F-7B22-726D-4623578504D2}"/>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3E4861B-95EB-30B4-4A73-1871E7B14738}"/>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2" name="Accent mark">
            <a:extLst xmlns:a="http://schemas.openxmlformats.org/drawingml/2006/main">
              <a:ext uri="{FF2B5EF4-FFF2-40B4-BE49-F238E27FC236}">
                <a16:creationId xmlns:a16="http://schemas.microsoft.com/office/drawing/2014/main" id="{AED05725-671E-C225-6DF9-7BB572CF6458}"/>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6.xml><?xml version="1.0" encoding="utf-8"?>
<p:sldLayout xmlns:p="http://schemas.openxmlformats.org/presentationml/2006/main" preserve="1" userDrawn="1">
  <p:cSld name="Light - Thank You">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hank You">
            <a:extLst xmlns:a="http://schemas.openxmlformats.org/drawingml/2006/main">
              <a:ext uri="{FF2B5EF4-FFF2-40B4-BE49-F238E27FC236}">
                <a16:creationId xmlns:a16="http://schemas.microsoft.com/office/drawing/2014/main" id="{701BFB4F-AD1A-4B21-826E-A2F61F5D8AAB}"/>
              </a:ext>
            </a:extLst>
          </p:cNvPr>
          <p:cNvSpPr>
            <a:spLocks xmlns:a="http://schemas.openxmlformats.org/drawingml/2006/main" noGrp="1"/>
          </p:cNvSpPr>
          <p:nvPr>
            <p:ph type="title" idx="0" hasCustomPrompt="1"/>
          </p:nvPr>
        </p:nvSpPr>
        <p:spPr>
          <a:xfrm xmlns:a="http://schemas.openxmlformats.org/drawingml/2006/main">
            <a:off x="768875" y="3482230"/>
            <a:ext cx="5022325"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42" name="OTag"/>
          <p:cNvPicPr>
            <a:picLocks xmlns:a="http://schemas.openxmlformats.org/drawingml/2006/main" noChangeAspect="1"/>
          </p:cNvPicPr>
          <p:nvPr/>
        </p:nvPicPr>
        <p:blipFill>
          <a:blip xmlns:r="http://schemas.openxmlformats.org/officeDocument/2006/relationships" xmlns:a="http://schemas.openxmlformats.org/drawingml/2006/main" r:embed="R765f2f62bc9f4bd5"/>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3" name="Date Placeholder 32">
            <a:extLst xmlns:a="http://schemas.openxmlformats.org/drawingml/2006/main">
              <a:ext uri="{FF2B5EF4-FFF2-40B4-BE49-F238E27FC236}">
                <a16:creationId xmlns:a16="http://schemas.microsoft.com/office/drawing/2014/main" id="{C757BBF7-1C67-AA09-584F-7A752DCB4BC9}"/>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4" name="Footer Placeholder 33">
            <a:extLst xmlns:a="http://schemas.openxmlformats.org/drawingml/2006/main">
              <a:ext uri="{FF2B5EF4-FFF2-40B4-BE49-F238E27FC236}">
                <a16:creationId xmlns:a16="http://schemas.microsoft.com/office/drawing/2014/main" id="{2B12D776-70C0-CC40-00F8-F8AB6108C9AA}"/>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5" name="Slide Number Placeholder 34">
            <a:extLst xmlns:a="http://schemas.openxmlformats.org/drawingml/2006/main">
              <a:ext uri="{FF2B5EF4-FFF2-40B4-BE49-F238E27FC236}">
                <a16:creationId xmlns:a16="http://schemas.microsoft.com/office/drawing/2014/main" id="{2021DDA7-EEBD-CE8D-1221-C07F76A0D39F}"/>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pic>
        <p:nvPicPr>
          <p:cNvPr id="46" name="OTag"/>
          <p:cNvPicPr>
            <a:picLocks xmlns:a="http://schemas.openxmlformats.org/drawingml/2006/main" noChangeAspect="1"/>
          </p:cNvPicPr>
          <p:nvPr/>
        </p:nvPicPr>
        <p:blipFill>
          <a:blip xmlns:r="http://schemas.openxmlformats.org/officeDocument/2006/relationships" xmlns:a="http://schemas.openxmlformats.org/drawingml/2006/main" r:embed="R765f2f62bc9f4bd5"/>
          <a:stretch xmlns:a="http://schemas.openxmlformats.org/drawingml/2006/main">
            <a:fillRect l="0" t="0" r="0" b="0"/>
          </a:stretch>
        </p:blipFill>
        <p:spPr>
          <a:xfrm xmlns:a="http://schemas.openxmlformats.org/drawingml/2006/main">
            <a:off x="11402373" y="6464808"/>
            <a:ext cx="393192" cy="393192"/>
          </a:xfrm>
          <a:prstGeom xmlns:a="http://schemas.openxmlformats.org/drawingml/2006/main" prst="rect">
            <a:avLst/>
          </a:prstGeom>
        </p:spPr>
      </p:pic>
      <p:pic>
        <p:nvPicPr>
          <p:cNvPr id="47" name="Graphic 3"/>
          <p:cNvPicPr>
            <a:picLocks xmlns:a="http://schemas.openxmlformats.org/drawingml/2006/main" noChangeAspect="1"/>
          </p:cNvPicPr>
          <p:nvPr/>
        </p:nvPicPr>
        <p:blipFill>
          <a:blip xmlns:r="http://schemas.openxmlformats.org/officeDocument/2006/relationships" xmlns:a="http://schemas.openxmlformats.org/drawingml/2006/main" r:embed="Rdf55dded6d1e4387">
            <a:extLst>
              <a:ext uri="{96DAC541-7B7A-43D3-8B79-37D633B846F1}">
                <asvg:svgBlip xmlns:asvg="http://schemas.microsoft.com/office/drawing/2016/SVG/main" r:embed="R22e691fb328343b5"/>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0EC2F66-9907-2F15-B317-36B39B8BBE6F}"/>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7.xml><?xml version="1.0" encoding="utf-8"?>
<p:sldLayout xmlns:p="http://schemas.openxmlformats.org/presentationml/2006/main" preserve="1" userDrawn="1">
  <p:cSld name="Dark - Safe harbor_Pillar">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5" name="Slide Number Placeholder 7">
            <a:extLst xmlns:a="http://schemas.openxmlformats.org/drawingml/2006/main">
              <a:ext uri="{FF2B5EF4-FFF2-40B4-BE49-F238E27FC236}">
                <a16:creationId xmlns:a16="http://schemas.microsoft.com/office/drawing/2014/main" id="{BAE1FE92-0B5A-C3C7-4D80-295A1C03DE54}"/>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6">
            <a:extLst xmlns:a="http://schemas.openxmlformats.org/drawingml/2006/main">
              <a:ext uri="{FF2B5EF4-FFF2-40B4-BE49-F238E27FC236}">
                <a16:creationId xmlns:a16="http://schemas.microsoft.com/office/drawing/2014/main" id="{F12714ED-3627-881E-09BA-8AF5C228303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1E845CA1-2B55-2D69-3680-9CE99F31519C}"/>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8" name="TextBox 7">
            <a:extLst xmlns:a="http://schemas.openxmlformats.org/drawingml/2006/main">
              <a:ext uri="{FF2B5EF4-FFF2-40B4-BE49-F238E27FC236}">
                <a16:creationId xmlns:a16="http://schemas.microsoft.com/office/drawing/2014/main" id="{F2087D21-F78B-45C7-2C05-43C5D2F54367}"/>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8.xml><?xml version="1.0" encoding="utf-8"?>
<p:sldLayout xmlns:p="http://schemas.openxmlformats.org/presentationml/2006/main" preserve="1" userDrawn="1">
  <p:cSld name="Light - Safe harbor_Pillar">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5" name="TextBox 4">
            <a:extLst xmlns:a="http://schemas.openxmlformats.org/drawingml/2006/main">
              <a:ext uri="{FF2B5EF4-FFF2-40B4-BE49-F238E27FC236}">
                <a16:creationId xmlns:a16="http://schemas.microsoft.com/office/drawing/2014/main" id="{CA4392FF-7C2C-D37B-DD7D-60C8C946E8C6}"/>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9.xml><?xml version="1.0" encoding="utf-8"?>
<p:sldLayout xmlns:p="http://schemas.openxmlformats.org/presentationml/2006/main" preserve="1" userDrawn="1">
  <p:cSld name="Note on safe harbor/forward looking">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harbor/forward looking</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17" name="TextBox 16">
            <a:extLst xmlns:a="http://schemas.openxmlformats.org/drawingml/2006/main">
              <a:ext uri="{FF2B5EF4-FFF2-40B4-BE49-F238E27FC236}">
                <a16:creationId xmlns:a16="http://schemas.microsoft.com/office/drawing/2014/main" id="{E5EA32E2-5AE7-3199-6814-98A3082209E7}"/>
              </a:ext>
            </a:extLst>
          </p:cNvPr>
          <p:cNvSpPr>
            <a:spLocks xmlns:a="http://schemas.openxmlformats.org/drawingml/2006/main" noGrp="1"/>
          </p:cNvSpPr>
          <p:nvPr/>
        </p:nvSpPr>
        <p:spPr>
          <a:xfrm xmlns:a="http://schemas.openxmlformats.org/drawingml/2006/main">
            <a:off x="762000" y="1608575"/>
            <a:ext cx="5084064" cy="32783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Legal Entity footer is required on every slide.</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Regulatory Statement is required on the title slide, and Forward-Looking statement slide (if the Forward-Looking statement slide is needed).</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Forward-Looking statement and Safe Harbor slides are required only for external presentations that pertain to:</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Product launches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Executive presentations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Keynotes at major events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Events attended by financial analysts</a:t>
            </a:r>
          </a:p>
        </p:txBody>
      </p:sp>
      <p:sp>
        <p:nvSpPr>
          <p:cNvPr id="19" name="TextBox 18">
            <a:extLst xmlns:a="http://schemas.openxmlformats.org/drawingml/2006/main">
              <a:ext uri="{FF2B5EF4-FFF2-40B4-BE49-F238E27FC236}">
                <a16:creationId xmlns:a16="http://schemas.microsoft.com/office/drawing/2014/main" id="{08E9360F-1286-D2C8-A87B-E68B6EAEB555}"/>
              </a:ext>
            </a:extLst>
          </p:cNvPr>
          <p:cNvSpPr>
            <a:spLocks xmlns:a="http://schemas.openxmlformats.org/drawingml/2006/main" noGrp="1"/>
          </p:cNvSpPr>
          <p:nvPr/>
        </p:nvSpPr>
        <p:spPr>
          <a:xfrm xmlns:a="http://schemas.openxmlformats.org/drawingml/2006/main">
            <a:off x="6345936" y="1608575"/>
            <a:ext cx="5084064" cy="34145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If it is required, it should appear twice: after the title slide and at the end of the slide deck.  When video recording, there should be a 3  second camera hold on the final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Safe harbor slide should be placed immediately following the title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rgbClr val="C74634"/>
                </a:solidFill>
                <a:latin typeface="Oracle Sans"/>
                <a:ea typeface="Oracle Sans"/>
                <a:cs typeface="Oracle Sans"/>
              </a:rPr>
              <a:t>If the presentation does not pertain to any one of the above, the Forward-Looking statement and Safe harbor slides can be left out entirely and should be deleted</a:t>
            </a:r>
          </a:p>
        </p:txBody>
      </p:sp>
      <p:sp>
        <p:nvSpPr>
          <p:cNvPr id="21" name="Column Divider">
            <a:extLst xmlns:a="http://schemas.openxmlformats.org/drawingml/2006/main">
              <a:ext uri="{FF2B5EF4-FFF2-40B4-BE49-F238E27FC236}">
                <a16:creationId xmlns:a16="http://schemas.microsoft.com/office/drawing/2014/main" id="{8A35001E-1485-46CB-8E59-4B3A18224ACF}"/>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0.xml><?xml version="1.0" encoding="utf-8"?>
<p:sldLayout xmlns:p="http://schemas.openxmlformats.org/presentationml/2006/main" preserve="1" userDrawn="1">
  <p:cSld name="Speaker_1_Name">
    <p:bg>
      <p:bgRef idx="1001">
        <a:schemeClr xmlns:a="http://schemas.openxmlformats.org/drawingml/2006/main" val="bg2"/>
      </p:bgRef>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93b52b7358ad4bdc">
            <a:extLst>
              <a:ext uri="{96DAC541-7B7A-43D3-8B79-37D633B846F1}">
                <asvg:svgBlip xmlns:asvg="http://schemas.microsoft.com/office/drawing/2016/SVG/main" r:embed="Rf3a424a10e944ed4"/>
              </a:ext>
            </a:extLst>
          </a:blip>
          <a:srcRect xmlns:a="http://schemas.openxmlformats.org/drawingml/2006/main" l="5687" t="0" r="0" b="27270"/>
          <a:stretch xmlns:a="http://schemas.openxmlformats.org/drawingml/2006/main"/>
        </p:blipFill>
        <p:spPr>
          <a:xfrm xmlns:a="http://schemas.openxmlformats.org/drawingml/2006/main" rot="10800000">
            <a:off x="0" y="3611878"/>
            <a:ext cx="6314112" cy="3246122"/>
          </a:xfrm>
          <a:prstGeom xmlns:a="http://schemas.openxmlformats.org/drawingml/2006/main" prst="rect">
            <a:avLst/>
          </a:prstGeom>
        </p:spPr>
      </p:pic>
      <p:pic>
        <p:nvPicPr>
          <p:cNvPr id="15" name="Graphic 2"/>
          <p:cNvPicPr>
            <a:picLocks xmlns:a="http://schemas.openxmlformats.org/drawingml/2006/main" noChangeAspect="1"/>
          </p:cNvPicPr>
          <p:nvPr/>
        </p:nvPicPr>
        <p:blipFill>
          <a:blip xmlns:r="http://schemas.openxmlformats.org/officeDocument/2006/relationships" xmlns:a="http://schemas.openxmlformats.org/drawingml/2006/main" r:embed="R93b52b7358ad4bdc">
            <a:extLst>
              <a:ext uri="{96DAC541-7B7A-43D3-8B79-37D633B846F1}">
                <asvg:svgBlip xmlns:asvg="http://schemas.microsoft.com/office/drawing/2016/SVG/main" r:embed="Rf3a424a10e944ed4"/>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One speaker on stage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Text Placeholder 33">
            <a:extLst xmlns:a="http://schemas.openxmlformats.org/drawingml/2006/main">
              <a:ext uri="{FF2B5EF4-FFF2-40B4-BE49-F238E27FC236}">
                <a16:creationId xmlns:a16="http://schemas.microsoft.com/office/drawing/2014/main" id="{23FEB0B4-B182-7549-DC07-DDA74F8C8764}"/>
              </a:ext>
            </a:extLst>
          </p:cNvPr>
          <p:cNvSpPr>
            <a:spLocks xmlns:a="http://schemas.openxmlformats.org/drawingml/2006/main" noGrp="1"/>
          </p:cNvSpPr>
          <p:nvPr>
            <p:ph type="body" idx="13" hasCustomPrompt="1"/>
          </p:nvPr>
        </p:nvSpPr>
        <p:spPr>
          <a:xfrm xmlns:a="http://schemas.openxmlformats.org/drawingml/2006/main">
            <a:off x="3810000" y="2720621"/>
            <a:ext cx="4572000" cy="640073"/>
          </a:xfrm>
        </p:spPr>
        <p:txBody>
          <a:bodyPr xmlns:a="http://schemas.openxmlformats.org/drawingml/2006/main" vert="horz" lIns="0" tIns="0" rIns="0" bIns="0" anchor="b">
            <a:noAutofit/>
          </a:bodyPr>
          <a:lstStyle xmlns:a="http://schemas.openxmlformats.org/drawingml/2006/main">
            <a:lvl1pPr algn="ctr">
              <a:lnSpc>
                <a:spcPct val="100000"/>
              </a:lnSpc>
              <a:buNone/>
              <a:defRPr sz="28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 name="Text Placeholder 33">
            <a:extLst xmlns:a="http://schemas.openxmlformats.org/drawingml/2006/main">
              <a:ext uri="{FF2B5EF4-FFF2-40B4-BE49-F238E27FC236}">
                <a16:creationId xmlns:a16="http://schemas.microsoft.com/office/drawing/2014/main" id="{580B83F2-896B-0C6B-B807-89AAAC67626C}"/>
              </a:ext>
            </a:extLst>
          </p:cNvPr>
          <p:cNvSpPr>
            <a:spLocks xmlns:a="http://schemas.openxmlformats.org/drawingml/2006/main" noGrp="1"/>
          </p:cNvSpPr>
          <p:nvPr>
            <p:ph type="body" idx="14" hasCustomPrompt="1"/>
          </p:nvPr>
        </p:nvSpPr>
        <p:spPr>
          <a:xfrm xmlns:a="http://schemas.openxmlformats.org/drawingml/2006/main">
            <a:off x="3810000" y="3359674"/>
            <a:ext cx="4572000" cy="640073"/>
          </a:xfrm>
        </p:spPr>
        <p:txBody>
          <a:bodyPr xmlns:a="http://schemas.openxmlformats.org/drawingml/2006/main" vert="horz" lIns="0" tIns="0" rIns="0" bIns="0" anchor="t">
            <a:noAutofit/>
          </a:bodyPr>
          <a:lstStyle xmlns:a="http://schemas.openxmlformats.org/drawingml/2006/main">
            <a:lvl1pPr algn="ctr">
              <a:lnSpc>
                <a:spcPct val="100000"/>
              </a:lnSpc>
              <a:buNone/>
              <a:defRPr sz="2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Tree>
  </p:cSld>
</p:sldLayout>
</file>

<file path=ppt/slideLayouts/slideLayout41.xml><?xml version="1.0" encoding="utf-8"?>
<p:sldLayout xmlns:p="http://schemas.openxmlformats.org/presentationml/2006/main" preserve="1" userDrawn="1">
  <p:cSld name="Speaker_2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Two speakers on stage</a:t>
            </a:r>
          </a:p>
        </p:txBody>
      </p:sp>
      <p:pic>
        <p:nvPicPr>
          <p:cNvPr id="16" name="Graphic 2"/>
          <p:cNvPicPr>
            <a:picLocks xmlns:a="http://schemas.openxmlformats.org/drawingml/2006/main" noChangeAspect="1"/>
          </p:cNvPicPr>
          <p:nvPr/>
        </p:nvPicPr>
        <p:blipFill>
          <a:blip xmlns:r="http://schemas.openxmlformats.org/officeDocument/2006/relationships" xmlns:a="http://schemas.openxmlformats.org/drawingml/2006/main" r:embed="R5de51c92c1eb4fc0">
            <a:extLst>
              <a:ext uri="{96DAC541-7B7A-43D3-8B79-37D633B846F1}">
                <asvg:svgBlip xmlns:asvg="http://schemas.microsoft.com/office/drawing/2016/SVG/main" r:embed="R703286e671b2468e"/>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Text Placeholder 33">
            <a:extLst xmlns:a="http://schemas.openxmlformats.org/drawingml/2006/main">
              <a:ext uri="{FF2B5EF4-FFF2-40B4-BE49-F238E27FC236}">
                <a16:creationId xmlns:a16="http://schemas.microsoft.com/office/drawing/2014/main" id="{B08936F9-0286-6F6F-D932-A07929F397D4}"/>
              </a:ext>
            </a:extLst>
          </p:cNvPr>
          <p:cNvSpPr>
            <a:spLocks xmlns:a="http://schemas.openxmlformats.org/drawingml/2006/main" noGrp="1"/>
          </p:cNvSpPr>
          <p:nvPr>
            <p:ph type="body" idx="13" hasCustomPrompt="1"/>
          </p:nvPr>
        </p:nvSpPr>
        <p:spPr>
          <a:xfrm xmlns:a="http://schemas.openxmlformats.org/drawingml/2006/main">
            <a:off x="807676" y="1937607"/>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0715FEE8-35E5-A66D-91EB-17A751EFD8E6}"/>
              </a:ext>
            </a:extLst>
          </p:cNvPr>
          <p:cNvSpPr>
            <a:spLocks xmlns:a="http://schemas.openxmlformats.org/drawingml/2006/main" noGrp="1"/>
          </p:cNvSpPr>
          <p:nvPr>
            <p:ph type="body" idx="14" hasCustomPrompt="1"/>
          </p:nvPr>
        </p:nvSpPr>
        <p:spPr>
          <a:xfrm xmlns:a="http://schemas.openxmlformats.org/drawingml/2006/main">
            <a:off x="807676" y="2576660"/>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Text Placeholder 33">
            <a:extLst xmlns:a="http://schemas.openxmlformats.org/drawingml/2006/main">
              <a:ext uri="{FF2B5EF4-FFF2-40B4-BE49-F238E27FC236}">
                <a16:creationId xmlns:a16="http://schemas.microsoft.com/office/drawing/2014/main" id="{A476E992-5CB8-77CD-3D59-FC21C7FE9867}"/>
              </a:ext>
            </a:extLst>
          </p:cNvPr>
          <p:cNvSpPr>
            <a:spLocks xmlns:a="http://schemas.openxmlformats.org/drawingml/2006/main" noGrp="1"/>
          </p:cNvSpPr>
          <p:nvPr>
            <p:ph type="body" idx="19" hasCustomPrompt="1"/>
          </p:nvPr>
        </p:nvSpPr>
        <p:spPr>
          <a:xfrm xmlns:a="http://schemas.openxmlformats.org/drawingml/2006/main">
            <a:off x="792538" y="3429000"/>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A493C7D7-4F9B-DA7C-D7EB-59661A8EBDF7}"/>
              </a:ext>
            </a:extLst>
          </p:cNvPr>
          <p:cNvSpPr>
            <a:spLocks xmlns:a="http://schemas.openxmlformats.org/drawingml/2006/main" noGrp="1"/>
          </p:cNvSpPr>
          <p:nvPr>
            <p:ph type="body" idx="20" hasCustomPrompt="1"/>
          </p:nvPr>
        </p:nvSpPr>
        <p:spPr>
          <a:xfrm xmlns:a="http://schemas.openxmlformats.org/drawingml/2006/main">
            <a:off x="792538" y="4068053"/>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42.xml><?xml version="1.0" encoding="utf-8"?>
<p:sldLayout xmlns:p="http://schemas.openxmlformats.org/presentationml/2006/main" preserve="1" userDrawn="1">
  <p:cSld name="Speaker_3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Three speakers on stage</a:t>
            </a:r>
          </a:p>
        </p:txBody>
      </p:sp>
      <p:pic>
        <p:nvPicPr>
          <p:cNvPr id="19" name="Graphic 2"/>
          <p:cNvPicPr>
            <a:picLocks xmlns:a="http://schemas.openxmlformats.org/drawingml/2006/main" noChangeAspect="1"/>
          </p:cNvPicPr>
          <p:nvPr/>
        </p:nvPicPr>
        <p:blipFill>
          <a:blip xmlns:r="http://schemas.openxmlformats.org/officeDocument/2006/relationships" xmlns:a="http://schemas.openxmlformats.org/drawingml/2006/main" r:embed="R1209e9479a6e4b63">
            <a:extLst>
              <a:ext uri="{96DAC541-7B7A-43D3-8B79-37D633B846F1}">
                <asvg:svgBlip xmlns:asvg="http://schemas.microsoft.com/office/drawing/2016/SVG/main" r:embed="Rb1f4103b9a7243d2"/>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 name="Text Placeholder 33">
            <a:extLst xmlns:a="http://schemas.openxmlformats.org/drawingml/2006/main">
              <a:ext uri="{FF2B5EF4-FFF2-40B4-BE49-F238E27FC236}">
                <a16:creationId xmlns:a16="http://schemas.microsoft.com/office/drawing/2014/main" id="{B9B847CE-1494-EB76-B9F7-38F201281C5C}"/>
              </a:ext>
            </a:extLst>
          </p:cNvPr>
          <p:cNvSpPr>
            <a:spLocks xmlns:a="http://schemas.openxmlformats.org/drawingml/2006/main" noGrp="1"/>
          </p:cNvSpPr>
          <p:nvPr>
            <p:ph type="body" idx="13" hasCustomPrompt="1"/>
          </p:nvPr>
        </p:nvSpPr>
        <p:spPr>
          <a:xfrm xmlns:a="http://schemas.openxmlformats.org/drawingml/2006/main">
            <a:off x="797773" y="132590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4" name="Text Placeholder 33">
            <a:extLst xmlns:a="http://schemas.openxmlformats.org/drawingml/2006/main">
              <a:ext uri="{FF2B5EF4-FFF2-40B4-BE49-F238E27FC236}">
                <a16:creationId xmlns:a16="http://schemas.microsoft.com/office/drawing/2014/main" id="{2CBD8601-0EE0-1C22-9AF2-15631BDB0B16}"/>
              </a:ext>
            </a:extLst>
          </p:cNvPr>
          <p:cNvSpPr>
            <a:spLocks xmlns:a="http://schemas.openxmlformats.org/drawingml/2006/main" noGrp="1"/>
          </p:cNvSpPr>
          <p:nvPr>
            <p:ph type="body" idx="14" hasCustomPrompt="1"/>
          </p:nvPr>
        </p:nvSpPr>
        <p:spPr>
          <a:xfrm xmlns:a="http://schemas.openxmlformats.org/drawingml/2006/main">
            <a:off x="797774" y="196495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Text Placeholder 33">
            <a:extLst xmlns:a="http://schemas.openxmlformats.org/drawingml/2006/main">
              <a:ext uri="{FF2B5EF4-FFF2-40B4-BE49-F238E27FC236}">
                <a16:creationId xmlns:a16="http://schemas.microsoft.com/office/drawing/2014/main" id="{0A0EB793-5D1B-7CAC-A983-72F74B5C0FB6}"/>
              </a:ext>
            </a:extLst>
          </p:cNvPr>
          <p:cNvSpPr>
            <a:spLocks xmlns:a="http://schemas.openxmlformats.org/drawingml/2006/main" noGrp="1"/>
          </p:cNvSpPr>
          <p:nvPr>
            <p:ph type="body" idx="28" hasCustomPrompt="1"/>
          </p:nvPr>
        </p:nvSpPr>
        <p:spPr>
          <a:xfrm xmlns:a="http://schemas.openxmlformats.org/drawingml/2006/main">
            <a:off x="792538" y="2792454"/>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ext Placeholder 33">
            <a:extLst xmlns:a="http://schemas.openxmlformats.org/drawingml/2006/main">
              <a:ext uri="{FF2B5EF4-FFF2-40B4-BE49-F238E27FC236}">
                <a16:creationId xmlns:a16="http://schemas.microsoft.com/office/drawing/2014/main" id="{C8830B92-077C-42C2-7CF4-32E57CCAA196}"/>
              </a:ext>
            </a:extLst>
          </p:cNvPr>
          <p:cNvSpPr>
            <a:spLocks xmlns:a="http://schemas.openxmlformats.org/drawingml/2006/main" noGrp="1"/>
          </p:cNvSpPr>
          <p:nvPr>
            <p:ph type="body" idx="29" hasCustomPrompt="1"/>
          </p:nvPr>
        </p:nvSpPr>
        <p:spPr>
          <a:xfrm xmlns:a="http://schemas.openxmlformats.org/drawingml/2006/main">
            <a:off x="792539" y="3431508"/>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Text Placeholder 33">
            <a:extLst xmlns:a="http://schemas.openxmlformats.org/drawingml/2006/main">
              <a:ext uri="{FF2B5EF4-FFF2-40B4-BE49-F238E27FC236}">
                <a16:creationId xmlns:a16="http://schemas.microsoft.com/office/drawing/2014/main" id="{283801B3-C270-4242-E8A4-95C95B9D6FBD}"/>
              </a:ext>
            </a:extLst>
          </p:cNvPr>
          <p:cNvSpPr>
            <a:spLocks xmlns:a="http://schemas.openxmlformats.org/drawingml/2006/main" noGrp="1"/>
          </p:cNvSpPr>
          <p:nvPr>
            <p:ph type="body" idx="30" hasCustomPrompt="1"/>
          </p:nvPr>
        </p:nvSpPr>
        <p:spPr>
          <a:xfrm xmlns:a="http://schemas.openxmlformats.org/drawingml/2006/main">
            <a:off x="795484" y="431229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6" name="Text Placeholder 33">
            <a:extLst xmlns:a="http://schemas.openxmlformats.org/drawingml/2006/main">
              <a:ext uri="{FF2B5EF4-FFF2-40B4-BE49-F238E27FC236}">
                <a16:creationId xmlns:a16="http://schemas.microsoft.com/office/drawing/2014/main" id="{BF454C50-6F7C-4662-4836-A1158EEF6D4C}"/>
              </a:ext>
            </a:extLst>
          </p:cNvPr>
          <p:cNvSpPr>
            <a:spLocks xmlns:a="http://schemas.openxmlformats.org/drawingml/2006/main" noGrp="1"/>
          </p:cNvSpPr>
          <p:nvPr>
            <p:ph type="body" idx="31" hasCustomPrompt="1"/>
          </p:nvPr>
        </p:nvSpPr>
        <p:spPr>
          <a:xfrm xmlns:a="http://schemas.openxmlformats.org/drawingml/2006/main">
            <a:off x="795485" y="495134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43.xml><?xml version="1.0" encoding="utf-8"?>
<p:sldLayout xmlns:p="http://schemas.openxmlformats.org/presentationml/2006/main" preserve="1" userDrawn="1">
  <p:cSld name="Speaker_4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Four speakers on stage</a:t>
            </a:r>
          </a:p>
        </p:txBody>
      </p:sp>
      <p:pic>
        <p:nvPicPr>
          <p:cNvPr id="23" name="Graphic 2"/>
          <p:cNvPicPr>
            <a:picLocks xmlns:a="http://schemas.openxmlformats.org/drawingml/2006/main" noChangeAspect="1"/>
          </p:cNvPicPr>
          <p:nvPr/>
        </p:nvPicPr>
        <p:blipFill>
          <a:blip xmlns:r="http://schemas.openxmlformats.org/officeDocument/2006/relationships" xmlns:a="http://schemas.openxmlformats.org/drawingml/2006/main" r:embed="R8267a97b7c2a43f0">
            <a:extLst>
              <a:ext uri="{96DAC541-7B7A-43D3-8B79-37D633B846F1}">
                <asvg:svgBlip xmlns:asvg="http://schemas.microsoft.com/office/drawing/2016/SVG/main" r:embed="Re46db3675acd48c9"/>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Text Placeholder 33">
            <a:extLst xmlns:a="http://schemas.openxmlformats.org/drawingml/2006/main">
              <a:ext uri="{FF2B5EF4-FFF2-40B4-BE49-F238E27FC236}">
                <a16:creationId xmlns:a16="http://schemas.microsoft.com/office/drawing/2014/main" id="{F9F38D12-CAEB-FD20-511D-40562DCAA1EA}"/>
              </a:ext>
            </a:extLst>
          </p:cNvPr>
          <p:cNvSpPr>
            <a:spLocks xmlns:a="http://schemas.openxmlformats.org/drawingml/2006/main" noGrp="1"/>
          </p:cNvSpPr>
          <p:nvPr>
            <p:ph type="body" idx="13" hasCustomPrompt="1"/>
          </p:nvPr>
        </p:nvSpPr>
        <p:spPr>
          <a:xfrm xmlns:a="http://schemas.openxmlformats.org/drawingml/2006/main">
            <a:off x="784794" y="2108629"/>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A141B714-1A78-6D82-F378-939B470D8736}"/>
              </a:ext>
            </a:extLst>
          </p:cNvPr>
          <p:cNvSpPr>
            <a:spLocks xmlns:a="http://schemas.openxmlformats.org/drawingml/2006/main" noGrp="1"/>
          </p:cNvSpPr>
          <p:nvPr>
            <p:ph type="body" idx="14" hasCustomPrompt="1"/>
          </p:nvPr>
        </p:nvSpPr>
        <p:spPr>
          <a:xfrm xmlns:a="http://schemas.openxmlformats.org/drawingml/2006/main">
            <a:off x="784795" y="2747683"/>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2" name="Text Placeholder 33">
            <a:extLst xmlns:a="http://schemas.openxmlformats.org/drawingml/2006/main">
              <a:ext uri="{FF2B5EF4-FFF2-40B4-BE49-F238E27FC236}">
                <a16:creationId xmlns:a16="http://schemas.microsoft.com/office/drawing/2014/main" id="{B1EDA4C5-F281-1193-82E6-0BFE5AE994AE}"/>
              </a:ext>
            </a:extLst>
          </p:cNvPr>
          <p:cNvSpPr>
            <a:spLocks xmlns:a="http://schemas.openxmlformats.org/drawingml/2006/main" noGrp="1"/>
          </p:cNvSpPr>
          <p:nvPr>
            <p:ph type="body" idx="35" hasCustomPrompt="1"/>
          </p:nvPr>
        </p:nvSpPr>
        <p:spPr>
          <a:xfrm xmlns:a="http://schemas.openxmlformats.org/drawingml/2006/main">
            <a:off x="784795" y="3484327"/>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F247EF2C-2986-0D95-AC50-EE6C68BB5CE4}"/>
              </a:ext>
            </a:extLst>
          </p:cNvPr>
          <p:cNvSpPr>
            <a:spLocks xmlns:a="http://schemas.openxmlformats.org/drawingml/2006/main" noGrp="1"/>
          </p:cNvSpPr>
          <p:nvPr>
            <p:ph type="body" idx="36" hasCustomPrompt="1"/>
          </p:nvPr>
        </p:nvSpPr>
        <p:spPr>
          <a:xfrm xmlns:a="http://schemas.openxmlformats.org/drawingml/2006/main">
            <a:off x="784796" y="4123381"/>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7" name="Text Placeholder 33">
            <a:extLst xmlns:a="http://schemas.openxmlformats.org/drawingml/2006/main">
              <a:ext uri="{FF2B5EF4-FFF2-40B4-BE49-F238E27FC236}">
                <a16:creationId xmlns:a16="http://schemas.microsoft.com/office/drawing/2014/main" id="{0B404AA4-79A5-18F0-CE9F-3921A0925B1E}"/>
              </a:ext>
            </a:extLst>
          </p:cNvPr>
          <p:cNvSpPr>
            <a:spLocks xmlns:a="http://schemas.openxmlformats.org/drawingml/2006/main" noGrp="1"/>
          </p:cNvSpPr>
          <p:nvPr>
            <p:ph type="body" idx="37" hasCustomPrompt="1"/>
          </p:nvPr>
        </p:nvSpPr>
        <p:spPr>
          <a:xfrm xmlns:a="http://schemas.openxmlformats.org/drawingml/2006/main">
            <a:off x="5806438" y="2130723"/>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8" name="Text Placeholder 33">
            <a:extLst xmlns:a="http://schemas.openxmlformats.org/drawingml/2006/main">
              <a:ext uri="{FF2B5EF4-FFF2-40B4-BE49-F238E27FC236}">
                <a16:creationId xmlns:a16="http://schemas.microsoft.com/office/drawing/2014/main" id="{097CCA77-6454-4A36-DDFB-A9DE63B5C7E2}"/>
              </a:ext>
            </a:extLst>
          </p:cNvPr>
          <p:cNvSpPr>
            <a:spLocks xmlns:a="http://schemas.openxmlformats.org/drawingml/2006/main" noGrp="1"/>
          </p:cNvSpPr>
          <p:nvPr>
            <p:ph type="body" idx="38" hasCustomPrompt="1"/>
          </p:nvPr>
        </p:nvSpPr>
        <p:spPr>
          <a:xfrm xmlns:a="http://schemas.openxmlformats.org/drawingml/2006/main">
            <a:off x="5806439" y="2769777"/>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9" name="Text Placeholder 33">
            <a:extLst xmlns:a="http://schemas.openxmlformats.org/drawingml/2006/main">
              <a:ext uri="{FF2B5EF4-FFF2-40B4-BE49-F238E27FC236}">
                <a16:creationId xmlns:a16="http://schemas.microsoft.com/office/drawing/2014/main" id="{644A9E89-1875-451D-C69D-99660290007D}"/>
              </a:ext>
            </a:extLst>
          </p:cNvPr>
          <p:cNvSpPr>
            <a:spLocks xmlns:a="http://schemas.openxmlformats.org/drawingml/2006/main" noGrp="1"/>
          </p:cNvSpPr>
          <p:nvPr>
            <p:ph type="body" idx="39" hasCustomPrompt="1"/>
          </p:nvPr>
        </p:nvSpPr>
        <p:spPr>
          <a:xfrm xmlns:a="http://schemas.openxmlformats.org/drawingml/2006/main">
            <a:off x="5806439" y="3506421"/>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0" name="Text Placeholder 33">
            <a:extLst xmlns:a="http://schemas.openxmlformats.org/drawingml/2006/main">
              <a:ext uri="{FF2B5EF4-FFF2-40B4-BE49-F238E27FC236}">
                <a16:creationId xmlns:a16="http://schemas.microsoft.com/office/drawing/2014/main" id="{EC89510A-FA47-936C-E9A3-AD214B164A82}"/>
              </a:ext>
            </a:extLst>
          </p:cNvPr>
          <p:cNvSpPr>
            <a:spLocks xmlns:a="http://schemas.openxmlformats.org/drawingml/2006/main" noGrp="1"/>
          </p:cNvSpPr>
          <p:nvPr>
            <p:ph type="body" idx="40" hasCustomPrompt="1"/>
          </p:nvPr>
        </p:nvSpPr>
        <p:spPr>
          <a:xfrm xmlns:a="http://schemas.openxmlformats.org/drawingml/2006/main">
            <a:off x="5806440" y="4145475"/>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Tree>
  </p:cSld>
</p:sldLayout>
</file>

<file path=ppt/slideLayouts/slideLayout44.xml><?xml version="1.0" encoding="utf-8"?>
<p:sldLayout xmlns:p="http://schemas.openxmlformats.org/presentationml/2006/main" preserve="1" userDrawn="1">
  <p:cSld name="Dark - Agenda">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08d515ab795b453a">
            <a:extLst>
              <a:ext uri="{96DAC541-7B7A-43D3-8B79-37D633B846F1}">
                <asvg:svgBlip xmlns:asvg="http://schemas.microsoft.com/office/drawing/2016/SVG/main" r:embed="R8702c3853c6849c3"/>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5.xml><?xml version="1.0" encoding="utf-8"?>
<p:sldLayout xmlns:p="http://schemas.openxmlformats.org/presentationml/2006/main" preserve="1" userDrawn="1">
  <p:cSld name="Light - Agenda">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67c53c0721d3428f">
            <a:extLst>
              <a:ext uri="{96DAC541-7B7A-43D3-8B79-37D633B846F1}">
                <asvg:svgBlip xmlns:asvg="http://schemas.microsoft.com/office/drawing/2016/SVG/main" r:embed="Rdbdb5f1c5a54477c"/>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6.xml><?xml version="1.0" encoding="utf-8"?>
<p:sldLayout xmlns:p="http://schemas.openxmlformats.org/presentationml/2006/main" preserve="1" userDrawn="1">
  <p:cSld name="Dark - Agenda Table">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54af4cb118654abe">
            <a:extLst>
              <a:ext uri="{96DAC541-7B7A-43D3-8B79-37D633B846F1}">
                <asvg:svgBlip xmlns:asvg="http://schemas.microsoft.com/office/drawing/2016/SVG/main" r:embed="R48b30eb576014bd7"/>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7.xml><?xml version="1.0" encoding="utf-8"?>
<p:sldLayout xmlns:p="http://schemas.openxmlformats.org/presentationml/2006/main" preserve="1" userDrawn="1">
  <p:cSld name="Light - Agenda Tab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1e6d0ee9fdfb471c">
            <a:extLst>
              <a:ext uri="{96DAC541-7B7A-43D3-8B79-37D633B846F1}">
                <asvg:svgBlip xmlns:asvg="http://schemas.microsoft.com/office/drawing/2016/SVG/main" r:embed="R539291ee41644907"/>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8.xml><?xml version="1.0" encoding="utf-8"?>
<p:sldLayout xmlns:p="http://schemas.openxmlformats.org/presentationml/2006/main" preserve="1" userDrawn="1">
  <p:cSld name="Multi Statement – Dark">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Graphic 2"/>
          <p:cNvPicPr>
            <a:picLocks xmlns:a="http://schemas.openxmlformats.org/drawingml/2006/main" noChangeAspect="1"/>
          </p:cNvPicPr>
          <p:nvPr/>
        </p:nvPicPr>
        <p:blipFill>
          <a:blip xmlns:r="http://schemas.openxmlformats.org/officeDocument/2006/relationships" xmlns:a="http://schemas.openxmlformats.org/drawingml/2006/main" r:embed="Ra8f8cea2f51e480b">
            <a:extLst>
              <a:ext uri="{96DAC541-7B7A-43D3-8B79-37D633B846F1}">
                <asvg:svgBlip xmlns:asvg="http://schemas.microsoft.com/office/drawing/2016/SVG/main" r:embed="R023923dd966149ec"/>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9" name="Date Placeholder 4">
            <a:extLst xmlns:a="http://schemas.openxmlformats.org/drawingml/2006/main">
              <a:ext uri="{FF2B5EF4-FFF2-40B4-BE49-F238E27FC236}">
                <a16:creationId xmlns:a16="http://schemas.microsoft.com/office/drawing/2014/main" id="{22E0D5EC-D2F7-32C7-0542-FE33CC5E7C6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6" name="Text Placeholder 2">
            <a:extLst xmlns:a="http://schemas.openxmlformats.org/drawingml/2006/main">
              <a:ext uri="{FF2B5EF4-FFF2-40B4-BE49-F238E27FC236}">
                <a16:creationId xmlns:a16="http://schemas.microsoft.com/office/drawing/2014/main" id="{E4DCF24B-59BC-04B0-B557-EEF59BF81E12}"/>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0" name="Text Placeholder 4">
            <a:extLst xmlns:a="http://schemas.openxmlformats.org/drawingml/2006/main">
              <a:ext uri="{FF2B5EF4-FFF2-40B4-BE49-F238E27FC236}">
                <a16:creationId xmlns:a16="http://schemas.microsoft.com/office/drawing/2014/main" id="{44B2EADF-9C30-D624-9DFD-FDBFF41F8B1B}"/>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1" name="Text Placeholder 7">
            <a:extLst xmlns:a="http://schemas.openxmlformats.org/drawingml/2006/main">
              <a:ext uri="{FF2B5EF4-FFF2-40B4-BE49-F238E27FC236}">
                <a16:creationId xmlns:a16="http://schemas.microsoft.com/office/drawing/2014/main" id="{E7E762A4-B873-A5F3-276F-B1A4DD5DC4A0}"/>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2" name="Slide Number Placeholder 7">
            <a:extLst xmlns:a="http://schemas.openxmlformats.org/drawingml/2006/main">
              <a:ext uri="{FF2B5EF4-FFF2-40B4-BE49-F238E27FC236}">
                <a16:creationId xmlns:a16="http://schemas.microsoft.com/office/drawing/2014/main" id="{7987ACB5-95D6-365C-795A-D276B2B66E15}"/>
              </a:ext>
            </a:extLst>
          </p:cNvPr>
          <p:cNvSpPr>
            <a:spLocks xmlns:a="http://schemas.openxmlformats.org/drawingml/2006/main" noGrp="1"/>
          </p:cNvSpPr>
          <p:nvPr>
            <p:ph type="sldNum" idx="2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2CDB5C85-6ACF-BB32-518A-0AE8B7DD3CE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pic>
        <p:nvPicPr>
          <p:cNvPr id="36" name="OTag"/>
          <p:cNvPicPr>
            <a:picLocks xmlns:a="http://schemas.openxmlformats.org/drawingml/2006/main" noChangeAspect="1"/>
          </p:cNvPicPr>
          <p:nvPr/>
        </p:nvPicPr>
        <p:blipFill>
          <a:blip xmlns:r="http://schemas.openxmlformats.org/officeDocument/2006/relationships" xmlns:a="http://schemas.openxmlformats.org/drawingml/2006/main" r:embed="R72d37b1e928b42f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6" name="Freeform 25">
            <a:extLst xmlns:a="http://schemas.openxmlformats.org/drawingml/2006/main">
              <a:ext uri="{FF2B5EF4-FFF2-40B4-BE49-F238E27FC236}">
                <a16:creationId xmlns:a16="http://schemas.microsoft.com/office/drawing/2014/main" id="{2ECFE8BC-FBC3-206E-F574-E904CA38AAAE}"/>
              </a:ext>
            </a:extLst>
          </p:cNvPr>
          <p:cNvSpPr>
            <a:spLocks xmlns:a="http://schemas.openxmlformats.org/drawingml/2006/main" noGrp="1"/>
          </p:cNvSpPr>
          <p:nvPr/>
        </p:nvSpPr>
        <p:spPr>
          <a:xfrm xmlns:a="http://schemas.openxmlformats.org/drawingml/2006/main">
            <a:off x="11405616" y="6857748"/>
            <a:ext cx="393192" cy="253"/>
          </a:xfrm>
          <a:custGeom xmlns:a="http://schemas.openxmlformats.org/drawingml/2006/main">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rect l="l" t="t" r="r" b="b"/>
            <a:pathLst>
              <a:path w="393192" h="253">
                <a:moveTo>
                  <a:pt x="0" y="0"/>
                </a:moveTo>
                <a:lnTo>
                  <a:pt x="393192" y="0"/>
                </a:lnTo>
                <a:lnTo>
                  <a:pt x="393192" y="253"/>
                </a:lnTo>
                <a:lnTo>
                  <a:pt x="0" y="253"/>
                </a:lnTo>
                <a:lnTo>
                  <a:pt x="0" y="0"/>
                </a:ln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p>
        </p:txBody>
      </p:sp>
    </p:spTree>
  </p:cSld>
</p:sldLayout>
</file>

<file path=ppt/slideLayouts/slideLayout49.xml><?xml version="1.0" encoding="utf-8"?>
<p:sldLayout xmlns:p="http://schemas.openxmlformats.org/presentationml/2006/main" preserve="1" userDrawn="1">
  <p:cSld name="Multi Statement – Light">
    <p:bg>
      <p:bgPr>
        <a:solidFill xmlns:a="http://schemas.openxmlformats.org/drawingml/2006/main">
          <a:schemeClr val="bg2"/>
        </a:solidFill>
      </p:bgPr>
    </p:bg>
    <p:spTree>
      <p:nvGrpSpPr>
        <p:cNvPr id="1" name=""/>
        <p:cNvGrpSpPr/>
        <p:nvPr/>
      </p:nvGrpSpPr>
      <p:grpSpPr>
        <a:xfrm xmlns:a="http://schemas.openxmlformats.org/drawingml/2006/main"/>
      </p:grpSpPr>
      <p:pic>
        <p:nvPicPr>
          <p:cNvPr id="11" name="Graphic 9"/>
          <p:cNvPicPr>
            <a:picLocks xmlns:a="http://schemas.openxmlformats.org/drawingml/2006/main" noChangeAspect="1"/>
          </p:cNvPicPr>
          <p:nvPr/>
        </p:nvPicPr>
        <p:blipFill>
          <a:blip xmlns:r="http://schemas.openxmlformats.org/officeDocument/2006/relationships" xmlns:a="http://schemas.openxmlformats.org/drawingml/2006/main" r:embed="R2baaca22e83b46c8">
            <a:extLst>
              <a:ext uri="{96DAC541-7B7A-43D3-8B79-37D633B846F1}">
                <asvg:svgBlip xmlns:asvg="http://schemas.microsoft.com/office/drawing/2016/SVG/main" r:embed="R1682174b3f5a4513"/>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8" name="Date Placeholder 3">
            <a:extLst xmlns:a="http://schemas.openxmlformats.org/drawingml/2006/main">
              <a:ext uri="{FF2B5EF4-FFF2-40B4-BE49-F238E27FC236}">
                <a16:creationId xmlns:a16="http://schemas.microsoft.com/office/drawing/2014/main" id="{B215CC06-6A9B-37FA-76CA-2CC091DA648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 name="Slide Number Placeholder 5">
            <a:extLst xmlns:a="http://schemas.openxmlformats.org/drawingml/2006/main">
              <a:ext uri="{FF2B5EF4-FFF2-40B4-BE49-F238E27FC236}">
                <a16:creationId xmlns:a16="http://schemas.microsoft.com/office/drawing/2014/main" id="{4CB7A4E7-BA75-2474-D545-863B866F6A2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5C0E802C-9235-4781-9E8F-2C922A88134B}"/>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2" name="Text Placeholder 2">
            <a:extLst xmlns:a="http://schemas.openxmlformats.org/drawingml/2006/main">
              <a:ext uri="{FF2B5EF4-FFF2-40B4-BE49-F238E27FC236}">
                <a16:creationId xmlns:a16="http://schemas.microsoft.com/office/drawing/2014/main" id="{BC4944C4-BCA7-F523-CDDB-B2F7B43789BD}"/>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7" name="Text Placeholder 4">
            <a:extLst xmlns:a="http://schemas.openxmlformats.org/drawingml/2006/main">
              <a:ext uri="{FF2B5EF4-FFF2-40B4-BE49-F238E27FC236}">
                <a16:creationId xmlns:a16="http://schemas.microsoft.com/office/drawing/2014/main" id="{D42F262B-FAC2-7DDF-70B7-0EBEADDA66A9}"/>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9" name="Text Placeholder 7">
            <a:extLst xmlns:a="http://schemas.openxmlformats.org/drawingml/2006/main">
              <a:ext uri="{FF2B5EF4-FFF2-40B4-BE49-F238E27FC236}">
                <a16:creationId xmlns:a16="http://schemas.microsoft.com/office/drawing/2014/main" id="{90E686AD-7CAC-8695-D0AC-A474A9002ACB}"/>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Tree>
  </p:cSld>
</p:sldLayout>
</file>

<file path=ppt/slideLayouts/slideLayout50.xml><?xml version="1.0" encoding="utf-8"?>
<p:sldLayout xmlns:p="http://schemas.openxmlformats.org/presentationml/2006/main" preserve="1" userDrawn="1">
  <p:cSld name="Speaker_1">
    <p:bg>
      <p:bgRef idx="1001">
        <a:schemeClr xmlns:a="http://schemas.openxmlformats.org/drawingml/2006/main" val="bg2"/>
      </p:bgRef>
    </p:bg>
    <p:spTree>
      <p:nvGrpSpPr>
        <p:cNvPr id="1" name=""/>
        <p:cNvGrpSpPr/>
        <p:nvPr/>
      </p:nvGrpSpPr>
      <p:grpSpPr>
        <a:xfrm xmlns:a="http://schemas.openxmlformats.org/drawingml/2006/main"/>
      </p:grpSpPr>
      <p:pic>
        <p:nvPicPr>
          <p:cNvPr id="40" name="Graphic 5"/>
          <p:cNvPicPr>
            <a:picLocks xmlns:a="http://schemas.openxmlformats.org/drawingml/2006/main" noChangeAspect="1"/>
          </p:cNvPicPr>
          <p:nvPr/>
        </p:nvPicPr>
        <p:blipFill>
          <a:blip xmlns:r="http://schemas.openxmlformats.org/officeDocument/2006/relationships" xmlns:a="http://schemas.openxmlformats.org/drawingml/2006/main" r:embed="R58ed5afb0120453f">
            <a:extLst>
              <a:ext uri="{96DAC541-7B7A-43D3-8B79-37D633B846F1}">
                <asvg:svgBlip xmlns:asvg="http://schemas.microsoft.com/office/drawing/2016/SVG/main" r:embed="R8b14438434274b25"/>
              </a:ext>
            </a:extLst>
          </a:blip>
          <a:srcRect xmlns:a="http://schemas.openxmlformats.org/drawingml/2006/main" l="42612" t="12210" r="14437" b="12837"/>
          <a:stretch xmlns:a="http://schemas.openxmlformats.org/drawingml/2006/main"/>
        </p:blipFill>
        <p:spPr>
          <a:xfrm xmlns:a="http://schemas.openxmlformats.org/drawingml/2006/main">
            <a:off x="6307189" y="868568"/>
            <a:ext cx="4093374" cy="410347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F8DD237-1E40-4383-9C51-545B9C5DD604}"/>
              </a:ext>
            </a:extLst>
          </p:cNvPr>
          <p:cNvSpPr>
            <a:spLocks xmlns:a="http://schemas.openxmlformats.org/drawingml/2006/main" noGrp="1"/>
          </p:cNvSpPr>
          <p:nvPr>
            <p:ph type="title" idx="0" hasCustomPrompt="1"/>
          </p:nvPr>
        </p:nvSpPr>
        <p:spPr>
          <a:xfrm xmlns:a="http://schemas.openxmlformats.org/drawingml/2006/main">
            <a:off x="762000" y="1600200"/>
            <a:ext cx="3697357" cy="1320103"/>
          </a:xfrm>
        </p:spPr>
        <p:txBody>
          <a:bodyPr xmlns:a="http://schemas.openxmlformats.org/drawingml/2006/main" vert="horz" wrap="square" lIns="0" tIns="0" rIns="0" bIns="0" anchor="b">
            <a:normAutofit/>
          </a:bodyPr>
          <a:lstStyle xmlns:a="http://schemas.openxmlformats.org/drawingml/2006/main">
            <a:lvl1pPr>
              <a:buNone/>
              <a:defRPr sz="3200" b="1" i="0">
                <a:latin typeface="Oracle Sans Tab"/>
                <a:ea typeface="Oracle Sans Tab"/>
                <a:cs typeface="Oracle Sans Tab"/>
              </a:defRPr>
            </a:lvl1pPr>
          </a:lstStyle>
          <a:p xmlns:a="http://schemas.openxmlformats.org/drawingml/2006/main">
            <a:pPr marL="0" lvl="0">
              <a:lnSpc>
                <a:spcPct val="100000"/>
              </a:lnSpc>
              <a:buNone/>
            </a:pPr>
            <a:r>
              <a:t>Speaker</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730914" y="1325903"/>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730914" y="4847342"/>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730914" y="5211447"/>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372A12C9-976F-C50B-EE5B-FC3F2A92A43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6D5DD198-A04A-6BCB-84FC-559437A1F04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9D89F2E8-180E-4047-0986-0F230D404FF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1.xml><?xml version="1.0" encoding="utf-8"?>
<p:sldLayout xmlns:p="http://schemas.openxmlformats.org/presentationml/2006/main" preserve="1" userDrawn="1">
  <p:cSld name="Speaker_1-Profile">
    <p:bg>
      <p:bgPr>
        <a:solidFill xmlns:a="http://schemas.openxmlformats.org/drawingml/2006/main">
          <a:schemeClr val="bg2"/>
        </a:solidFill>
      </p:bgPr>
    </p:bg>
    <p:spTree>
      <p:nvGrpSpPr>
        <p:cNvPr id="1" name=""/>
        <p:cNvGrpSpPr/>
        <p:nvPr/>
      </p:nvGrpSpPr>
      <p:grpSpPr>
        <a:xfrm xmlns:a="http://schemas.openxmlformats.org/drawingml/2006/main"/>
      </p:grpSpPr>
      <p:pic>
        <p:nvPicPr>
          <p:cNvPr id="40" name="Graphic 6"/>
          <p:cNvPicPr>
            <a:picLocks xmlns:a="http://schemas.openxmlformats.org/drawingml/2006/main" noChangeAspect="1"/>
          </p:cNvPicPr>
          <p:nvPr/>
        </p:nvPicPr>
        <p:blipFill>
          <a:blip xmlns:r="http://schemas.openxmlformats.org/officeDocument/2006/relationships" xmlns:a="http://schemas.openxmlformats.org/drawingml/2006/main" r:embed="R21d3150f0dfc4fdd">
            <a:extLst>
              <a:ext uri="{96DAC541-7B7A-43D3-8B79-37D633B846F1}">
                <asvg:svgBlip xmlns:asvg="http://schemas.microsoft.com/office/drawing/2016/SVG/main" r:embed="Rdda59cb3e19043ee"/>
              </a:ext>
            </a:extLst>
          </a:blip>
          <a:srcRect xmlns:a="http://schemas.openxmlformats.org/drawingml/2006/main" l="42612" t="12210" r="14437" b="12837"/>
          <a:stretch xmlns:a="http://schemas.openxmlformats.org/drawingml/2006/main"/>
        </p:blipFill>
        <p:spPr>
          <a:xfrm xmlns:a="http://schemas.openxmlformats.org/drawingml/2006/main">
            <a:off x="456701" y="1247933"/>
            <a:ext cx="3908153" cy="3917792"/>
          </a:xfrm>
          <a:prstGeom xmlns:a="http://schemas.openxmlformats.org/drawingml/2006/main" prst="rect">
            <a:avLst/>
          </a:prstGeom>
        </p:spPr>
      </p:pic>
      <p:sp>
        <p:nvSpPr>
          <p:cNvPr id="3" name="Title 3">
            <a:extLst xmlns:a="http://schemas.openxmlformats.org/drawingml/2006/main">
              <a:ext uri="{FF2B5EF4-FFF2-40B4-BE49-F238E27FC236}">
                <a16:creationId xmlns:a16="http://schemas.microsoft.com/office/drawing/2014/main" id="{7B692C7B-23D2-F815-AA7B-2A7E53056DF4}"/>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97039" y="1583270"/>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92538" y="5135879"/>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92538" y="5499984"/>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Content Placeholder 4">
            <a:extLst xmlns:a="http://schemas.openxmlformats.org/drawingml/2006/main">
              <a:ext uri="{FF2B5EF4-FFF2-40B4-BE49-F238E27FC236}">
                <a16:creationId xmlns:a16="http://schemas.microsoft.com/office/drawing/2014/main" id="{746E9417-F0B6-6477-88CA-D06650D0745B}"/>
              </a:ext>
            </a:extLst>
          </p:cNvPr>
          <p:cNvSpPr>
            <a:spLocks xmlns:a="http://schemas.openxmlformats.org/drawingml/2006/main" noGrp="1"/>
          </p:cNvSpPr>
          <p:nvPr>
            <p:ph idx="16"/>
          </p:nvPr>
        </p:nvSpPr>
        <p:spPr>
          <a:xfrm xmlns:a="http://schemas.openxmlformats.org/drawingml/2006/main">
            <a:off x="4541838" y="2514610"/>
            <a:ext cx="6907212" cy="2651115"/>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Slide Number Placeholder 7">
            <a:extLst xmlns:a="http://schemas.openxmlformats.org/drawingml/2006/main">
              <a:ext uri="{FF2B5EF4-FFF2-40B4-BE49-F238E27FC236}">
                <a16:creationId xmlns:a16="http://schemas.microsoft.com/office/drawing/2014/main" id="{726CED8E-3269-CBEE-AC17-550ECD6FB69A}"/>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31110449-8712-D872-C8D5-93B229DFBFDE}"/>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4">
            <a:extLst xmlns:a="http://schemas.openxmlformats.org/drawingml/2006/main">
              <a:ext uri="{FF2B5EF4-FFF2-40B4-BE49-F238E27FC236}">
                <a16:creationId xmlns:a16="http://schemas.microsoft.com/office/drawing/2014/main" id="{EF4EF84C-2C31-7D08-88D6-853E01865AA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2.xml><?xml version="1.0" encoding="utf-8"?>
<p:sldLayout xmlns:p="http://schemas.openxmlformats.org/presentationml/2006/main" preserve="1" userDrawn="1">
  <p:cSld name="Speaker_2">
    <p:bg>
      <p:bgPr>
        <a:solidFill xmlns:a="http://schemas.openxmlformats.org/drawingml/2006/main">
          <a:schemeClr val="bg2"/>
        </a:solidFill>
      </p:bgPr>
    </p:bg>
    <p:spTree>
      <p:nvGrpSpPr>
        <p:cNvPr id="1" name=""/>
        <p:cNvGrpSpPr/>
        <p:nvPr/>
      </p:nvGrpSpPr>
      <p:grpSpPr>
        <a:xfrm xmlns:a="http://schemas.openxmlformats.org/drawingml/2006/main"/>
      </p:grpSpPr>
      <p:pic>
        <p:nvPicPr>
          <p:cNvPr id="41" name="Graphic 7"/>
          <p:cNvPicPr>
            <a:picLocks xmlns:a="http://schemas.openxmlformats.org/drawingml/2006/main" noChangeAspect="1"/>
          </p:cNvPicPr>
          <p:nvPr/>
        </p:nvPicPr>
        <p:blipFill>
          <a:blip xmlns:r="http://schemas.openxmlformats.org/officeDocument/2006/relationships" xmlns:a="http://schemas.openxmlformats.org/drawingml/2006/main" r:embed="R7a4885ab55a14d0e">
            <a:extLst>
              <a:ext uri="{96DAC541-7B7A-43D3-8B79-37D633B846F1}">
                <asvg:svgBlip xmlns:asvg="http://schemas.microsoft.com/office/drawing/2016/SVG/main" r:embed="Rbebe5d85354242a4"/>
              </a:ext>
            </a:extLst>
          </a:blip>
          <a:srcRect xmlns:a="http://schemas.openxmlformats.org/drawingml/2006/main" l="42612" t="12210" r="14437" b="12837"/>
          <a:stretch xmlns:a="http://schemas.openxmlformats.org/drawingml/2006/main"/>
        </p:blipFill>
        <p:spPr>
          <a:xfrm xmlns:a="http://schemas.openxmlformats.org/drawingml/2006/main">
            <a:off x="7734150" y="1182539"/>
            <a:ext cx="3567993" cy="357679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1D55E47-4DBE-46C5-AA1D-6AC25D117460}"/>
              </a:ext>
            </a:extLst>
          </p:cNvPr>
          <p:cNvSpPr>
            <a:spLocks xmlns:a="http://schemas.openxmlformats.org/drawingml/2006/main" noGrp="1"/>
          </p:cNvSpPr>
          <p:nvPr>
            <p:ph type="title" idx="0" hasCustomPrompt="1"/>
          </p:nvPr>
        </p:nvSpPr>
        <p:spPr>
          <a:xfrm xmlns:a="http://schemas.openxmlformats.org/drawingml/2006/main">
            <a:off x="762000" y="1600200"/>
            <a:ext cx="25603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4446925" y="1548702"/>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4166157"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4166157"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7" name="Picture Placeholder 4">
            <a:extLst xmlns:a="http://schemas.openxmlformats.org/drawingml/2006/main">
              <a:ext uri="{FF2B5EF4-FFF2-40B4-BE49-F238E27FC236}">
                <a16:creationId xmlns:a16="http://schemas.microsoft.com/office/drawing/2014/main" id="{AD80FD35-1640-4598-BFDA-3E05A9FCEBBE}"/>
              </a:ext>
            </a:extLst>
          </p:cNvPr>
          <p:cNvSpPr>
            <a:spLocks xmlns:a="http://schemas.openxmlformats.org/drawingml/2006/main" noGrp="1"/>
          </p:cNvSpPr>
          <p:nvPr>
            <p:ph type="pic" idx="19"/>
          </p:nvPr>
        </p:nvSpPr>
        <p:spPr>
          <a:xfrm xmlns:a="http://schemas.openxmlformats.org/drawingml/2006/main">
            <a:off x="8157472" y="1599336"/>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1" name="Text Placeholder 33">
            <a:extLst xmlns:a="http://schemas.openxmlformats.org/drawingml/2006/main">
              <a:ext uri="{FF2B5EF4-FFF2-40B4-BE49-F238E27FC236}">
                <a16:creationId xmlns:a16="http://schemas.microsoft.com/office/drawing/2014/main" id="{AF0CFD6E-C443-4D08-B5C0-973C8F72617B}"/>
              </a:ext>
            </a:extLst>
          </p:cNvPr>
          <p:cNvSpPr>
            <a:spLocks xmlns:a="http://schemas.openxmlformats.org/drawingml/2006/main" noGrp="1"/>
          </p:cNvSpPr>
          <p:nvPr>
            <p:ph type="body" idx="20" hasCustomPrompt="1"/>
          </p:nvPr>
        </p:nvSpPr>
        <p:spPr>
          <a:xfrm xmlns:a="http://schemas.openxmlformats.org/drawingml/2006/main">
            <a:off x="7915156"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5" name="Text Placeholder 33">
            <a:extLst xmlns:a="http://schemas.openxmlformats.org/drawingml/2006/main">
              <a:ext uri="{FF2B5EF4-FFF2-40B4-BE49-F238E27FC236}">
                <a16:creationId xmlns:a16="http://schemas.microsoft.com/office/drawing/2014/main" id="{F3C3D640-B9ED-4162-9C4F-0F9F774E639B}"/>
              </a:ext>
            </a:extLst>
          </p:cNvPr>
          <p:cNvSpPr>
            <a:spLocks xmlns:a="http://schemas.openxmlformats.org/drawingml/2006/main" noGrp="1"/>
          </p:cNvSpPr>
          <p:nvPr>
            <p:ph type="body" idx="21" hasCustomPrompt="1"/>
          </p:nvPr>
        </p:nvSpPr>
        <p:spPr>
          <a:xfrm xmlns:a="http://schemas.openxmlformats.org/drawingml/2006/main">
            <a:off x="7915156"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90537780-8302-81C2-C045-4F2DEDF594EF}"/>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A92B0D41-4168-EC0C-ADF5-AC9E34B1653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D753EE4A-4B0D-E70D-3900-1851E13A291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pic>
        <p:nvPicPr>
          <p:cNvPr id="52" name="Graphic 5"/>
          <p:cNvPicPr>
            <a:picLocks xmlns:a="http://schemas.openxmlformats.org/drawingml/2006/main" noChangeAspect="1"/>
          </p:cNvPicPr>
          <p:nvPr/>
        </p:nvPicPr>
        <p:blipFill>
          <a:blip xmlns:r="http://schemas.openxmlformats.org/officeDocument/2006/relationships" xmlns:a="http://schemas.openxmlformats.org/drawingml/2006/main" r:embed="R7a4885ab55a14d0e">
            <a:extLst>
              <a:ext uri="{96DAC541-7B7A-43D3-8B79-37D633B846F1}">
                <asvg:svgBlip xmlns:asvg="http://schemas.microsoft.com/office/drawing/2016/SVG/main" r:embed="Rbebe5d85354242a4"/>
              </a:ext>
            </a:extLst>
          </a:blip>
          <a:srcRect xmlns:a="http://schemas.openxmlformats.org/drawingml/2006/main" l="42612" t="12210" r="14437" b="12837"/>
          <a:stretch xmlns:a="http://schemas.openxmlformats.org/drawingml/2006/main"/>
        </p:blipFill>
        <p:spPr>
          <a:xfrm xmlns:a="http://schemas.openxmlformats.org/drawingml/2006/main">
            <a:off x="4034529" y="1131906"/>
            <a:ext cx="3567993" cy="3576793"/>
          </a:xfrm>
          <a:prstGeom xmlns:a="http://schemas.openxmlformats.org/drawingml/2006/main" prst="rect">
            <a:avLst/>
          </a:prstGeom>
        </p:spPr>
      </p:pic>
    </p:spTree>
  </p:cSld>
</p:sldLayout>
</file>

<file path=ppt/slideLayouts/slideLayout53.xml><?xml version="1.0" encoding="utf-8"?>
<p:sldLayout xmlns:p="http://schemas.openxmlformats.org/presentationml/2006/main" preserve="1" userDrawn="1">
  <p:cSld name="Speaker_3">
    <p:bg>
      <p:bgPr>
        <a:solidFill xmlns:a="http://schemas.openxmlformats.org/drawingml/2006/main">
          <a:schemeClr val="bg2"/>
        </a:solidFill>
      </p:bgPr>
    </p:bg>
    <p:spTree>
      <p:nvGrpSpPr>
        <p:cNvPr id="1" name=""/>
        <p:cNvGrpSpPr/>
        <p:nvPr/>
      </p:nvGrpSpPr>
      <p:grpSpPr>
        <a:xfrm xmlns:a="http://schemas.openxmlformats.org/drawingml/2006/main"/>
      </p:grpSpPr>
      <p:sp>
        <p:nvSpPr>
          <p:cNvPr id="32" name="Title 1">
            <a:extLst xmlns:a="http://schemas.openxmlformats.org/drawingml/2006/main">
              <a:ext uri="{FF2B5EF4-FFF2-40B4-BE49-F238E27FC236}">
                <a16:creationId xmlns:a16="http://schemas.microsoft.com/office/drawing/2014/main" id="{F61107A6-7831-4EC7-8264-2809B94682DD}"/>
              </a:ext>
            </a:extLst>
          </p:cNvPr>
          <p:cNvSpPr>
            <a:spLocks xmlns:a="http://schemas.openxmlformats.org/drawingml/2006/main" noGrp="1"/>
          </p:cNvSpPr>
          <p:nvPr>
            <p:ph type="title" idx="0" hasCustomPrompt="1"/>
          </p:nvPr>
        </p:nvSpPr>
        <p:spPr>
          <a:xfrm xmlns:a="http://schemas.openxmlformats.org/drawingml/2006/main">
            <a:off x="762000" y="1600200"/>
            <a:ext cx="320040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832060" y="502952"/>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653752" y="2682622"/>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653752" y="3011421"/>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FDC25F51-F732-4DED-B41F-218C4B09A992}"/>
              </a:ext>
            </a:extLst>
          </p:cNvPr>
          <p:cNvSpPr>
            <a:spLocks xmlns:a="http://schemas.openxmlformats.org/drawingml/2006/main" noGrp="1"/>
          </p:cNvSpPr>
          <p:nvPr>
            <p:ph type="pic" idx="28"/>
          </p:nvPr>
        </p:nvSpPr>
        <p:spPr>
          <a:xfrm xmlns:a="http://schemas.openxmlformats.org/drawingml/2006/main">
            <a:off x="4463764"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3" name="Text Placeholder 33">
            <a:extLst xmlns:a="http://schemas.openxmlformats.org/drawingml/2006/main">
              <a:ext uri="{FF2B5EF4-FFF2-40B4-BE49-F238E27FC236}">
                <a16:creationId xmlns:a16="http://schemas.microsoft.com/office/drawing/2014/main" id="{D1B52A4B-0972-4F91-92C6-8090BEF5CCCB}"/>
              </a:ext>
            </a:extLst>
          </p:cNvPr>
          <p:cNvSpPr>
            <a:spLocks xmlns:a="http://schemas.openxmlformats.org/drawingml/2006/main" noGrp="1"/>
          </p:cNvSpPr>
          <p:nvPr>
            <p:ph type="body" idx="29" hasCustomPrompt="1"/>
          </p:nvPr>
        </p:nvSpPr>
        <p:spPr>
          <a:xfrm xmlns:a="http://schemas.openxmlformats.org/drawingml/2006/main">
            <a:off x="4285456" y="502118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4" name="Text Placeholder 33">
            <a:extLst xmlns:a="http://schemas.openxmlformats.org/drawingml/2006/main">
              <a:ext uri="{FF2B5EF4-FFF2-40B4-BE49-F238E27FC236}">
                <a16:creationId xmlns:a16="http://schemas.microsoft.com/office/drawing/2014/main" id="{D6D713D8-07E2-4DC7-808A-1A9CD0EBCC6B}"/>
              </a:ext>
            </a:extLst>
          </p:cNvPr>
          <p:cNvSpPr>
            <a:spLocks xmlns:a="http://schemas.openxmlformats.org/drawingml/2006/main" noGrp="1"/>
          </p:cNvSpPr>
          <p:nvPr>
            <p:ph type="body" idx="30" hasCustomPrompt="1"/>
          </p:nvPr>
        </p:nvSpPr>
        <p:spPr>
          <a:xfrm xmlns:a="http://schemas.openxmlformats.org/drawingml/2006/main">
            <a:off x="4285456" y="534998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5" name="Picture Placeholder 4">
            <a:extLst xmlns:a="http://schemas.openxmlformats.org/drawingml/2006/main">
              <a:ext uri="{FF2B5EF4-FFF2-40B4-BE49-F238E27FC236}">
                <a16:creationId xmlns:a16="http://schemas.microsoft.com/office/drawing/2014/main" id="{D54CB0FE-E711-41BE-AE1E-539BC7B7761E}"/>
              </a:ext>
            </a:extLst>
          </p:cNvPr>
          <p:cNvSpPr>
            <a:spLocks xmlns:a="http://schemas.openxmlformats.org/drawingml/2006/main" noGrp="1"/>
          </p:cNvSpPr>
          <p:nvPr>
            <p:ph type="pic" idx="31"/>
          </p:nvPr>
        </p:nvSpPr>
        <p:spPr>
          <a:xfrm xmlns:a="http://schemas.openxmlformats.org/drawingml/2006/main">
            <a:off x="9593466"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6" name="Text Placeholder 33">
            <a:extLst xmlns:a="http://schemas.openxmlformats.org/drawingml/2006/main">
              <a:ext uri="{FF2B5EF4-FFF2-40B4-BE49-F238E27FC236}">
                <a16:creationId xmlns:a16="http://schemas.microsoft.com/office/drawing/2014/main" id="{C9D94F0F-A124-427C-8B51-4EA7A2DA41ED}"/>
              </a:ext>
            </a:extLst>
          </p:cNvPr>
          <p:cNvSpPr>
            <a:spLocks xmlns:a="http://schemas.openxmlformats.org/drawingml/2006/main" noGrp="1"/>
          </p:cNvSpPr>
          <p:nvPr>
            <p:ph type="body" idx="32" hasCustomPrompt="1"/>
          </p:nvPr>
        </p:nvSpPr>
        <p:spPr>
          <a:xfrm xmlns:a="http://schemas.openxmlformats.org/drawingml/2006/main">
            <a:off x="9415158" y="501840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9" name="Text Placeholder 33">
            <a:extLst xmlns:a="http://schemas.openxmlformats.org/drawingml/2006/main">
              <a:ext uri="{FF2B5EF4-FFF2-40B4-BE49-F238E27FC236}">
                <a16:creationId xmlns:a16="http://schemas.microsoft.com/office/drawing/2014/main" id="{D51FC9E3-DCC2-4D0A-80C8-4CB3924EC6CD}"/>
              </a:ext>
            </a:extLst>
          </p:cNvPr>
          <p:cNvSpPr>
            <a:spLocks xmlns:a="http://schemas.openxmlformats.org/drawingml/2006/main" noGrp="1"/>
          </p:cNvSpPr>
          <p:nvPr>
            <p:ph type="body" idx="33" hasCustomPrompt="1"/>
          </p:nvPr>
        </p:nvSpPr>
        <p:spPr>
          <a:xfrm xmlns:a="http://schemas.openxmlformats.org/drawingml/2006/main">
            <a:off x="9415158" y="534720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9551C7D5-93CF-BA74-CCF0-4136B0743763}"/>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5C84E735-4FBC-11F2-537D-944E6BCA9E4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C254BE3A-04D0-D60F-3E47-CF743F97370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4.xml><?xml version="1.0" encoding="utf-8"?>
<p:sldLayout xmlns:p="http://schemas.openxmlformats.org/presentationml/2006/main" preserve="1" userDrawn="1">
  <p:cSld name="Speaker_4">
    <p:bg>
      <p:bgPr>
        <a:solidFill xmlns:a="http://schemas.openxmlformats.org/drawingml/2006/main">
          <a:schemeClr val="bg2"/>
        </a:solidFill>
      </p:bgPr>
    </p:bg>
    <p:spTree>
      <p:nvGrpSpPr>
        <p:cNvPr id="1" name=""/>
        <p:cNvGrpSpPr/>
        <p:nvPr/>
      </p:nvGrpSpPr>
      <p:grpSpPr>
        <a:xfrm xmlns:a="http://schemas.openxmlformats.org/drawingml/2006/main"/>
      </p:grpSpPr>
      <p:sp>
        <p:nvSpPr>
          <p:cNvPr id="36" name="Title 1">
            <a:extLst xmlns:a="http://schemas.openxmlformats.org/drawingml/2006/main">
              <a:ext uri="{FF2B5EF4-FFF2-40B4-BE49-F238E27FC236}">
                <a16:creationId xmlns:a16="http://schemas.microsoft.com/office/drawing/2014/main" id="{AD59539A-0265-4CF1-A242-1D32DF1299D9}"/>
              </a:ext>
            </a:extLst>
          </p:cNvPr>
          <p:cNvSpPr>
            <a:spLocks xmlns:a="http://schemas.openxmlformats.org/drawingml/2006/main" noGrp="1"/>
          </p:cNvSpPr>
          <p:nvPr>
            <p:ph type="title" idx="0" hasCustomPrompt="1"/>
          </p:nvPr>
        </p:nvSpPr>
        <p:spPr>
          <a:xfrm xmlns:a="http://schemas.openxmlformats.org/drawingml/2006/main">
            <a:off x="761998" y="1600200"/>
            <a:ext cx="34747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28574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10225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10225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0" name="Picture Placeholder 4">
            <a:extLst xmlns:a="http://schemas.openxmlformats.org/drawingml/2006/main">
              <a:ext uri="{FF2B5EF4-FFF2-40B4-BE49-F238E27FC236}">
                <a16:creationId xmlns:a16="http://schemas.microsoft.com/office/drawing/2014/main" id="{13E21815-6A02-4A6A-80C9-0617BE9066A4}"/>
              </a:ext>
            </a:extLst>
          </p:cNvPr>
          <p:cNvSpPr>
            <a:spLocks xmlns:a="http://schemas.openxmlformats.org/drawingml/2006/main" noGrp="1"/>
          </p:cNvSpPr>
          <p:nvPr>
            <p:ph type="pic" idx="16"/>
          </p:nvPr>
        </p:nvSpPr>
        <p:spPr>
          <a:xfrm xmlns:a="http://schemas.openxmlformats.org/drawingml/2006/main">
            <a:off x="909682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2" name="Text Placeholder 33">
            <a:extLst xmlns:a="http://schemas.openxmlformats.org/drawingml/2006/main">
              <a:ext uri="{FF2B5EF4-FFF2-40B4-BE49-F238E27FC236}">
                <a16:creationId xmlns:a16="http://schemas.microsoft.com/office/drawing/2014/main" id="{B1E285A0-A2E7-DE49-A7D9-B15F13096B4D}"/>
              </a:ext>
            </a:extLst>
          </p:cNvPr>
          <p:cNvSpPr>
            <a:spLocks xmlns:a="http://schemas.openxmlformats.org/drawingml/2006/main" noGrp="1"/>
          </p:cNvSpPr>
          <p:nvPr>
            <p:ph type="body" idx="23" hasCustomPrompt="1"/>
          </p:nvPr>
        </p:nvSpPr>
        <p:spPr>
          <a:xfrm xmlns:a="http://schemas.openxmlformats.org/drawingml/2006/main">
            <a:off x="891333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3" name="Text Placeholder 33">
            <a:extLst xmlns:a="http://schemas.openxmlformats.org/drawingml/2006/main">
              <a:ext uri="{FF2B5EF4-FFF2-40B4-BE49-F238E27FC236}">
                <a16:creationId xmlns:a16="http://schemas.microsoft.com/office/drawing/2014/main" id="{824EDADA-2643-C24E-A532-5AF7FDEFBB0A}"/>
              </a:ext>
            </a:extLst>
          </p:cNvPr>
          <p:cNvSpPr>
            <a:spLocks xmlns:a="http://schemas.openxmlformats.org/drawingml/2006/main" noGrp="1"/>
          </p:cNvSpPr>
          <p:nvPr>
            <p:ph type="body" idx="24" hasCustomPrompt="1"/>
          </p:nvPr>
        </p:nvSpPr>
        <p:spPr>
          <a:xfrm xmlns:a="http://schemas.openxmlformats.org/drawingml/2006/main">
            <a:off x="891333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0" name="Picture Placeholder 4">
            <a:extLst xmlns:a="http://schemas.openxmlformats.org/drawingml/2006/main">
              <a:ext uri="{FF2B5EF4-FFF2-40B4-BE49-F238E27FC236}">
                <a16:creationId xmlns:a16="http://schemas.microsoft.com/office/drawing/2014/main" id="{EFC6E2D0-3B2A-2942-B1BA-2FB20BD0EEC6}"/>
              </a:ext>
            </a:extLst>
          </p:cNvPr>
          <p:cNvSpPr>
            <a:spLocks xmlns:a="http://schemas.openxmlformats.org/drawingml/2006/main" noGrp="1"/>
          </p:cNvSpPr>
          <p:nvPr>
            <p:ph type="pic" idx="27"/>
          </p:nvPr>
        </p:nvSpPr>
        <p:spPr>
          <a:xfrm xmlns:a="http://schemas.openxmlformats.org/drawingml/2006/main">
            <a:off x="628574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8" name="Text Placeholder 33">
            <a:extLst xmlns:a="http://schemas.openxmlformats.org/drawingml/2006/main">
              <a:ext uri="{FF2B5EF4-FFF2-40B4-BE49-F238E27FC236}">
                <a16:creationId xmlns:a16="http://schemas.microsoft.com/office/drawing/2014/main" id="{C58C0826-10EF-F849-A3C1-413E3484114A}"/>
              </a:ext>
            </a:extLst>
          </p:cNvPr>
          <p:cNvSpPr>
            <a:spLocks xmlns:a="http://schemas.openxmlformats.org/drawingml/2006/main" noGrp="1"/>
          </p:cNvSpPr>
          <p:nvPr>
            <p:ph type="body" idx="25" hasCustomPrompt="1"/>
          </p:nvPr>
        </p:nvSpPr>
        <p:spPr>
          <a:xfrm xmlns:a="http://schemas.openxmlformats.org/drawingml/2006/main">
            <a:off x="610225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9" name="Text Placeholder 33">
            <a:extLst xmlns:a="http://schemas.openxmlformats.org/drawingml/2006/main">
              <a:ext uri="{FF2B5EF4-FFF2-40B4-BE49-F238E27FC236}">
                <a16:creationId xmlns:a16="http://schemas.microsoft.com/office/drawing/2014/main" id="{31FE92C1-9507-1C45-8CA1-FA2A0EA3FCED}"/>
              </a:ext>
            </a:extLst>
          </p:cNvPr>
          <p:cNvSpPr>
            <a:spLocks xmlns:a="http://schemas.openxmlformats.org/drawingml/2006/main" noGrp="1"/>
          </p:cNvSpPr>
          <p:nvPr>
            <p:ph type="body" idx="26" hasCustomPrompt="1"/>
          </p:nvPr>
        </p:nvSpPr>
        <p:spPr>
          <a:xfrm xmlns:a="http://schemas.openxmlformats.org/drawingml/2006/main">
            <a:off x="610225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ED40B0E3-F4BB-EC49-8D7A-713B54016EEA}"/>
              </a:ext>
            </a:extLst>
          </p:cNvPr>
          <p:cNvSpPr>
            <a:spLocks xmlns:a="http://schemas.openxmlformats.org/drawingml/2006/main" noGrp="1"/>
          </p:cNvSpPr>
          <p:nvPr>
            <p:ph type="pic" idx="28"/>
          </p:nvPr>
        </p:nvSpPr>
        <p:spPr>
          <a:xfrm xmlns:a="http://schemas.openxmlformats.org/drawingml/2006/main">
            <a:off x="909682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2" name="Text Placeholder 33">
            <a:extLst xmlns:a="http://schemas.openxmlformats.org/drawingml/2006/main">
              <a:ext uri="{FF2B5EF4-FFF2-40B4-BE49-F238E27FC236}">
                <a16:creationId xmlns:a16="http://schemas.microsoft.com/office/drawing/2014/main" id="{75EA1EAA-9631-6446-9C35-80FDF680DE0B}"/>
              </a:ext>
            </a:extLst>
          </p:cNvPr>
          <p:cNvSpPr>
            <a:spLocks xmlns:a="http://schemas.openxmlformats.org/drawingml/2006/main" noGrp="1"/>
          </p:cNvSpPr>
          <p:nvPr>
            <p:ph type="body" idx="29" hasCustomPrompt="1"/>
          </p:nvPr>
        </p:nvSpPr>
        <p:spPr>
          <a:xfrm xmlns:a="http://schemas.openxmlformats.org/drawingml/2006/main">
            <a:off x="891333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3" name="Text Placeholder 33">
            <a:extLst xmlns:a="http://schemas.openxmlformats.org/drawingml/2006/main">
              <a:ext uri="{FF2B5EF4-FFF2-40B4-BE49-F238E27FC236}">
                <a16:creationId xmlns:a16="http://schemas.microsoft.com/office/drawing/2014/main" id="{D9FA6B46-487D-254B-8AB6-DCB6C449BF8B}"/>
              </a:ext>
            </a:extLst>
          </p:cNvPr>
          <p:cNvSpPr>
            <a:spLocks xmlns:a="http://schemas.openxmlformats.org/drawingml/2006/main" noGrp="1"/>
          </p:cNvSpPr>
          <p:nvPr>
            <p:ph type="body" idx="30" hasCustomPrompt="1"/>
          </p:nvPr>
        </p:nvSpPr>
        <p:spPr>
          <a:xfrm xmlns:a="http://schemas.openxmlformats.org/drawingml/2006/main">
            <a:off x="891333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r>
              <a:t>[Date]</a:t>
            </a:r>
          </a:p>
        </p:txBody>
      </p:sp>
    </p:spTree>
  </p:cSld>
</p:sldLayout>
</file>

<file path=ppt/slideLayouts/slideLayout55.xml><?xml version="1.0" encoding="utf-8"?>
<p:sldLayout xmlns:p="http://schemas.openxmlformats.org/presentationml/2006/main" preserve="1" userDrawn="1">
  <p:cSld name="Speaker_6">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68257"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2438576"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2438576"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8" name="Picture 2">
            <a:extLst xmlns:a="http://schemas.openxmlformats.org/drawingml/2006/main">
              <a:ext uri="{FF2B5EF4-FFF2-40B4-BE49-F238E27FC236}">
                <a16:creationId xmlns:a16="http://schemas.microsoft.com/office/drawing/2014/main" id="{E87225CC-8F09-5A46-B785-5C244024F8BB}"/>
              </a:ext>
            </a:extLst>
          </p:cNvPr>
          <p:cNvSpPr>
            <a:spLocks xmlns:a="http://schemas.openxmlformats.org/drawingml/2006/main" noGrp="1"/>
          </p:cNvSpPr>
          <p:nvPr>
            <p:ph type="pic" idx="38"/>
          </p:nvPr>
        </p:nvSpPr>
        <p:spPr>
          <a:xfrm xmlns:a="http://schemas.openxmlformats.org/drawingml/2006/main">
            <a:off x="768257"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9" name="Name 2">
            <a:extLst xmlns:a="http://schemas.openxmlformats.org/drawingml/2006/main">
              <a:ext uri="{FF2B5EF4-FFF2-40B4-BE49-F238E27FC236}">
                <a16:creationId xmlns:a16="http://schemas.microsoft.com/office/drawing/2014/main" id="{213DB2F1-1A57-00A0-D060-4C9E8EA12AC0}"/>
              </a:ext>
            </a:extLst>
          </p:cNvPr>
          <p:cNvSpPr>
            <a:spLocks xmlns:a="http://schemas.openxmlformats.org/drawingml/2006/main" noGrp="1"/>
          </p:cNvSpPr>
          <p:nvPr>
            <p:ph type="body" idx="39" hasCustomPrompt="1"/>
          </p:nvPr>
        </p:nvSpPr>
        <p:spPr>
          <a:xfrm xmlns:a="http://schemas.openxmlformats.org/drawingml/2006/main">
            <a:off x="2438576" y="3371397"/>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0" name="Title 2">
            <a:extLst xmlns:a="http://schemas.openxmlformats.org/drawingml/2006/main">
              <a:ext uri="{FF2B5EF4-FFF2-40B4-BE49-F238E27FC236}">
                <a16:creationId xmlns:a16="http://schemas.microsoft.com/office/drawing/2014/main" id="{6D7EA926-2CBE-46FC-736F-448E6E0788B4}"/>
              </a:ext>
            </a:extLst>
          </p:cNvPr>
          <p:cNvSpPr>
            <a:spLocks xmlns:a="http://schemas.openxmlformats.org/drawingml/2006/main" noGrp="1"/>
          </p:cNvSpPr>
          <p:nvPr>
            <p:ph type="body" idx="40" hasCustomPrompt="1"/>
          </p:nvPr>
        </p:nvSpPr>
        <p:spPr>
          <a:xfrm xmlns:a="http://schemas.openxmlformats.org/drawingml/2006/main">
            <a:off x="2438576" y="3675928"/>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2" name="Picture 3">
            <a:extLst xmlns:a="http://schemas.openxmlformats.org/drawingml/2006/main">
              <a:ext uri="{FF2B5EF4-FFF2-40B4-BE49-F238E27FC236}">
                <a16:creationId xmlns:a16="http://schemas.microsoft.com/office/drawing/2014/main" id="{B9743AA0-6CB0-2E48-9ADB-1CC690E743B4}"/>
              </a:ext>
            </a:extLst>
          </p:cNvPr>
          <p:cNvSpPr>
            <a:spLocks xmlns:a="http://schemas.openxmlformats.org/drawingml/2006/main" noGrp="1"/>
          </p:cNvSpPr>
          <p:nvPr>
            <p:ph type="pic" idx="32"/>
          </p:nvPr>
        </p:nvSpPr>
        <p:spPr>
          <a:xfrm xmlns:a="http://schemas.openxmlformats.org/drawingml/2006/main">
            <a:off x="768257"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3" name="Name 3">
            <a:extLst xmlns:a="http://schemas.openxmlformats.org/drawingml/2006/main">
              <a:ext uri="{FF2B5EF4-FFF2-40B4-BE49-F238E27FC236}">
                <a16:creationId xmlns:a16="http://schemas.microsoft.com/office/drawing/2014/main" id="{7FE364B2-4B5D-0750-F686-7376A0054F8F}"/>
              </a:ext>
            </a:extLst>
          </p:cNvPr>
          <p:cNvSpPr>
            <a:spLocks xmlns:a="http://schemas.openxmlformats.org/drawingml/2006/main" noGrp="1"/>
          </p:cNvSpPr>
          <p:nvPr>
            <p:ph type="body" idx="33" hasCustomPrompt="1"/>
          </p:nvPr>
        </p:nvSpPr>
        <p:spPr>
          <a:xfrm xmlns:a="http://schemas.openxmlformats.org/drawingml/2006/main">
            <a:off x="2438576" y="5083641"/>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4" name="Name 3">
            <a:extLst xmlns:a="http://schemas.openxmlformats.org/drawingml/2006/main">
              <a:ext uri="{FF2B5EF4-FFF2-40B4-BE49-F238E27FC236}">
                <a16:creationId xmlns:a16="http://schemas.microsoft.com/office/drawing/2014/main" id="{111F11BD-FB90-28F4-5BED-A457E1D33F32}"/>
              </a:ext>
            </a:extLst>
          </p:cNvPr>
          <p:cNvSpPr>
            <a:spLocks xmlns:a="http://schemas.openxmlformats.org/drawingml/2006/main" noGrp="1"/>
          </p:cNvSpPr>
          <p:nvPr>
            <p:ph type="body" idx="34" hasCustomPrompt="1"/>
          </p:nvPr>
        </p:nvSpPr>
        <p:spPr>
          <a:xfrm xmlns:a="http://schemas.openxmlformats.org/drawingml/2006/main">
            <a:off x="2438576" y="5388172"/>
            <a:ext cx="1920240" cy="246888"/>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1" name="Picture 4">
            <a:extLst xmlns:a="http://schemas.openxmlformats.org/drawingml/2006/main">
              <a:ext uri="{FF2B5EF4-FFF2-40B4-BE49-F238E27FC236}">
                <a16:creationId xmlns:a16="http://schemas.microsoft.com/office/drawing/2014/main" id="{288C7677-74A4-87D5-B77D-03AC70679BAC}"/>
              </a:ext>
            </a:extLst>
          </p:cNvPr>
          <p:cNvSpPr>
            <a:spLocks xmlns:a="http://schemas.openxmlformats.org/drawingml/2006/main" noGrp="1"/>
          </p:cNvSpPr>
          <p:nvPr>
            <p:ph type="pic" idx="41"/>
          </p:nvPr>
        </p:nvSpPr>
        <p:spPr>
          <a:xfrm xmlns:a="http://schemas.openxmlformats.org/drawingml/2006/main">
            <a:off x="6379003"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92" name="Name 4">
            <a:extLst xmlns:a="http://schemas.openxmlformats.org/drawingml/2006/main">
              <a:ext uri="{FF2B5EF4-FFF2-40B4-BE49-F238E27FC236}">
                <a16:creationId xmlns:a16="http://schemas.microsoft.com/office/drawing/2014/main" id="{AF588FE9-35BC-F09C-55DF-26752ACAD486}"/>
              </a:ext>
            </a:extLst>
          </p:cNvPr>
          <p:cNvSpPr>
            <a:spLocks xmlns:a="http://schemas.openxmlformats.org/drawingml/2006/main" noGrp="1"/>
          </p:cNvSpPr>
          <p:nvPr>
            <p:ph type="body" idx="42" hasCustomPrompt="1"/>
          </p:nvPr>
        </p:nvSpPr>
        <p:spPr>
          <a:xfrm xmlns:a="http://schemas.openxmlformats.org/drawingml/2006/main">
            <a:off x="8037558"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3" name="Title 4">
            <a:extLst xmlns:a="http://schemas.openxmlformats.org/drawingml/2006/main">
              <a:ext uri="{FF2B5EF4-FFF2-40B4-BE49-F238E27FC236}">
                <a16:creationId xmlns:a16="http://schemas.microsoft.com/office/drawing/2014/main" id="{BC8C5213-FFE9-AE65-FDE6-CBF115337B71}"/>
              </a:ext>
            </a:extLst>
          </p:cNvPr>
          <p:cNvSpPr>
            <a:spLocks xmlns:a="http://schemas.openxmlformats.org/drawingml/2006/main" noGrp="1"/>
          </p:cNvSpPr>
          <p:nvPr>
            <p:ph type="body" idx="43" hasCustomPrompt="1"/>
          </p:nvPr>
        </p:nvSpPr>
        <p:spPr>
          <a:xfrm xmlns:a="http://schemas.openxmlformats.org/drawingml/2006/main">
            <a:off x="8037558"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5" name="Picture 5">
            <a:extLst xmlns:a="http://schemas.openxmlformats.org/drawingml/2006/main">
              <a:ext uri="{FF2B5EF4-FFF2-40B4-BE49-F238E27FC236}">
                <a16:creationId xmlns:a16="http://schemas.microsoft.com/office/drawing/2014/main" id="{25483374-F780-293B-7C18-D75F9FA05893}"/>
              </a:ext>
            </a:extLst>
          </p:cNvPr>
          <p:cNvSpPr>
            <a:spLocks xmlns:a="http://schemas.openxmlformats.org/drawingml/2006/main" noGrp="1"/>
          </p:cNvSpPr>
          <p:nvPr>
            <p:ph type="pic" idx="35"/>
          </p:nvPr>
        </p:nvSpPr>
        <p:spPr>
          <a:xfrm xmlns:a="http://schemas.openxmlformats.org/drawingml/2006/main">
            <a:off x="6379003"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6" name="Name 5">
            <a:extLst xmlns:a="http://schemas.openxmlformats.org/drawingml/2006/main">
              <a:ext uri="{FF2B5EF4-FFF2-40B4-BE49-F238E27FC236}">
                <a16:creationId xmlns:a16="http://schemas.microsoft.com/office/drawing/2014/main" id="{BF047364-28B8-1F30-EEEB-7B6E2368A6AB}"/>
              </a:ext>
            </a:extLst>
          </p:cNvPr>
          <p:cNvSpPr>
            <a:spLocks xmlns:a="http://schemas.openxmlformats.org/drawingml/2006/main" noGrp="1"/>
          </p:cNvSpPr>
          <p:nvPr>
            <p:ph type="body" idx="36" hasCustomPrompt="1"/>
          </p:nvPr>
        </p:nvSpPr>
        <p:spPr>
          <a:xfrm xmlns:a="http://schemas.openxmlformats.org/drawingml/2006/main">
            <a:off x="8037558" y="3355413"/>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7" name="Title 5">
            <a:extLst xmlns:a="http://schemas.openxmlformats.org/drawingml/2006/main">
              <a:ext uri="{FF2B5EF4-FFF2-40B4-BE49-F238E27FC236}">
                <a16:creationId xmlns:a16="http://schemas.microsoft.com/office/drawing/2014/main" id="{09D55A0B-3944-9795-0EC9-244A2E8C0062}"/>
              </a:ext>
            </a:extLst>
          </p:cNvPr>
          <p:cNvSpPr>
            <a:spLocks xmlns:a="http://schemas.openxmlformats.org/drawingml/2006/main" noGrp="1"/>
          </p:cNvSpPr>
          <p:nvPr>
            <p:ph type="body" idx="37" hasCustomPrompt="1"/>
          </p:nvPr>
        </p:nvSpPr>
        <p:spPr>
          <a:xfrm xmlns:a="http://schemas.openxmlformats.org/drawingml/2006/main">
            <a:off x="8037558" y="3659944"/>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4" name="Picture 6">
            <a:extLst xmlns:a="http://schemas.openxmlformats.org/drawingml/2006/main">
              <a:ext uri="{FF2B5EF4-FFF2-40B4-BE49-F238E27FC236}">
                <a16:creationId xmlns:a16="http://schemas.microsoft.com/office/drawing/2014/main" id="{C5596C01-BDD3-872C-1E20-6F26FD847F92}"/>
              </a:ext>
            </a:extLst>
          </p:cNvPr>
          <p:cNvSpPr>
            <a:spLocks xmlns:a="http://schemas.openxmlformats.org/drawingml/2006/main" noGrp="1"/>
          </p:cNvSpPr>
          <p:nvPr>
            <p:ph type="pic" idx="44"/>
          </p:nvPr>
        </p:nvSpPr>
        <p:spPr>
          <a:xfrm xmlns:a="http://schemas.openxmlformats.org/drawingml/2006/main">
            <a:off x="6379003"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95" name="Name 6">
            <a:extLst xmlns:a="http://schemas.openxmlformats.org/drawingml/2006/main">
              <a:ext uri="{FF2B5EF4-FFF2-40B4-BE49-F238E27FC236}">
                <a16:creationId xmlns:a16="http://schemas.microsoft.com/office/drawing/2014/main" id="{908A6C8C-55F0-CAFA-799F-1586491CE534}"/>
              </a:ext>
            </a:extLst>
          </p:cNvPr>
          <p:cNvSpPr>
            <a:spLocks xmlns:a="http://schemas.openxmlformats.org/drawingml/2006/main" noGrp="1"/>
          </p:cNvSpPr>
          <p:nvPr>
            <p:ph type="body" idx="45" hasCustomPrompt="1"/>
          </p:nvPr>
        </p:nvSpPr>
        <p:spPr>
          <a:xfrm xmlns:a="http://schemas.openxmlformats.org/drawingml/2006/main">
            <a:off x="8037558" y="5078984"/>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6" name="Name 7">
            <a:extLst xmlns:a="http://schemas.openxmlformats.org/drawingml/2006/main">
              <a:ext uri="{FF2B5EF4-FFF2-40B4-BE49-F238E27FC236}">
                <a16:creationId xmlns:a16="http://schemas.microsoft.com/office/drawing/2014/main" id="{80B8C125-5BDD-9CC4-70C3-CBF897A29E80}"/>
              </a:ext>
            </a:extLst>
          </p:cNvPr>
          <p:cNvSpPr>
            <a:spLocks xmlns:a="http://schemas.openxmlformats.org/drawingml/2006/main" noGrp="1"/>
          </p:cNvSpPr>
          <p:nvPr>
            <p:ph type="body" idx="46" hasCustomPrompt="1"/>
          </p:nvPr>
        </p:nvSpPr>
        <p:spPr>
          <a:xfrm xmlns:a="http://schemas.openxmlformats.org/drawingml/2006/main">
            <a:off x="8037558" y="5383515"/>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6.xml><?xml version="1.0" encoding="utf-8"?>
<p:sldLayout xmlns:p="http://schemas.openxmlformats.org/presentationml/2006/main" preserve="1" userDrawn="1">
  <p:cSld name="Speaker_10">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11129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010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010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2" name="Picture 2">
            <a:extLst xmlns:a="http://schemas.openxmlformats.org/drawingml/2006/main">
              <a:ext uri="{FF2B5EF4-FFF2-40B4-BE49-F238E27FC236}">
                <a16:creationId xmlns:a16="http://schemas.microsoft.com/office/drawing/2014/main" id="{E3A8C480-E935-0DA4-A150-7A798552D69B}"/>
              </a:ext>
            </a:extLst>
          </p:cNvPr>
          <p:cNvSpPr>
            <a:spLocks xmlns:a="http://schemas.openxmlformats.org/drawingml/2006/main" noGrp="1"/>
          </p:cNvSpPr>
          <p:nvPr>
            <p:ph type="pic" idx="32"/>
          </p:nvPr>
        </p:nvSpPr>
        <p:spPr>
          <a:xfrm xmlns:a="http://schemas.openxmlformats.org/drawingml/2006/main">
            <a:off x="339896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3" name="Name 2">
            <a:extLst xmlns:a="http://schemas.openxmlformats.org/drawingml/2006/main">
              <a:ext uri="{FF2B5EF4-FFF2-40B4-BE49-F238E27FC236}">
                <a16:creationId xmlns:a16="http://schemas.microsoft.com/office/drawing/2014/main" id="{D53E72DD-B667-6F64-FC11-B158256A1D6A}"/>
              </a:ext>
            </a:extLst>
          </p:cNvPr>
          <p:cNvSpPr>
            <a:spLocks xmlns:a="http://schemas.openxmlformats.org/drawingml/2006/main" noGrp="1"/>
          </p:cNvSpPr>
          <p:nvPr>
            <p:ph type="body" idx="33" hasCustomPrompt="1"/>
          </p:nvPr>
        </p:nvSpPr>
        <p:spPr>
          <a:xfrm xmlns:a="http://schemas.openxmlformats.org/drawingml/2006/main">
            <a:off x="298705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4" name="Title 2">
            <a:extLst xmlns:a="http://schemas.openxmlformats.org/drawingml/2006/main">
              <a:ext uri="{FF2B5EF4-FFF2-40B4-BE49-F238E27FC236}">
                <a16:creationId xmlns:a16="http://schemas.microsoft.com/office/drawing/2014/main" id="{1151B9AB-CBE4-1067-D049-3E69A0E78E18}"/>
              </a:ext>
            </a:extLst>
          </p:cNvPr>
          <p:cNvSpPr>
            <a:spLocks xmlns:a="http://schemas.openxmlformats.org/drawingml/2006/main" noGrp="1"/>
          </p:cNvSpPr>
          <p:nvPr>
            <p:ph type="body" idx="34" hasCustomPrompt="1"/>
          </p:nvPr>
        </p:nvSpPr>
        <p:spPr>
          <a:xfrm xmlns:a="http://schemas.openxmlformats.org/drawingml/2006/main">
            <a:off x="298705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5" name="Picture 3 ">
            <a:extLst xmlns:a="http://schemas.openxmlformats.org/drawingml/2006/main">
              <a:ext uri="{FF2B5EF4-FFF2-40B4-BE49-F238E27FC236}">
                <a16:creationId xmlns:a16="http://schemas.microsoft.com/office/drawing/2014/main" id="{B3646944-CB74-48E5-20C3-42C4C0663CDF}"/>
              </a:ext>
            </a:extLst>
          </p:cNvPr>
          <p:cNvSpPr>
            <a:spLocks xmlns:a="http://schemas.openxmlformats.org/drawingml/2006/main" noGrp="1"/>
          </p:cNvSpPr>
          <p:nvPr>
            <p:ph type="pic" idx="35"/>
          </p:nvPr>
        </p:nvSpPr>
        <p:spPr>
          <a:xfrm xmlns:a="http://schemas.openxmlformats.org/drawingml/2006/main">
            <a:off x="568493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6" name="Name 3">
            <a:extLst xmlns:a="http://schemas.openxmlformats.org/drawingml/2006/main">
              <a:ext uri="{FF2B5EF4-FFF2-40B4-BE49-F238E27FC236}">
                <a16:creationId xmlns:a16="http://schemas.microsoft.com/office/drawing/2014/main" id="{4E1E4910-6DC5-4CFB-72D7-6EF41C7392E6}"/>
              </a:ext>
            </a:extLst>
          </p:cNvPr>
          <p:cNvSpPr>
            <a:spLocks xmlns:a="http://schemas.openxmlformats.org/drawingml/2006/main" noGrp="1"/>
          </p:cNvSpPr>
          <p:nvPr>
            <p:ph type="body" idx="36" hasCustomPrompt="1"/>
          </p:nvPr>
        </p:nvSpPr>
        <p:spPr>
          <a:xfrm xmlns:a="http://schemas.openxmlformats.org/drawingml/2006/main">
            <a:off x="527302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7" name="Title 3">
            <a:extLst xmlns:a="http://schemas.openxmlformats.org/drawingml/2006/main">
              <a:ext uri="{FF2B5EF4-FFF2-40B4-BE49-F238E27FC236}">
                <a16:creationId xmlns:a16="http://schemas.microsoft.com/office/drawing/2014/main" id="{694BBFD6-ACCD-92AD-91C9-FA5C1A7A9F62}"/>
              </a:ext>
            </a:extLst>
          </p:cNvPr>
          <p:cNvSpPr>
            <a:spLocks xmlns:a="http://schemas.openxmlformats.org/drawingml/2006/main" noGrp="1"/>
          </p:cNvSpPr>
          <p:nvPr>
            <p:ph type="body" idx="37" hasCustomPrompt="1"/>
          </p:nvPr>
        </p:nvSpPr>
        <p:spPr>
          <a:xfrm xmlns:a="http://schemas.openxmlformats.org/drawingml/2006/main">
            <a:off x="527302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8" name="Picture 4">
            <a:extLst xmlns:a="http://schemas.openxmlformats.org/drawingml/2006/main">
              <a:ext uri="{FF2B5EF4-FFF2-40B4-BE49-F238E27FC236}">
                <a16:creationId xmlns:a16="http://schemas.microsoft.com/office/drawing/2014/main" id="{8646106B-DADA-406C-A020-501C2210B615}"/>
              </a:ext>
            </a:extLst>
          </p:cNvPr>
          <p:cNvSpPr>
            <a:spLocks xmlns:a="http://schemas.openxmlformats.org/drawingml/2006/main" noGrp="1"/>
          </p:cNvSpPr>
          <p:nvPr>
            <p:ph type="pic" idx="38"/>
          </p:nvPr>
        </p:nvSpPr>
        <p:spPr>
          <a:xfrm xmlns:a="http://schemas.openxmlformats.org/drawingml/2006/main">
            <a:off x="797091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9" name="Name 4">
            <a:extLst xmlns:a="http://schemas.openxmlformats.org/drawingml/2006/main">
              <a:ext uri="{FF2B5EF4-FFF2-40B4-BE49-F238E27FC236}">
                <a16:creationId xmlns:a16="http://schemas.microsoft.com/office/drawing/2014/main" id="{6279EEA7-C6AB-434D-DDF6-9F7C6BCDE10A}"/>
              </a:ext>
            </a:extLst>
          </p:cNvPr>
          <p:cNvSpPr>
            <a:spLocks xmlns:a="http://schemas.openxmlformats.org/drawingml/2006/main" noGrp="1"/>
          </p:cNvSpPr>
          <p:nvPr>
            <p:ph type="body" idx="39" hasCustomPrompt="1"/>
          </p:nvPr>
        </p:nvSpPr>
        <p:spPr>
          <a:xfrm xmlns:a="http://schemas.openxmlformats.org/drawingml/2006/main">
            <a:off x="755900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0" name="Title 4">
            <a:extLst xmlns:a="http://schemas.openxmlformats.org/drawingml/2006/main">
              <a:ext uri="{FF2B5EF4-FFF2-40B4-BE49-F238E27FC236}">
                <a16:creationId xmlns:a16="http://schemas.microsoft.com/office/drawing/2014/main" id="{E6AFB52F-3CFF-BC09-B703-6A62B9560C5A}"/>
              </a:ext>
            </a:extLst>
          </p:cNvPr>
          <p:cNvSpPr>
            <a:spLocks xmlns:a="http://schemas.openxmlformats.org/drawingml/2006/main" noGrp="1"/>
          </p:cNvSpPr>
          <p:nvPr>
            <p:ph type="body" idx="40" hasCustomPrompt="1"/>
          </p:nvPr>
        </p:nvSpPr>
        <p:spPr>
          <a:xfrm xmlns:a="http://schemas.openxmlformats.org/drawingml/2006/main">
            <a:off x="755900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61" name="Picture 5">
            <a:extLst xmlns:a="http://schemas.openxmlformats.org/drawingml/2006/main">
              <a:ext uri="{FF2B5EF4-FFF2-40B4-BE49-F238E27FC236}">
                <a16:creationId xmlns:a16="http://schemas.microsoft.com/office/drawing/2014/main" id="{10E92D5F-57AC-A19A-FED7-7254BA223549}"/>
              </a:ext>
            </a:extLst>
          </p:cNvPr>
          <p:cNvSpPr>
            <a:spLocks xmlns:a="http://schemas.openxmlformats.org/drawingml/2006/main" noGrp="1"/>
          </p:cNvSpPr>
          <p:nvPr>
            <p:ph type="pic" idx="41"/>
          </p:nvPr>
        </p:nvSpPr>
        <p:spPr>
          <a:xfrm xmlns:a="http://schemas.openxmlformats.org/drawingml/2006/main">
            <a:off x="102568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62" name="Name 5">
            <a:extLst xmlns:a="http://schemas.openxmlformats.org/drawingml/2006/main">
              <a:ext uri="{FF2B5EF4-FFF2-40B4-BE49-F238E27FC236}">
                <a16:creationId xmlns:a16="http://schemas.microsoft.com/office/drawing/2014/main" id="{3CEC1BD5-E4C9-59CE-7CCC-3444C64A28AA}"/>
              </a:ext>
            </a:extLst>
          </p:cNvPr>
          <p:cNvSpPr>
            <a:spLocks xmlns:a="http://schemas.openxmlformats.org/drawingml/2006/main" noGrp="1"/>
          </p:cNvSpPr>
          <p:nvPr>
            <p:ph type="body" idx="42" hasCustomPrompt="1"/>
          </p:nvPr>
        </p:nvSpPr>
        <p:spPr>
          <a:xfrm xmlns:a="http://schemas.openxmlformats.org/drawingml/2006/main">
            <a:off x="98449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3" name="Title 5">
            <a:extLst xmlns:a="http://schemas.openxmlformats.org/drawingml/2006/main">
              <a:ext uri="{FF2B5EF4-FFF2-40B4-BE49-F238E27FC236}">
                <a16:creationId xmlns:a16="http://schemas.microsoft.com/office/drawing/2014/main" id="{D34A6BDA-F544-70E1-6388-E3C1BF5771E8}"/>
              </a:ext>
            </a:extLst>
          </p:cNvPr>
          <p:cNvSpPr>
            <a:spLocks xmlns:a="http://schemas.openxmlformats.org/drawingml/2006/main" noGrp="1"/>
          </p:cNvSpPr>
          <p:nvPr>
            <p:ph type="body" idx="43" hasCustomPrompt="1"/>
          </p:nvPr>
        </p:nvSpPr>
        <p:spPr>
          <a:xfrm xmlns:a="http://schemas.openxmlformats.org/drawingml/2006/main">
            <a:off x="98449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6" name="Picture 1">
            <a:extLst xmlns:a="http://schemas.openxmlformats.org/drawingml/2006/main">
              <a:ext uri="{FF2B5EF4-FFF2-40B4-BE49-F238E27FC236}">
                <a16:creationId xmlns:a16="http://schemas.microsoft.com/office/drawing/2014/main" id="{72521944-24A4-E7C1-7474-2B6FF0394BDA}"/>
              </a:ext>
            </a:extLst>
          </p:cNvPr>
          <p:cNvSpPr>
            <a:spLocks xmlns:a="http://schemas.openxmlformats.org/drawingml/2006/main" noGrp="1"/>
          </p:cNvSpPr>
          <p:nvPr>
            <p:ph type="pic" idx="44"/>
          </p:nvPr>
        </p:nvSpPr>
        <p:spPr>
          <a:xfrm xmlns:a="http://schemas.openxmlformats.org/drawingml/2006/main">
            <a:off x="11129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7" name="Name 1">
            <a:extLst xmlns:a="http://schemas.openxmlformats.org/drawingml/2006/main">
              <a:ext uri="{FF2B5EF4-FFF2-40B4-BE49-F238E27FC236}">
                <a16:creationId xmlns:a16="http://schemas.microsoft.com/office/drawing/2014/main" id="{FB00A11F-459A-98FB-66B0-1222171BD164}"/>
              </a:ext>
            </a:extLst>
          </p:cNvPr>
          <p:cNvSpPr>
            <a:spLocks xmlns:a="http://schemas.openxmlformats.org/drawingml/2006/main" noGrp="1"/>
          </p:cNvSpPr>
          <p:nvPr>
            <p:ph type="body" idx="45" hasCustomPrompt="1"/>
          </p:nvPr>
        </p:nvSpPr>
        <p:spPr>
          <a:xfrm xmlns:a="http://schemas.openxmlformats.org/drawingml/2006/main">
            <a:off x="7010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 name="Title 1">
            <a:extLst xmlns:a="http://schemas.openxmlformats.org/drawingml/2006/main">
              <a:ext uri="{FF2B5EF4-FFF2-40B4-BE49-F238E27FC236}">
                <a16:creationId xmlns:a16="http://schemas.microsoft.com/office/drawing/2014/main" id="{66025BE5-0FFD-92F6-A4BA-CB6102BD8E75}"/>
              </a:ext>
            </a:extLst>
          </p:cNvPr>
          <p:cNvSpPr>
            <a:spLocks xmlns:a="http://schemas.openxmlformats.org/drawingml/2006/main" noGrp="1"/>
          </p:cNvSpPr>
          <p:nvPr>
            <p:ph type="body" idx="46" hasCustomPrompt="1"/>
          </p:nvPr>
        </p:nvSpPr>
        <p:spPr>
          <a:xfrm xmlns:a="http://schemas.openxmlformats.org/drawingml/2006/main">
            <a:off x="7010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Picture 2">
            <a:extLst xmlns:a="http://schemas.openxmlformats.org/drawingml/2006/main">
              <a:ext uri="{FF2B5EF4-FFF2-40B4-BE49-F238E27FC236}">
                <a16:creationId xmlns:a16="http://schemas.microsoft.com/office/drawing/2014/main" id="{144C0724-9767-678B-A5C4-93F92C82A294}"/>
              </a:ext>
            </a:extLst>
          </p:cNvPr>
          <p:cNvSpPr>
            <a:spLocks xmlns:a="http://schemas.openxmlformats.org/drawingml/2006/main" noGrp="1"/>
          </p:cNvSpPr>
          <p:nvPr>
            <p:ph type="pic" idx="47"/>
          </p:nvPr>
        </p:nvSpPr>
        <p:spPr>
          <a:xfrm xmlns:a="http://schemas.openxmlformats.org/drawingml/2006/main">
            <a:off x="339896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0" name="Name 2">
            <a:extLst xmlns:a="http://schemas.openxmlformats.org/drawingml/2006/main">
              <a:ext uri="{FF2B5EF4-FFF2-40B4-BE49-F238E27FC236}">
                <a16:creationId xmlns:a16="http://schemas.microsoft.com/office/drawing/2014/main" id="{8200242F-3C33-4861-1BBB-5205F5F9B02F}"/>
              </a:ext>
            </a:extLst>
          </p:cNvPr>
          <p:cNvSpPr>
            <a:spLocks xmlns:a="http://schemas.openxmlformats.org/drawingml/2006/main" noGrp="1"/>
          </p:cNvSpPr>
          <p:nvPr>
            <p:ph type="body" idx="48" hasCustomPrompt="1"/>
          </p:nvPr>
        </p:nvSpPr>
        <p:spPr>
          <a:xfrm xmlns:a="http://schemas.openxmlformats.org/drawingml/2006/main">
            <a:off x="298705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1" name="Title 2">
            <a:extLst xmlns:a="http://schemas.openxmlformats.org/drawingml/2006/main">
              <a:ext uri="{FF2B5EF4-FFF2-40B4-BE49-F238E27FC236}">
                <a16:creationId xmlns:a16="http://schemas.microsoft.com/office/drawing/2014/main" id="{78E243D4-1A0C-2B5D-0602-EC28F75F2CDF}"/>
              </a:ext>
            </a:extLst>
          </p:cNvPr>
          <p:cNvSpPr>
            <a:spLocks xmlns:a="http://schemas.openxmlformats.org/drawingml/2006/main" noGrp="1"/>
          </p:cNvSpPr>
          <p:nvPr>
            <p:ph type="body" idx="49" hasCustomPrompt="1"/>
          </p:nvPr>
        </p:nvSpPr>
        <p:spPr>
          <a:xfrm xmlns:a="http://schemas.openxmlformats.org/drawingml/2006/main">
            <a:off x="298705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Picture 3 ">
            <a:extLst xmlns:a="http://schemas.openxmlformats.org/drawingml/2006/main">
              <a:ext uri="{FF2B5EF4-FFF2-40B4-BE49-F238E27FC236}">
                <a16:creationId xmlns:a16="http://schemas.microsoft.com/office/drawing/2014/main" id="{25BE96FF-1149-A871-059D-5FC5C5724DE2}"/>
              </a:ext>
            </a:extLst>
          </p:cNvPr>
          <p:cNvSpPr>
            <a:spLocks xmlns:a="http://schemas.openxmlformats.org/drawingml/2006/main" noGrp="1"/>
          </p:cNvSpPr>
          <p:nvPr>
            <p:ph type="pic" idx="50"/>
          </p:nvPr>
        </p:nvSpPr>
        <p:spPr>
          <a:xfrm xmlns:a="http://schemas.openxmlformats.org/drawingml/2006/main">
            <a:off x="568493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3" name="Name 3">
            <a:extLst xmlns:a="http://schemas.openxmlformats.org/drawingml/2006/main">
              <a:ext uri="{FF2B5EF4-FFF2-40B4-BE49-F238E27FC236}">
                <a16:creationId xmlns:a16="http://schemas.microsoft.com/office/drawing/2014/main" id="{C79E27DB-CB5A-5B10-1D20-382BE231D8B4}"/>
              </a:ext>
            </a:extLst>
          </p:cNvPr>
          <p:cNvSpPr>
            <a:spLocks xmlns:a="http://schemas.openxmlformats.org/drawingml/2006/main" noGrp="1"/>
          </p:cNvSpPr>
          <p:nvPr>
            <p:ph type="body" idx="51" hasCustomPrompt="1"/>
          </p:nvPr>
        </p:nvSpPr>
        <p:spPr>
          <a:xfrm xmlns:a="http://schemas.openxmlformats.org/drawingml/2006/main">
            <a:off x="527302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itle 3">
            <a:extLst xmlns:a="http://schemas.openxmlformats.org/drawingml/2006/main">
              <a:ext uri="{FF2B5EF4-FFF2-40B4-BE49-F238E27FC236}">
                <a16:creationId xmlns:a16="http://schemas.microsoft.com/office/drawing/2014/main" id="{E3168F24-D5E1-A01A-9FE4-02BBEBCAC256}"/>
              </a:ext>
            </a:extLst>
          </p:cNvPr>
          <p:cNvSpPr>
            <a:spLocks xmlns:a="http://schemas.openxmlformats.org/drawingml/2006/main" noGrp="1"/>
          </p:cNvSpPr>
          <p:nvPr>
            <p:ph type="body" idx="52" hasCustomPrompt="1"/>
          </p:nvPr>
        </p:nvSpPr>
        <p:spPr>
          <a:xfrm xmlns:a="http://schemas.openxmlformats.org/drawingml/2006/main">
            <a:off x="527302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Picture 4">
            <a:extLst xmlns:a="http://schemas.openxmlformats.org/drawingml/2006/main">
              <a:ext uri="{FF2B5EF4-FFF2-40B4-BE49-F238E27FC236}">
                <a16:creationId xmlns:a16="http://schemas.microsoft.com/office/drawing/2014/main" id="{C28F1BA1-9C38-C15A-DAF0-7D7D17BF4911}"/>
              </a:ext>
            </a:extLst>
          </p:cNvPr>
          <p:cNvSpPr>
            <a:spLocks xmlns:a="http://schemas.openxmlformats.org/drawingml/2006/main" noGrp="1"/>
          </p:cNvSpPr>
          <p:nvPr>
            <p:ph type="pic" idx="53"/>
          </p:nvPr>
        </p:nvSpPr>
        <p:spPr>
          <a:xfrm xmlns:a="http://schemas.openxmlformats.org/drawingml/2006/main">
            <a:off x="797091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6" name="Name 4">
            <a:extLst xmlns:a="http://schemas.openxmlformats.org/drawingml/2006/main">
              <a:ext uri="{FF2B5EF4-FFF2-40B4-BE49-F238E27FC236}">
                <a16:creationId xmlns:a16="http://schemas.microsoft.com/office/drawing/2014/main" id="{A736C04C-99C8-5B44-F5FF-04676206CDF7}"/>
              </a:ext>
            </a:extLst>
          </p:cNvPr>
          <p:cNvSpPr>
            <a:spLocks xmlns:a="http://schemas.openxmlformats.org/drawingml/2006/main" noGrp="1"/>
          </p:cNvSpPr>
          <p:nvPr>
            <p:ph type="body" idx="54" hasCustomPrompt="1"/>
          </p:nvPr>
        </p:nvSpPr>
        <p:spPr>
          <a:xfrm xmlns:a="http://schemas.openxmlformats.org/drawingml/2006/main">
            <a:off x="755900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7" name="Title 4">
            <a:extLst xmlns:a="http://schemas.openxmlformats.org/drawingml/2006/main">
              <a:ext uri="{FF2B5EF4-FFF2-40B4-BE49-F238E27FC236}">
                <a16:creationId xmlns:a16="http://schemas.microsoft.com/office/drawing/2014/main" id="{1B6CC2B9-2432-DD61-FFD2-E986BE8E9F35}"/>
              </a:ext>
            </a:extLst>
          </p:cNvPr>
          <p:cNvSpPr>
            <a:spLocks xmlns:a="http://schemas.openxmlformats.org/drawingml/2006/main" noGrp="1"/>
          </p:cNvSpPr>
          <p:nvPr>
            <p:ph type="body" idx="55" hasCustomPrompt="1"/>
          </p:nvPr>
        </p:nvSpPr>
        <p:spPr>
          <a:xfrm xmlns:a="http://schemas.openxmlformats.org/drawingml/2006/main">
            <a:off x="755900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8" name="Picture 5">
            <a:extLst xmlns:a="http://schemas.openxmlformats.org/drawingml/2006/main">
              <a:ext uri="{FF2B5EF4-FFF2-40B4-BE49-F238E27FC236}">
                <a16:creationId xmlns:a16="http://schemas.microsoft.com/office/drawing/2014/main" id="{3A558EAD-D220-0239-69EF-648F93A62478}"/>
              </a:ext>
            </a:extLst>
          </p:cNvPr>
          <p:cNvSpPr>
            <a:spLocks xmlns:a="http://schemas.openxmlformats.org/drawingml/2006/main" noGrp="1"/>
          </p:cNvSpPr>
          <p:nvPr>
            <p:ph type="pic" idx="56"/>
          </p:nvPr>
        </p:nvSpPr>
        <p:spPr>
          <a:xfrm xmlns:a="http://schemas.openxmlformats.org/drawingml/2006/main">
            <a:off x="102568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20" name="Name 5">
            <a:extLst xmlns:a="http://schemas.openxmlformats.org/drawingml/2006/main">
              <a:ext uri="{FF2B5EF4-FFF2-40B4-BE49-F238E27FC236}">
                <a16:creationId xmlns:a16="http://schemas.microsoft.com/office/drawing/2014/main" id="{007E775B-15B1-5428-C8C9-4B614DEE17D1}"/>
              </a:ext>
            </a:extLst>
          </p:cNvPr>
          <p:cNvSpPr>
            <a:spLocks xmlns:a="http://schemas.openxmlformats.org/drawingml/2006/main" noGrp="1"/>
          </p:cNvSpPr>
          <p:nvPr>
            <p:ph type="body" idx="57" hasCustomPrompt="1"/>
          </p:nvPr>
        </p:nvSpPr>
        <p:spPr>
          <a:xfrm xmlns:a="http://schemas.openxmlformats.org/drawingml/2006/main">
            <a:off x="98449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1" name="Title 5">
            <a:extLst xmlns:a="http://schemas.openxmlformats.org/drawingml/2006/main">
              <a:ext uri="{FF2B5EF4-FFF2-40B4-BE49-F238E27FC236}">
                <a16:creationId xmlns:a16="http://schemas.microsoft.com/office/drawing/2014/main" id="{5A22EC85-7769-2401-038D-634693151760}"/>
              </a:ext>
            </a:extLst>
          </p:cNvPr>
          <p:cNvSpPr>
            <a:spLocks xmlns:a="http://schemas.openxmlformats.org/drawingml/2006/main" noGrp="1"/>
          </p:cNvSpPr>
          <p:nvPr>
            <p:ph type="body" idx="58" hasCustomPrompt="1"/>
          </p:nvPr>
        </p:nvSpPr>
        <p:spPr>
          <a:xfrm xmlns:a="http://schemas.openxmlformats.org/drawingml/2006/main">
            <a:off x="98449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Tree>
  </p:cSld>
</p:sldLayout>
</file>

<file path=ppt/slideLayouts/slideLayout57.xml><?xml version="1.0" encoding="utf-8"?>
<p:sldLayout xmlns:p="http://schemas.openxmlformats.org/presentationml/2006/main" preserve="1">
  <p:cSld name="Title + 3points Ligh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3" name="Slide Number Placeholder 5">
            <a:extLst xmlns:a="http://schemas.openxmlformats.org/drawingml/2006/main">
              <a:ext uri="{FF2B5EF4-FFF2-40B4-BE49-F238E27FC236}">
                <a16:creationId xmlns:a16="http://schemas.microsoft.com/office/drawing/2014/main" id="{28FB87FE-17B5-F9E9-709A-0B45CF7A69A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149EA8E9-ED27-F122-7091-4B0663BBD45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54DD5434-5084-63C2-861B-6F2CF4BBA245}"/>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58.xml><?xml version="1.0" encoding="utf-8"?>
<p:sldLayout xmlns:p="http://schemas.openxmlformats.org/presentationml/2006/main" preserve="1">
  <p:cSld name="Title + 3points Dark">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4" name="Date Placeholder 3">
            <a:extLst xmlns:a="http://schemas.openxmlformats.org/drawingml/2006/main">
              <a:ext uri="{FF2B5EF4-FFF2-40B4-BE49-F238E27FC236}">
                <a16:creationId xmlns:a16="http://schemas.microsoft.com/office/drawing/2014/main" id="{998C7B89-9919-27D5-3CA3-59231744A8D1}"/>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3E870DE9-DE63-752A-F432-5906F9312978}"/>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83696C6-F350-8E61-ECA5-EDD80B9EF607}"/>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9.xml><?xml version="1.0" encoding="utf-8"?>
<p:sldLayout xmlns:p="http://schemas.openxmlformats.org/presentationml/2006/main" preserve="1" userDrawn="1">
  <p:cSld name="Light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lide Number Placeholder 5">
            <a:extLst xmlns:a="http://schemas.openxmlformats.org/drawingml/2006/main">
              <a:ext uri="{FF2B5EF4-FFF2-40B4-BE49-F238E27FC236}">
                <a16:creationId xmlns:a16="http://schemas.microsoft.com/office/drawing/2014/main" id="{0196566A-34C0-2909-1BBA-2F1E01266A0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47D75A6B-90D9-58CE-7BC7-31C53C19C8F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3">
            <a:extLst xmlns:a="http://schemas.openxmlformats.org/drawingml/2006/main">
              <a:ext uri="{FF2B5EF4-FFF2-40B4-BE49-F238E27FC236}">
                <a16:creationId xmlns:a16="http://schemas.microsoft.com/office/drawing/2014/main" id="{33C7F88C-022C-DC8C-F4BA-18F89F1E4ADA}"/>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0.xml><?xml version="1.0" encoding="utf-8"?>
<p:sldLayout xmlns:p="http://schemas.openxmlformats.org/presentationml/2006/main" preserve="1" userDrawn="1">
  <p:cSld name="Dark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61.xml><?xml version="1.0" encoding="utf-8"?>
<p:sldLayout xmlns:p="http://schemas.openxmlformats.org/presentationml/2006/main" preserve="1" userDrawn="1">
  <p:cSld name="Light - Title/Subtitle">
    <p:bg>
      <p:bgRef idx="1001">
        <a:schemeClr xmlns:a="http://schemas.openxmlformats.org/drawingml/2006/main" val="bg2"/>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C6A8D35-C90D-428D-8E15-6F958679D947}"/>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120DA5B7-17E8-2CF4-4B51-F677DF6CE73C}"/>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5">
            <a:extLst xmlns:a="http://schemas.openxmlformats.org/drawingml/2006/main">
              <a:ext uri="{FF2B5EF4-FFF2-40B4-BE49-F238E27FC236}">
                <a16:creationId xmlns:a16="http://schemas.microsoft.com/office/drawing/2014/main" id="{DBEEF32F-ED74-47E3-D2C3-F1B1AD13F3F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4">
            <a:extLst xmlns:a="http://schemas.openxmlformats.org/drawingml/2006/main">
              <a:ext uri="{FF2B5EF4-FFF2-40B4-BE49-F238E27FC236}">
                <a16:creationId xmlns:a16="http://schemas.microsoft.com/office/drawing/2014/main" id="{DFD6C787-D3B4-031A-8D4C-3A19D9BDFA78}"/>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3">
            <a:extLst xmlns:a="http://schemas.openxmlformats.org/drawingml/2006/main">
              <a:ext uri="{FF2B5EF4-FFF2-40B4-BE49-F238E27FC236}">
                <a16:creationId xmlns:a16="http://schemas.microsoft.com/office/drawing/2014/main" id="{005CA9E8-9559-78FA-E425-B044F817EEE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2.xml><?xml version="1.0" encoding="utf-8"?>
<p:sldLayout xmlns:p="http://schemas.openxmlformats.org/presentationml/2006/main" preserve="1" userDrawn="1">
  <p:cSld name="Dark - Title/Subtitle">
    <p:bg>
      <p:bgRef idx="1001">
        <a:schemeClr xmlns:a="http://schemas.openxmlformats.org/drawingml/2006/main" val="bg1"/>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1FF06-338B-46FE-B4FE-F72B7ABAED7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756DCC98-315C-61EE-3BD9-275F39B0D5B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5" name="Slide Number Placeholder 7">
            <a:extLst xmlns:a="http://schemas.openxmlformats.org/drawingml/2006/main">
              <a:ext uri="{FF2B5EF4-FFF2-40B4-BE49-F238E27FC236}">
                <a16:creationId xmlns:a16="http://schemas.microsoft.com/office/drawing/2014/main" id="{0511B848-5314-5CFA-E302-CF9747E005C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6">
            <a:extLst xmlns:a="http://schemas.openxmlformats.org/drawingml/2006/main">
              <a:ext uri="{FF2B5EF4-FFF2-40B4-BE49-F238E27FC236}">
                <a16:creationId xmlns:a16="http://schemas.microsoft.com/office/drawing/2014/main" id="{68D47112-C304-3F08-B268-4678B795725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4">
            <a:extLst xmlns:a="http://schemas.openxmlformats.org/drawingml/2006/main">
              <a:ext uri="{FF2B5EF4-FFF2-40B4-BE49-F238E27FC236}">
                <a16:creationId xmlns:a16="http://schemas.microsoft.com/office/drawing/2014/main" id="{E986AE2C-3C8D-7087-0A03-7B9F6CF293A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3.xml><?xml version="1.0" encoding="utf-8"?>
<p:sldLayout xmlns:p="http://schemas.openxmlformats.org/presentationml/2006/main" preserve="1" userDrawn="1">
  <p:cSld name="Light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p>
        </p:txBody>
      </p:sp>
    </p:spTree>
  </p:cSld>
</p:sldLayout>
</file>

<file path=ppt/slideLayouts/slideLayout64.xml><?xml version="1.0" encoding="utf-8"?>
<p:sldLayout xmlns:p="http://schemas.openxmlformats.org/presentationml/2006/main" preserve="1" userDrawn="1">
  <p:cSld name="Dark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Tree>
  </p:cSld>
</p:sldLayout>
</file>

<file path=ppt/slideLayouts/slideLayout65.xml><?xml version="1.0" encoding="utf-8"?>
<p:sldLayout xmlns:p="http://schemas.openxmlformats.org/presentationml/2006/main" preserve="1" userDrawn="1">
  <p:cSld name="Light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E4D9CD-CDC4-4642-8CDA-7351404FC2D2}"/>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B28271ED-B1CF-9F0D-4AA0-883D80DEDBF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9" name="Content">
            <a:extLst xmlns:a="http://schemas.openxmlformats.org/drawingml/2006/main">
              <a:ext uri="{FF2B5EF4-FFF2-40B4-BE49-F238E27FC236}">
                <a16:creationId xmlns:a16="http://schemas.microsoft.com/office/drawing/2014/main" id="{B95271D6-CF2C-D8C3-F7FB-D555FC2D9469}"/>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7A59FA82-C146-45DF-AE7B-4B5698706BEA}"/>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E2CE12F3-375D-4B05-A71D-DA14DF8ADB8E}"/>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48C5C278-52DE-4C8A-933B-1109B3282E51}"/>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6.xml><?xml version="1.0" encoding="utf-8"?>
<p:sldLayout xmlns:p="http://schemas.openxmlformats.org/presentationml/2006/main" preserve="1" userDrawn="1">
  <p:cSld name="Dark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E68516-E3E0-4F22-9EB7-1A85E1D3B5A1}"/>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46A3BF75-E03A-3149-A8B6-C22593F32B6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0199"/>
            <a:ext cx="10671175"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657290E2-8EA8-4572-BB48-C1800720178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C1A7F3B8-F794-4AF5-B07B-32A3084A6AB2}"/>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7A72FE7D-30FF-45E2-9F8B-D073887C33E8}"/>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7.xml><?xml version="1.0" encoding="utf-8"?>
<p:sldLayout xmlns:p="http://schemas.openxmlformats.org/presentationml/2006/main" preserve="1" userDrawn="1">
  <p:cSld name="Light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D69740FE-E1B8-466B-970A-4E081BCA314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7" name="Subtitle">
            <a:extLst xmlns:a="http://schemas.openxmlformats.org/drawingml/2006/main">
              <a:ext uri="{FF2B5EF4-FFF2-40B4-BE49-F238E27FC236}">
                <a16:creationId xmlns:a16="http://schemas.microsoft.com/office/drawing/2014/main" id="{1C3705B9-F5B6-D7DA-A986-BD252292278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002F888E-0FBB-6617-9462-4201B11F2A44}"/>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4998A356-2FF2-4A7E-9B2E-AC1011C069F8}"/>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ntent">
            <a:extLst xmlns:a="http://schemas.openxmlformats.org/drawingml/2006/main">
              <a:ext uri="{FF2B5EF4-FFF2-40B4-BE49-F238E27FC236}">
                <a16:creationId xmlns:a16="http://schemas.microsoft.com/office/drawing/2014/main" id="{4F57E862-706F-9432-1E5B-C66745958B78}"/>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lide Number Placeholder 8">
            <a:extLst xmlns:a="http://schemas.openxmlformats.org/drawingml/2006/main">
              <a:ext uri="{FF2B5EF4-FFF2-40B4-BE49-F238E27FC236}">
                <a16:creationId xmlns:a16="http://schemas.microsoft.com/office/drawing/2014/main" id="{424C32FC-D616-45B7-A051-90859CE92D73}"/>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7">
            <a:extLst xmlns:a="http://schemas.openxmlformats.org/drawingml/2006/main">
              <a:ext uri="{FF2B5EF4-FFF2-40B4-BE49-F238E27FC236}">
                <a16:creationId xmlns:a16="http://schemas.microsoft.com/office/drawing/2014/main" id="{48F71CDA-982A-476F-ADB7-47031714FD6F}"/>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4B5A409C-CB05-4133-9F5F-1D2097DE34E0}"/>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8.xml><?xml version="1.0" encoding="utf-8"?>
<p:sldLayout xmlns:p="http://schemas.openxmlformats.org/presentationml/2006/main" preserve="1" userDrawn="1">
  <p:cSld name="Dark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11" name="Title 1">
            <a:extLst xmlns:a="http://schemas.openxmlformats.org/drawingml/2006/main">
              <a:ext uri="{FF2B5EF4-FFF2-40B4-BE49-F238E27FC236}">
                <a16:creationId xmlns:a16="http://schemas.microsoft.com/office/drawing/2014/main" id="{16E20D12-1316-3177-701A-67F81626368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Subtitle">
            <a:extLst xmlns:a="http://schemas.openxmlformats.org/drawingml/2006/main">
              <a:ext uri="{FF2B5EF4-FFF2-40B4-BE49-F238E27FC236}">
                <a16:creationId xmlns:a16="http://schemas.microsoft.com/office/drawing/2014/main" id="{491B9BE2-1C80-DD0F-2348-944405667FA4}"/>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a:p xmlns:a="http://schemas.openxmlformats.org/drawingml/2006/main">
            <a:pPr lvl="5">
              <a:buNone/>
            </a:pPr>
            <a:r>
              <a:t>Sixth level</a:t>
            </a:r>
          </a:p>
        </p:txBody>
      </p:sp>
      <p:sp>
        <p:nvSpPr>
          <p:cNvPr id="8" name="Content">
            <a:extLst xmlns:a="http://schemas.openxmlformats.org/drawingml/2006/main">
              <a:ext uri="{FF2B5EF4-FFF2-40B4-BE49-F238E27FC236}">
                <a16:creationId xmlns:a16="http://schemas.microsoft.com/office/drawing/2014/main" id="{1A8D2713-0A2C-B9EC-921A-E43EBB54D7F1}"/>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lumn Divider">
            <a:extLst xmlns:a="http://schemas.openxmlformats.org/drawingml/2006/main">
              <a:ext uri="{FF2B5EF4-FFF2-40B4-BE49-F238E27FC236}">
                <a16:creationId xmlns:a16="http://schemas.microsoft.com/office/drawing/2014/main" id="{9AEF32C0-A626-4574-B71B-B6E9F0751865}"/>
              </a:ext>
            </a:extLst>
          </p:cNvPr>
          <p:cNvSpPr>
            <a:spLocks xmlns:a="http://schemas.openxmlformats.org/drawingml/2006/main" noGrp="1"/>
          </p:cNvSpPr>
          <p:nvPr/>
        </p:nvSpPr>
        <p:spPr>
          <a:xfrm xmlns:a="http://schemas.openxmlformats.org/drawingml/2006/main">
            <a:off x="6096000"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9.xml><?xml version="1.0" encoding="utf-8"?>
<p:sldLayout xmlns:p="http://schemas.openxmlformats.org/presentationml/2006/main" preserve="1" userDrawn="1">
  <p:cSld name="Light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26210A-4112-4730-8F81-3CAE5C391FDB}"/>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a:lvl1pPr>
          </a:lstStyle>
          <a:p xmlns:a="http://schemas.openxmlformats.org/drawingml/2006/main">
            <a:r>
              <a:t>Title</a:t>
            </a:r>
          </a:p>
        </p:txBody>
      </p:sp>
      <p:sp>
        <p:nvSpPr>
          <p:cNvPr id="11" name="Subtitle">
            <a:extLst xmlns:a="http://schemas.openxmlformats.org/drawingml/2006/main">
              <a:ext uri="{FF2B5EF4-FFF2-40B4-BE49-F238E27FC236}">
                <a16:creationId xmlns:a16="http://schemas.microsoft.com/office/drawing/2014/main" id="{AC6B64F9-2DA0-A690-C71E-B99D471B02D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CC34BF80-B5D4-D7B6-8CCA-80AF04A72B45}"/>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Content">
            <a:extLst xmlns:a="http://schemas.openxmlformats.org/drawingml/2006/main">
              <a:ext uri="{FF2B5EF4-FFF2-40B4-BE49-F238E27FC236}">
                <a16:creationId xmlns:a16="http://schemas.microsoft.com/office/drawing/2014/main" id="{C0573275-C70D-AE89-EF3D-A7DAC9B01BE7}"/>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Content">
            <a:extLst xmlns:a="http://schemas.openxmlformats.org/drawingml/2006/main">
              <a:ext uri="{FF2B5EF4-FFF2-40B4-BE49-F238E27FC236}">
                <a16:creationId xmlns:a16="http://schemas.microsoft.com/office/drawing/2014/main" id="{2CF00143-3379-1D5D-5D8F-463C800F8EA1}"/>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13C8A85C-0E2B-4F40-9995-D656EAE24161}"/>
              </a:ext>
            </a:extLst>
          </p:cNvPr>
          <p:cNvSpPr>
            <a:spLocks xmlns:a="http://schemas.openxmlformats.org/drawingml/2006/main" noGrp="1"/>
          </p:cNvSpPr>
          <p:nvPr/>
        </p:nvSpPr>
        <p:spPr>
          <a:xfrm xmlns:a="http://schemas.openxmlformats.org/drawingml/2006/main">
            <a:off x="4261915"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AB8B3BC7-CCBA-446A-BB80-32A518FA71A0}"/>
              </a:ext>
            </a:extLst>
          </p:cNvPr>
          <p:cNvSpPr>
            <a:spLocks xmlns:a="http://schemas.openxmlformats.org/drawingml/2006/main" noGrp="1"/>
          </p:cNvSpPr>
          <p:nvPr/>
        </p:nvSpPr>
        <p:spPr>
          <a:xfrm xmlns:a="http://schemas.openxmlformats.org/drawingml/2006/main">
            <a:off x="7951236"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4">
            <a:extLst xmlns:a="http://schemas.openxmlformats.org/drawingml/2006/main">
              <a:ext uri="{FF2B5EF4-FFF2-40B4-BE49-F238E27FC236}">
                <a16:creationId xmlns:a16="http://schemas.microsoft.com/office/drawing/2014/main" id="{6CAD3E0A-0143-42FC-B8B6-EBC1FF990000}"/>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7D46B54D-91F2-4210-9BEA-3B59824207D9}"/>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F0900B02-4438-4597-85D3-D93A97B1546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70.xml><?xml version="1.0" encoding="utf-8"?>
<p:sldLayout xmlns:p="http://schemas.openxmlformats.org/presentationml/2006/main" preserve="1" userDrawn="1">
  <p:cSld name="Dark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EEBF987F-38F4-709F-2C5C-6A33F92ABAC2}"/>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Content">
            <a:extLst xmlns:a="http://schemas.openxmlformats.org/drawingml/2006/main">
              <a:ext uri="{FF2B5EF4-FFF2-40B4-BE49-F238E27FC236}">
                <a16:creationId xmlns:a16="http://schemas.microsoft.com/office/drawing/2014/main" id="{C8007CC0-7806-5000-E1A2-EE5C157D0752}"/>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Content">
            <a:extLst xmlns:a="http://schemas.openxmlformats.org/drawingml/2006/main">
              <a:ext uri="{FF2B5EF4-FFF2-40B4-BE49-F238E27FC236}">
                <a16:creationId xmlns:a16="http://schemas.microsoft.com/office/drawing/2014/main" id="{67D5716D-0077-0121-818A-02B0496ECCC9}"/>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A37EFADD-6482-41EF-A242-3AA836A247E6}"/>
              </a:ext>
            </a:extLst>
          </p:cNvPr>
          <p:cNvSpPr>
            <a:spLocks xmlns:a="http://schemas.openxmlformats.org/drawingml/2006/main" noGrp="1"/>
          </p:cNvSpPr>
          <p:nvPr/>
        </p:nvSpPr>
        <p:spPr>
          <a:xfrm xmlns:a="http://schemas.openxmlformats.org/drawingml/2006/main">
            <a:off x="4261915"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ED10F0F1-0B19-4990-B260-A030C7DD4335}"/>
              </a:ext>
            </a:extLst>
          </p:cNvPr>
          <p:cNvSpPr>
            <a:spLocks xmlns:a="http://schemas.openxmlformats.org/drawingml/2006/main" noGrp="1"/>
          </p:cNvSpPr>
          <p:nvPr/>
        </p:nvSpPr>
        <p:spPr>
          <a:xfrm xmlns:a="http://schemas.openxmlformats.org/drawingml/2006/main">
            <a:off x="7951236"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Tree>
  </p:cSld>
</p:sldLayout>
</file>

<file path=ppt/slideLayouts/slideLayout71.xml><?xml version="1.0" encoding="utf-8"?>
<p:sldLayout xmlns:p="http://schemas.openxmlformats.org/presentationml/2006/main" preserve="1" userDrawn="1">
  <p:cSld name="Dark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F57FFD63-E2C8-4115-A09C-6F2E3528F6E6}"/>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3FD63653-0951-4AD0-A642-705389E70B51}"/>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54EDEA1D-A04A-4A86-A4A3-ED4245947505}"/>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72.xml><?xml version="1.0" encoding="utf-8"?>
<p:sldLayout xmlns:p="http://schemas.openxmlformats.org/presentationml/2006/main" preserve="1" userDrawn="1">
  <p:cSld name="Light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E923D237-B18A-410D-B651-D9EBAB3C0D8F}"/>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C6255502-40FB-44F1-AE6D-E157A798AFF8}"/>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F9939BC8-15CA-4A6B-AAA5-5D9BDFBD436D}"/>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ubtitle">
            <a:extLst xmlns:a="http://schemas.openxmlformats.org/drawingml/2006/main">
              <a:ext uri="{FF2B5EF4-FFF2-40B4-BE49-F238E27FC236}">
                <a16:creationId xmlns:a16="http://schemas.microsoft.com/office/drawing/2014/main" id="{C9A0F016-4DAC-1E29-77F1-0AE34075820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Tree>
  </p:cSld>
</p:sldLayout>
</file>

<file path=ppt/slideLayouts/slideLayout73.xml><?xml version="1.0" encoding="utf-8"?>
<p:sldLayout xmlns:p="http://schemas.openxmlformats.org/presentationml/2006/main" preserve="1" userDrawn="1">
  <p:cSld name="Light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p xmlns:a="http://schemas.openxmlformats.org/drawingml/2006/main">
            <a:r>
              <a:t>Click icon to add picture</a:t>
            </a:r>
          </a:p>
        </p:txBody>
      </p:sp>
    </p:spTree>
  </p:cSld>
</p:sldLayout>
</file>

<file path=ppt/slideLayouts/slideLayout74.xml><?xml version="1.0" encoding="utf-8"?>
<p:sldLayout xmlns:p="http://schemas.openxmlformats.org/presentationml/2006/main" preserve="1" userDrawn="1">
  <p:cSld name="Dark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hasCustomPrompt="1"/>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lvl1pPr algn="ct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75.xml><?xml version="1.0" encoding="utf-8"?>
<p:sldLayout xmlns:p="http://schemas.openxmlformats.org/presentationml/2006/main" preserve="1" userDrawn="1">
  <p:cSld name="Light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72844" y="4983135"/>
            <a:ext cx="605462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72844" y="5320728"/>
            <a:ext cx="6054629"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6190524B-9853-A3B5-6016-2D547D457D4C}"/>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Picture Placeholder 6">
            <a:extLst xmlns:a="http://schemas.openxmlformats.org/drawingml/2006/main">
              <a:ext uri="{FF2B5EF4-FFF2-40B4-BE49-F238E27FC236}">
                <a16:creationId xmlns:a16="http://schemas.microsoft.com/office/drawing/2014/main" id="{6145069B-D056-45AF-BC91-ABDBFD0C3D17}"/>
              </a:ext>
            </a:extLst>
          </p:cNvPr>
          <p:cNvSpPr>
            <a:spLocks xmlns:a="http://schemas.openxmlformats.org/drawingml/2006/main" noGrp="1"/>
          </p:cNvSpPr>
          <p:nvPr>
            <p:ph type="pic" idx="42" hasCustomPrompt="1"/>
          </p:nvPr>
        </p:nvSpPr>
        <p:spPr>
          <a:xfrm xmlns:a="http://schemas.openxmlformats.org/drawingml/2006/main">
            <a:off x="0" y="-2"/>
            <a:ext cx="4876800" cy="6858000"/>
          </a:xfrm>
        </p:spPr>
        <p:txBody>
          <a:bodyPr xmlns:a="http://schemas.openxmlformats.org/drawingml/2006/main" anchor="ctr"/>
          <a:lstStyle xmlns:a="http://schemas.openxmlformats.org/drawingml/2006/main">
            <a:lvl1pP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p>
          <a:p xmlns:a="http://schemas.openxmlformats.org/drawingml/2006/main">
            <a:pPr marL="0" marR="0" lvl="0" indent="0" algn="l" defTabSz="914400">
              <a:lnSpc>
                <a:spcPct val="95000"/>
              </a:lnSpc>
              <a:spcBef>
                <a:spcPts val="600"/>
              </a:spcBef>
              <a:spcAft>
                <a:spcPts val="0"/>
              </a:spcAft>
              <a:buClrTx/>
              <a:buSzTx/>
              <a:buFont typeface="System Font Regular"/>
              <a:buNone/>
            </a:pPr>
          </a:p>
        </p:txBody>
      </p:sp>
      <p:sp>
        <p:nvSpPr>
          <p:cNvPr id="9" name="Slide Number Placeholder 5">
            <a:extLst xmlns:a="http://schemas.openxmlformats.org/drawingml/2006/main">
              <a:ext uri="{FF2B5EF4-FFF2-40B4-BE49-F238E27FC236}">
                <a16:creationId xmlns:a16="http://schemas.microsoft.com/office/drawing/2014/main" id="{6D383948-15D7-7125-EC6C-CB63EC77CA1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10" name="Footer Placeholder 4">
            <a:extLst xmlns:a="http://schemas.openxmlformats.org/drawingml/2006/main">
              <a:ext uri="{FF2B5EF4-FFF2-40B4-BE49-F238E27FC236}">
                <a16:creationId xmlns:a16="http://schemas.microsoft.com/office/drawing/2014/main" id="{FD46CC1D-F4C5-32B1-5BBE-B6CFF28BAB96}"/>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9D38F3F9-78BB-AD8B-F9E3-58010BFE256F}"/>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4" name="Accent mark">
            <a:extLst xmlns:a="http://schemas.openxmlformats.org/drawingml/2006/main">
              <a:ext uri="{FF2B5EF4-FFF2-40B4-BE49-F238E27FC236}">
                <a16:creationId xmlns:a16="http://schemas.microsoft.com/office/drawing/2014/main" id="{9693ED60-0244-537F-7CCC-D2E56AF0B93F}"/>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6.xml><?xml version="1.0" encoding="utf-8"?>
<p:sldLayout xmlns:p="http://schemas.openxmlformats.org/presentationml/2006/main" preserve="1" userDrawn="1">
  <p:cSld name="Dark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10" name="Quote">
            <a:extLst xmlns:a="http://schemas.openxmlformats.org/drawingml/2006/main">
              <a:ext uri="{FF2B5EF4-FFF2-40B4-BE49-F238E27FC236}">
                <a16:creationId xmlns:a16="http://schemas.microsoft.com/office/drawing/2014/main" id="{04AE5B2A-AF85-83D6-EC24-EFCB6E567112}"/>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85816" y="4983135"/>
            <a:ext cx="6051272"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85816" y="5320728"/>
            <a:ext cx="6051272"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3CB52BCF-4E23-BA44-5C50-AFEA7DFA337E}"/>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4">
            <a:extLst xmlns:a="http://schemas.openxmlformats.org/drawingml/2006/main">
              <a:ext uri="{FF2B5EF4-FFF2-40B4-BE49-F238E27FC236}">
                <a16:creationId xmlns:a16="http://schemas.microsoft.com/office/drawing/2014/main" id="{EF3D1FF3-649D-46E2-9FDF-D1A77643F22A}"/>
              </a:ext>
            </a:extLst>
          </p:cNvPr>
          <p:cNvSpPr>
            <a:spLocks xmlns:a="http://schemas.openxmlformats.org/drawingml/2006/main" noGrp="1"/>
          </p:cNvSpPr>
          <p:nvPr>
            <p:ph type="pic" idx="42" hasCustomPrompt="1"/>
          </p:nvPr>
        </p:nvSpPr>
        <p:spPr>
          <a:xfrm xmlns:a="http://schemas.openxmlformats.org/drawingml/2006/main">
            <a:off x="0" y="0"/>
            <a:ext cx="4876800" cy="6858000"/>
          </a:xfrm>
        </p:spPr>
        <p:txBody>
          <a:bodyPr xmlns:a="http://schemas.openxmlformats.org/drawingml/2006/main" anchor="ctr"/>
          <a:lstStyle xmlns:a="http://schemas.openxmlformats.org/drawingml/2006/main">
            <a:lvl1pPr marL="0" marR="0" indent="0" algn="l" defTabSz="914400">
              <a:lnSpc>
                <a:spcPct val="95000"/>
              </a:lnSpc>
              <a:spcBef>
                <a:spcPts val="600"/>
              </a:spcBef>
              <a:spcAft>
                <a:spcPts val="0"/>
              </a:spcAft>
              <a:buClrTx/>
              <a:buSzTx/>
              <a:buFont typeface="System Font Regula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p>
          <a:p xmlns:a="http://schemas.openxmlformats.org/drawingml/2006/main">
            <a:pPr marL="0" marR="0" lvl="0" indent="0" algn="l" defTabSz="914400">
              <a:lnSpc>
                <a:spcPct val="95000"/>
              </a:lnSpc>
              <a:spcBef>
                <a:spcPts val="600"/>
              </a:spcBef>
              <a:spcAft>
                <a:spcPts val="0"/>
              </a:spcAft>
              <a:buClrTx/>
              <a:buSzTx/>
              <a:buFont typeface="System Font Regular"/>
              <a:buNone/>
            </a:pPr>
          </a:p>
        </p:txBody>
      </p:sp>
      <p:sp>
        <p:nvSpPr>
          <p:cNvPr id="8" name="Slide Number Placeholder 7">
            <a:extLst xmlns:a="http://schemas.openxmlformats.org/drawingml/2006/main">
              <a:ext uri="{FF2B5EF4-FFF2-40B4-BE49-F238E27FC236}">
                <a16:creationId xmlns:a16="http://schemas.microsoft.com/office/drawing/2014/main" id="{74012F76-56F8-02E5-D4BF-72EE9E58CDB6}"/>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9" name="Footer Placeholder 6">
            <a:extLst xmlns:a="http://schemas.openxmlformats.org/drawingml/2006/main">
              <a:ext uri="{FF2B5EF4-FFF2-40B4-BE49-F238E27FC236}">
                <a16:creationId xmlns:a16="http://schemas.microsoft.com/office/drawing/2014/main" id="{3DC697D7-91D3-03A4-C4DD-83F24262397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Date Placeholder 4">
            <a:extLst xmlns:a="http://schemas.openxmlformats.org/drawingml/2006/main">
              <a:ext uri="{FF2B5EF4-FFF2-40B4-BE49-F238E27FC236}">
                <a16:creationId xmlns:a16="http://schemas.microsoft.com/office/drawing/2014/main" id="{18E33BA5-8373-D6D1-7F87-133CF184972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4" name="Accent mark">
            <a:extLst xmlns:a="http://schemas.openxmlformats.org/drawingml/2006/main">
              <a:ext uri="{FF2B5EF4-FFF2-40B4-BE49-F238E27FC236}">
                <a16:creationId xmlns:a16="http://schemas.microsoft.com/office/drawing/2014/main" id="{99B99AF4-E9E4-23D9-4E0C-A8017ECCDA64}"/>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7.xml><?xml version="1.0" encoding="utf-8"?>
<p:sldLayout xmlns:p="http://schemas.openxmlformats.org/presentationml/2006/main" preserve="1" userDrawn="1">
  <p:cSld name="Left Rail - Light">
    <p:bg>
      <p:bgRef idx="1001">
        <a:schemeClr xmlns:a="http://schemas.openxmlformats.org/drawingml/2006/main" val="bg2"/>
      </p:bgRef>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CB705EA2-F116-883A-32A5-62C3C550DC70}"/>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78.xml><?xml version="1.0" encoding="utf-8"?>
<p:sldLayout xmlns:p="http://schemas.openxmlformats.org/presentationml/2006/main" preserve="1" userDrawn="1">
  <p:cSld name="Left Rail - Dark">
    <p:bg>
      <p:bgRef idx="1001">
        <a:schemeClr xmlns:a="http://schemas.openxmlformats.org/drawingml/2006/main" val="bg2"/>
      </p:bgRef>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9B625BA6-E661-F94B-6FD6-217579854D3C}"/>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solidFill>
                  <a:schemeClr val="tx1"/>
                </a:solidFill>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79.xml><?xml version="1.0" encoding="utf-8"?>
<p:sldLayout xmlns:p="http://schemas.openxmlformats.org/presentationml/2006/main" preserve="1" userDrawn="1">
  <p:cSld name="Content + Illustration_Light">
    <p:bg>
      <p:bgRef idx="1001">
        <a:schemeClr xmlns:a="http://schemas.openxmlformats.org/drawingml/2006/main" val="bg2"/>
      </p:bgRef>
    </p:bg>
    <p:spTree>
      <p:nvGrpSpPr>
        <p:cNvPr id="1" name=""/>
        <p:cNvGrpSpPr/>
        <p:nvPr/>
      </p:nvGrpSpPr>
      <p:grpSpPr>
        <a:xfrm xmlns:a="http://schemas.openxmlformats.org/drawingml/2006/main"/>
      </p:grpSpPr>
      <p:sp>
        <p:nvSpPr>
          <p:cNvPr id="23" name="Title 1">
            <a:extLst xmlns:a="http://schemas.openxmlformats.org/drawingml/2006/main">
              <a:ext uri="{FF2B5EF4-FFF2-40B4-BE49-F238E27FC236}">
                <a16:creationId xmlns:a16="http://schemas.microsoft.com/office/drawing/2014/main" id="{8A0A7166-96D6-457B-8CE6-21491B0153C5}"/>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2F837A2F-4A14-0DC4-608A-F65C24823266}"/>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p:txBody>
      </p:sp>
      <p:pic>
        <p:nvPicPr>
          <p:cNvPr id="28" name="OTag"/>
          <p:cNvPicPr>
            <a:picLocks xmlns:a="http://schemas.openxmlformats.org/drawingml/2006/main" noChangeAspect="1"/>
          </p:cNvPicPr>
          <p:nvPr/>
        </p:nvPicPr>
        <p:blipFill>
          <a:blip xmlns:r="http://schemas.openxmlformats.org/officeDocument/2006/relationships" xmlns:a="http://schemas.openxmlformats.org/drawingml/2006/main" r:embed="R5ef489d3ed3d4bfd"/>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91B7B17D-763D-5F99-0CC2-80B2CC63E130}"/>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7" name="Text Placeholder 19">
            <a:extLst xmlns:a="http://schemas.openxmlformats.org/drawingml/2006/main">
              <a:ext uri="{FF2B5EF4-FFF2-40B4-BE49-F238E27FC236}">
                <a16:creationId xmlns:a16="http://schemas.microsoft.com/office/drawing/2014/main" id="{F95C4F20-D940-4F84-4840-DD649575E2CD}"/>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5" name="Text Placeholder 21">
            <a:extLst xmlns:a="http://schemas.openxmlformats.org/drawingml/2006/main">
              <a:ext uri="{FF2B5EF4-FFF2-40B4-BE49-F238E27FC236}">
                <a16:creationId xmlns:a16="http://schemas.microsoft.com/office/drawing/2014/main" id="{5DE24B9A-F5B4-C415-A25C-25FE02976EEF}"/>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9" name="Text Placeholder 19">
            <a:extLst xmlns:a="http://schemas.openxmlformats.org/drawingml/2006/main">
              <a:ext uri="{FF2B5EF4-FFF2-40B4-BE49-F238E27FC236}">
                <a16:creationId xmlns:a16="http://schemas.microsoft.com/office/drawing/2014/main" id="{E725E68E-222F-2174-3EDA-49279B3A0D6A}"/>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6" name="Text Placeholder 21">
            <a:extLst xmlns:a="http://schemas.openxmlformats.org/drawingml/2006/main">
              <a:ext uri="{FF2B5EF4-FFF2-40B4-BE49-F238E27FC236}">
                <a16:creationId xmlns:a16="http://schemas.microsoft.com/office/drawing/2014/main" id="{2080E49F-0C27-1D0D-3ADD-B37ABD6F37FA}"/>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0" name="Text Placeholder 19">
            <a:extLst xmlns:a="http://schemas.openxmlformats.org/drawingml/2006/main">
              <a:ext uri="{FF2B5EF4-FFF2-40B4-BE49-F238E27FC236}">
                <a16:creationId xmlns:a16="http://schemas.microsoft.com/office/drawing/2014/main" id="{85BD9371-1A26-2813-D974-5AAA802C8FF9}"/>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7" name="Date Placeholder 6">
            <a:extLst xmlns:a="http://schemas.openxmlformats.org/drawingml/2006/main">
              <a:ext uri="{FF2B5EF4-FFF2-40B4-BE49-F238E27FC236}">
                <a16:creationId xmlns:a16="http://schemas.microsoft.com/office/drawing/2014/main" id="{94AF7987-C710-3871-B657-891515739542}"/>
              </a:ext>
            </a:extLst>
          </p:cNvPr>
          <p:cNvSpPr>
            <a:spLocks xmlns:a="http://schemas.openxmlformats.org/drawingml/2006/main" noGrp="1"/>
          </p:cNvSpPr>
          <p:nvPr>
            <p:ph type="dt"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A47B4B01-B49C-CB08-78E3-DAB353AFE68D}"/>
              </a:ext>
            </a:extLst>
          </p:cNvPr>
          <p:cNvSpPr>
            <a:spLocks xmlns:a="http://schemas.openxmlformats.org/drawingml/2006/main" noGrp="1"/>
          </p:cNvSpPr>
          <p:nvPr>
            <p:ph type="ftr"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6378DD8F-6EC1-338B-B6F1-7361BA5C390D}"/>
              </a:ext>
            </a:extLst>
          </p:cNvPr>
          <p:cNvSpPr>
            <a:spLocks xmlns:a="http://schemas.openxmlformats.org/drawingml/2006/main" noGrp="1"/>
          </p:cNvSpPr>
          <p:nvPr>
            <p:ph type="sldNum" idx="4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80.xml><?xml version="1.0" encoding="utf-8"?>
<p:sldLayout xmlns:p="http://schemas.openxmlformats.org/presentationml/2006/main" preserve="1" userDrawn="1">
  <p:cSld name="Content + Illustration_Dark">
    <p:bg>
      <p:bgRef idx="1001">
        <a:schemeClr xmlns:a="http://schemas.openxmlformats.org/drawingml/2006/main" val="bg2"/>
      </p:bgRef>
    </p:bg>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90AAD36B-6012-46AE-9059-48412FF4F4CE}"/>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3" name="Subtitle">
            <a:extLst xmlns:a="http://schemas.openxmlformats.org/drawingml/2006/main">
              <a:ext uri="{FF2B5EF4-FFF2-40B4-BE49-F238E27FC236}">
                <a16:creationId xmlns:a16="http://schemas.microsoft.com/office/drawing/2014/main" id="{2F0BE92C-B4B2-428B-05A0-35A0A1E50208}"/>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7" name="Text Placeholder 21">
            <a:extLst xmlns:a="http://schemas.openxmlformats.org/drawingml/2006/main">
              <a:ext uri="{FF2B5EF4-FFF2-40B4-BE49-F238E27FC236}">
                <a16:creationId xmlns:a16="http://schemas.microsoft.com/office/drawing/2014/main" id="{D94B5212-F918-DF01-5172-A319C17449A7}"/>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0" name="Text Placeholder 19">
            <a:extLst xmlns:a="http://schemas.openxmlformats.org/drawingml/2006/main">
              <a:ext uri="{FF2B5EF4-FFF2-40B4-BE49-F238E27FC236}">
                <a16:creationId xmlns:a16="http://schemas.microsoft.com/office/drawing/2014/main" id="{3FE2B7B3-F269-EFB7-7B21-A67456B5D4CB}"/>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9" name="Text Placeholder 21">
            <a:extLst xmlns:a="http://schemas.openxmlformats.org/drawingml/2006/main">
              <a:ext uri="{FF2B5EF4-FFF2-40B4-BE49-F238E27FC236}">
                <a16:creationId xmlns:a16="http://schemas.microsoft.com/office/drawing/2014/main" id="{BCEC7A68-80D1-7F0E-65E6-F442ED207687}"/>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Text Placeholder 19">
            <a:extLst xmlns:a="http://schemas.openxmlformats.org/drawingml/2006/main">
              <a:ext uri="{FF2B5EF4-FFF2-40B4-BE49-F238E27FC236}">
                <a16:creationId xmlns:a16="http://schemas.microsoft.com/office/drawing/2014/main" id="{D61461B8-CD09-2000-05E6-9B3BC9D25CD5}"/>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1" name="Text Placeholder 21">
            <a:extLst xmlns:a="http://schemas.openxmlformats.org/drawingml/2006/main">
              <a:ext uri="{FF2B5EF4-FFF2-40B4-BE49-F238E27FC236}">
                <a16:creationId xmlns:a16="http://schemas.microsoft.com/office/drawing/2014/main" id="{A3E124E7-38A2-4149-5708-BE9F62CFA604}"/>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2" name="Text Placeholder 19">
            <a:extLst xmlns:a="http://schemas.openxmlformats.org/drawingml/2006/main">
              <a:ext uri="{FF2B5EF4-FFF2-40B4-BE49-F238E27FC236}">
                <a16:creationId xmlns:a16="http://schemas.microsoft.com/office/drawing/2014/main" id="{4FBE4EEC-B947-E852-0B29-987839C3A3D6}"/>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bg1"/>
                </a:solidFill>
                <a:latin typeface="Oracle Sans Tab Light"/>
                <a:ea typeface="Oracle Sans Tab Light"/>
                <a:cs typeface="Oracle Sans Tab Light"/>
              </a:defRPr>
            </a:lvl1pPr>
          </a:lstStyle>
          <a:p xmlns:a="http://schemas.openxmlformats.org/drawingml/2006/main">
            <a:r>
              <a:t>Click to add photo or illustration</a:t>
            </a:r>
          </a:p>
          <a:p xmlns:a="http://schemas.openxmlformats.org/drawingml/2006/main"/>
        </p:txBody>
      </p:sp>
      <p:pic>
        <p:nvPicPr>
          <p:cNvPr id="33" name="OTag"/>
          <p:cNvPicPr>
            <a:picLocks xmlns:a="http://schemas.openxmlformats.org/drawingml/2006/main" noChangeAspect="1"/>
          </p:cNvPicPr>
          <p:nvPr/>
        </p:nvPicPr>
        <p:blipFill>
          <a:blip xmlns:r="http://schemas.openxmlformats.org/officeDocument/2006/relationships" xmlns:a="http://schemas.openxmlformats.org/drawingml/2006/main" r:embed="Rc7cdb381e63d423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 name="Slide Number Placeholder 7">
            <a:extLst xmlns:a="http://schemas.openxmlformats.org/drawingml/2006/main">
              <a:ext uri="{FF2B5EF4-FFF2-40B4-BE49-F238E27FC236}">
                <a16:creationId xmlns:a16="http://schemas.microsoft.com/office/drawing/2014/main" id="{8AC454DE-00F0-4427-48D5-1DC459110090}"/>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28FED12C-599D-4CB3-E602-5CD82B6F039D}"/>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61F25286-7A1D-EBA0-D474-81129CEE733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1.xml><?xml version="1.0" encoding="utf-8"?>
<p:sldLayout xmlns:p="http://schemas.openxmlformats.org/presentationml/2006/main" preserve="1" userDrawn="1">
  <p:cSld name="Light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FC0DC-6C36-4AC7-90FE-9BE28E17F1B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Picture Placeholder 2">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905836"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Text Placeholder 21">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1" name="Text Placeholder 21">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
            </a:r>
          </a:p>
        </p:txBody>
      </p:sp>
      <p:sp>
        <p:nvSpPr>
          <p:cNvPr id="5" name="Straight Connector 4">
            <a:extLst xmlns:a="http://schemas.openxmlformats.org/drawingml/2006/main">
              <a:ext uri="{FF2B5EF4-FFF2-40B4-BE49-F238E27FC236}">
                <a16:creationId xmlns:a16="http://schemas.microsoft.com/office/drawing/2014/main" id="{412FDA0B-6E3B-429F-BC90-B8E7C87A7C56}"/>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Picture Placeholder 2">
            <a:extLst xmlns:a="http://schemas.openxmlformats.org/drawingml/2006/main">
              <a:ext uri="{FF2B5EF4-FFF2-40B4-BE49-F238E27FC236}">
                <a16:creationId xmlns:a16="http://schemas.microsoft.com/office/drawing/2014/main" id="{00545EAB-02F2-4D35-839F-11095FE3779B}"/>
              </a:ext>
            </a:extLst>
          </p:cNvPr>
          <p:cNvSpPr>
            <a:spLocks xmlns:a="http://schemas.openxmlformats.org/drawingml/2006/main" noGrp="1"/>
          </p:cNvSpPr>
          <p:nvPr>
            <p:ph type="pic" idx="33" hasCustomPrompt="1"/>
          </p:nvPr>
        </p:nvSpPr>
        <p:spPr>
          <a:xfrm xmlns:a="http://schemas.openxmlformats.org/drawingml/2006/main">
            <a:off x="4797315"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3" name="Text Placeholder 21">
            <a:extLst xmlns:a="http://schemas.openxmlformats.org/drawingml/2006/main">
              <a:ext uri="{FF2B5EF4-FFF2-40B4-BE49-F238E27FC236}">
                <a16:creationId xmlns:a16="http://schemas.microsoft.com/office/drawing/2014/main" id="{C85CBC82-72D6-46B3-9B52-627E5BC2BC55}"/>
              </a:ext>
            </a:extLst>
          </p:cNvPr>
          <p:cNvSpPr>
            <a:spLocks xmlns:a="http://schemas.openxmlformats.org/drawingml/2006/main" noGrp="1"/>
          </p:cNvSpPr>
          <p:nvPr>
            <p:ph type="body" idx="34"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9" name="Text Placeholder 21">
            <a:extLst xmlns:a="http://schemas.openxmlformats.org/drawingml/2006/main">
              <a:ext uri="{FF2B5EF4-FFF2-40B4-BE49-F238E27FC236}">
                <a16:creationId xmlns:a16="http://schemas.microsoft.com/office/drawing/2014/main" id="{0FA9D0FA-EA15-4919-BEB9-4C5EE9D8CDFF}"/>
              </a:ext>
            </a:extLst>
          </p:cNvPr>
          <p:cNvSpPr>
            <a:spLocks xmlns:a="http://schemas.openxmlformats.org/drawingml/2006/main" noGrp="1"/>
          </p:cNvSpPr>
          <p:nvPr>
            <p:ph type="body" idx="35"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
            </a:r>
          </a:p>
        </p:txBody>
      </p:sp>
      <p:sp>
        <p:nvSpPr>
          <p:cNvPr id="28" name="Straight Connector 27">
            <a:extLst xmlns:a="http://schemas.openxmlformats.org/drawingml/2006/main">
              <a:ext uri="{FF2B5EF4-FFF2-40B4-BE49-F238E27FC236}">
                <a16:creationId xmlns:a16="http://schemas.microsoft.com/office/drawing/2014/main" id="{E50B6F9F-A45B-4451-9E79-981C3B8379A1}"/>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Picture Placeholder 2">
            <a:extLst xmlns:a="http://schemas.openxmlformats.org/drawingml/2006/main">
              <a:ext uri="{FF2B5EF4-FFF2-40B4-BE49-F238E27FC236}">
                <a16:creationId xmlns:a16="http://schemas.microsoft.com/office/drawing/2014/main" id="{7E0E7E15-3D7B-4123-8321-B073C59133A1}"/>
              </a:ext>
            </a:extLst>
          </p:cNvPr>
          <p:cNvSpPr>
            <a:spLocks xmlns:a="http://schemas.openxmlformats.org/drawingml/2006/main" noGrp="1"/>
          </p:cNvSpPr>
          <p:nvPr>
            <p:ph type="pic" idx="36" hasCustomPrompt="1"/>
          </p:nvPr>
        </p:nvSpPr>
        <p:spPr>
          <a:xfrm xmlns:a="http://schemas.openxmlformats.org/drawingml/2006/main">
            <a:off x="8645868"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1" name="Text Placeholder 21">
            <a:extLst xmlns:a="http://schemas.openxmlformats.org/drawingml/2006/main">
              <a:ext uri="{FF2B5EF4-FFF2-40B4-BE49-F238E27FC236}">
                <a16:creationId xmlns:a16="http://schemas.microsoft.com/office/drawing/2014/main" id="{8C820BCB-F093-47C5-A402-60E80288139D}"/>
              </a:ext>
            </a:extLst>
          </p:cNvPr>
          <p:cNvSpPr>
            <a:spLocks xmlns:a="http://schemas.openxmlformats.org/drawingml/2006/main" noGrp="1"/>
          </p:cNvSpPr>
          <p:nvPr>
            <p:ph type="body" idx="37"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2" name="Text Placeholder 21">
            <a:extLst xmlns:a="http://schemas.openxmlformats.org/drawingml/2006/main">
              <a:ext uri="{FF2B5EF4-FFF2-40B4-BE49-F238E27FC236}">
                <a16:creationId xmlns:a16="http://schemas.microsoft.com/office/drawing/2014/main" id="{F1AF7868-3C5C-49BB-8190-B4107C4DC70C}"/>
              </a:ext>
            </a:extLst>
          </p:cNvPr>
          <p:cNvSpPr>
            <a:spLocks xmlns:a="http://schemas.openxmlformats.org/drawingml/2006/main" noGrp="1"/>
          </p:cNvSpPr>
          <p:nvPr>
            <p:ph type="body" idx="38"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
            </a:r>
          </a:p>
        </p:txBody>
      </p:sp>
      <p:sp>
        <p:nvSpPr>
          <p:cNvPr id="9" name="Footer Placeholder 8">
            <a:extLst xmlns:a="http://schemas.openxmlformats.org/drawingml/2006/main">
              <a:ext uri="{FF2B5EF4-FFF2-40B4-BE49-F238E27FC236}">
                <a16:creationId xmlns:a16="http://schemas.microsoft.com/office/drawing/2014/main" id="{F59CF6BC-7A2F-38D3-C1EA-BEA6C37D79F5}"/>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2E05EDD9-0672-4EB4-1B16-92CEDEB1EFE7}"/>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Date Placeholder 7">
            <a:extLst xmlns:a="http://schemas.openxmlformats.org/drawingml/2006/main">
              <a:ext uri="{FF2B5EF4-FFF2-40B4-BE49-F238E27FC236}">
                <a16:creationId xmlns:a16="http://schemas.microsoft.com/office/drawing/2014/main" id="{7B180CC4-74E6-A0D5-4CC7-34ABAEAABDF5}"/>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2.xml><?xml version="1.0" encoding="utf-8"?>
<p:sldLayout xmlns:p="http://schemas.openxmlformats.org/presentationml/2006/main" preserve="1" userDrawn="1">
  <p:cSld name="Dark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358B48DD-4D54-4AC7-8AB9-59BEB3B7003A}"/>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Picture Placeholder 2">
            <a:extLst xmlns:a="http://schemas.openxmlformats.org/drawingml/2006/main">
              <a:ext uri="{FF2B5EF4-FFF2-40B4-BE49-F238E27FC236}">
                <a16:creationId xmlns:a16="http://schemas.microsoft.com/office/drawing/2014/main" id="{6A71FCB8-1058-4D1C-AED7-FAA7D744D71E}"/>
              </a:ext>
            </a:extLst>
          </p:cNvPr>
          <p:cNvSpPr>
            <a:spLocks xmlns:a="http://schemas.openxmlformats.org/drawingml/2006/main" noGrp="1"/>
          </p:cNvSpPr>
          <p:nvPr>
            <p:ph type="pic" idx="26" hasCustomPrompt="1"/>
          </p:nvPr>
        </p:nvSpPr>
        <p:spPr>
          <a:xfrm xmlns:a="http://schemas.openxmlformats.org/drawingml/2006/main">
            <a:off x="897834" y="1903921"/>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Text Placeholder 21">
            <a:extLst xmlns:a="http://schemas.openxmlformats.org/drawingml/2006/main">
              <a:ext uri="{FF2B5EF4-FFF2-40B4-BE49-F238E27FC236}">
                <a16:creationId xmlns:a16="http://schemas.microsoft.com/office/drawing/2014/main" id="{86408202-D3B4-402D-BC69-53C3509E8A7B}"/>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Text Placeholder 21">
            <a:extLst xmlns:a="http://schemas.openxmlformats.org/drawingml/2006/main">
              <a:ext uri="{FF2B5EF4-FFF2-40B4-BE49-F238E27FC236}">
                <a16:creationId xmlns:a16="http://schemas.microsoft.com/office/drawing/2014/main" id="{5CF397F4-2EE2-483E-8C39-8DB6BD107811}"/>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22" name="Straight Connector 21">
            <a:extLst xmlns:a="http://schemas.openxmlformats.org/drawingml/2006/main">
              <a:ext uri="{FF2B5EF4-FFF2-40B4-BE49-F238E27FC236}">
                <a16:creationId xmlns:a16="http://schemas.microsoft.com/office/drawing/2014/main" id="{EAEA1C63-AC81-42FB-A502-72CFC8073DA0}"/>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Picture Placeholder 2">
            <a:extLst xmlns:a="http://schemas.openxmlformats.org/drawingml/2006/main">
              <a:ext uri="{FF2B5EF4-FFF2-40B4-BE49-F238E27FC236}">
                <a16:creationId xmlns:a16="http://schemas.microsoft.com/office/drawing/2014/main" id="{84092946-3931-41BA-A9C4-E37BA2482561}"/>
              </a:ext>
            </a:extLst>
          </p:cNvPr>
          <p:cNvSpPr>
            <a:spLocks xmlns:a="http://schemas.openxmlformats.org/drawingml/2006/main" noGrp="1"/>
          </p:cNvSpPr>
          <p:nvPr>
            <p:ph type="pic" idx="36" hasCustomPrompt="1"/>
          </p:nvPr>
        </p:nvSpPr>
        <p:spPr>
          <a:xfrm xmlns:a="http://schemas.openxmlformats.org/drawingml/2006/main">
            <a:off x="4757260"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9" name="Text Placeholder 21">
            <a:extLst xmlns:a="http://schemas.openxmlformats.org/drawingml/2006/main">
              <a:ext uri="{FF2B5EF4-FFF2-40B4-BE49-F238E27FC236}">
                <a16:creationId xmlns:a16="http://schemas.microsoft.com/office/drawing/2014/main" id="{7A2A35E2-8BA7-45B3-B02C-B531B503587A}"/>
              </a:ext>
            </a:extLst>
          </p:cNvPr>
          <p:cNvSpPr>
            <a:spLocks xmlns:a="http://schemas.openxmlformats.org/drawingml/2006/main" noGrp="1"/>
          </p:cNvSpPr>
          <p:nvPr>
            <p:ph type="body" idx="37"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0" name="Text Placeholder 21">
            <a:extLst xmlns:a="http://schemas.openxmlformats.org/drawingml/2006/main">
              <a:ext uri="{FF2B5EF4-FFF2-40B4-BE49-F238E27FC236}">
                <a16:creationId xmlns:a16="http://schemas.microsoft.com/office/drawing/2014/main" id="{B0D928C5-7B1B-4A74-A1EB-B0C408189CAC}"/>
              </a:ext>
            </a:extLst>
          </p:cNvPr>
          <p:cNvSpPr>
            <a:spLocks xmlns:a="http://schemas.openxmlformats.org/drawingml/2006/main" noGrp="1"/>
          </p:cNvSpPr>
          <p:nvPr>
            <p:ph type="body" idx="38"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31" name="Straight Connector 30">
            <a:extLst xmlns:a="http://schemas.openxmlformats.org/drawingml/2006/main">
              <a:ext uri="{FF2B5EF4-FFF2-40B4-BE49-F238E27FC236}">
                <a16:creationId xmlns:a16="http://schemas.microsoft.com/office/drawing/2014/main" id="{871FB835-F40B-4B2E-8B24-A57D3CBC5DF4}"/>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Picture Placeholder 2">
            <a:extLst xmlns:a="http://schemas.openxmlformats.org/drawingml/2006/main">
              <a:ext uri="{FF2B5EF4-FFF2-40B4-BE49-F238E27FC236}">
                <a16:creationId xmlns:a16="http://schemas.microsoft.com/office/drawing/2014/main" id="{E9839675-3836-4943-9E7E-492470598773}"/>
              </a:ext>
            </a:extLst>
          </p:cNvPr>
          <p:cNvSpPr>
            <a:spLocks xmlns:a="http://schemas.openxmlformats.org/drawingml/2006/main" noGrp="1"/>
          </p:cNvSpPr>
          <p:nvPr>
            <p:ph type="pic" idx="39" hasCustomPrompt="1"/>
          </p:nvPr>
        </p:nvSpPr>
        <p:spPr>
          <a:xfrm xmlns:a="http://schemas.openxmlformats.org/drawingml/2006/main">
            <a:off x="8616787" y="192880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3" name="Text Placeholder 21">
            <a:extLst xmlns:a="http://schemas.openxmlformats.org/drawingml/2006/main">
              <a:ext uri="{FF2B5EF4-FFF2-40B4-BE49-F238E27FC236}">
                <a16:creationId xmlns:a16="http://schemas.microsoft.com/office/drawing/2014/main" id="{987833E9-276C-4353-BF31-4FC33134EEAE}"/>
              </a:ext>
            </a:extLst>
          </p:cNvPr>
          <p:cNvSpPr>
            <a:spLocks xmlns:a="http://schemas.openxmlformats.org/drawingml/2006/main" noGrp="1"/>
          </p:cNvSpPr>
          <p:nvPr>
            <p:ph type="body" idx="40"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4" name="Text Placeholder 21">
            <a:extLst xmlns:a="http://schemas.openxmlformats.org/drawingml/2006/main">
              <a:ext uri="{FF2B5EF4-FFF2-40B4-BE49-F238E27FC236}">
                <a16:creationId xmlns:a16="http://schemas.microsoft.com/office/drawing/2014/main" id="{4565DAAC-922E-4C75-A762-C6B54070F7DC}"/>
              </a:ext>
            </a:extLst>
          </p:cNvPr>
          <p:cNvSpPr>
            <a:spLocks xmlns:a="http://schemas.openxmlformats.org/drawingml/2006/main" noGrp="1"/>
          </p:cNvSpPr>
          <p:nvPr>
            <p:ph type="body" idx="41"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in.</a:t>
            </a:r>
          </a:p>
        </p:txBody>
      </p:sp>
      <p:sp>
        <p:nvSpPr>
          <p:cNvPr id="11" name="Slide Number Placeholder 10">
            <a:extLst xmlns:a="http://schemas.openxmlformats.org/drawingml/2006/main">
              <a:ext uri="{FF2B5EF4-FFF2-40B4-BE49-F238E27FC236}">
                <a16:creationId xmlns:a16="http://schemas.microsoft.com/office/drawing/2014/main" id="{B35F74D1-A7D7-71F7-1C83-85B91CC54A17}"/>
              </a:ext>
            </a:extLst>
          </p:cNvPr>
          <p:cNvSpPr>
            <a:spLocks xmlns:a="http://schemas.openxmlformats.org/drawingml/2006/main" noGrp="1"/>
          </p:cNvSpPr>
          <p:nvPr>
            <p:ph type="sldNum"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9">
            <a:extLst xmlns:a="http://schemas.openxmlformats.org/drawingml/2006/main">
              <a:ext uri="{FF2B5EF4-FFF2-40B4-BE49-F238E27FC236}">
                <a16:creationId xmlns:a16="http://schemas.microsoft.com/office/drawing/2014/main" id="{AB744A76-3388-A794-015D-56031177D79D}"/>
              </a:ext>
            </a:extLst>
          </p:cNvPr>
          <p:cNvSpPr>
            <a:spLocks xmlns:a="http://schemas.openxmlformats.org/drawingml/2006/main" noGrp="1"/>
          </p:cNvSpPr>
          <p:nvPr>
            <p:ph type="ftr"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8">
            <a:extLst xmlns:a="http://schemas.openxmlformats.org/drawingml/2006/main">
              <a:ext uri="{FF2B5EF4-FFF2-40B4-BE49-F238E27FC236}">
                <a16:creationId xmlns:a16="http://schemas.microsoft.com/office/drawing/2014/main" id="{064EFACD-32BB-A724-F5A6-DF8C6A5C3279}"/>
              </a:ext>
            </a:extLst>
          </p:cNvPr>
          <p:cNvSpPr>
            <a:spLocks xmlns:a="http://schemas.openxmlformats.org/drawingml/2006/main" noGrp="1"/>
          </p:cNvSpPr>
          <p:nvPr>
            <p:ph type="dt" idx="4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3.xml><?xml version="1.0" encoding="utf-8"?>
<p:sldLayout xmlns:p="http://schemas.openxmlformats.org/presentationml/2006/main" preserve="1" userDrawn="1">
  <p:cSld name="Light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4" name="Title 7">
            <a:extLst xmlns:a="http://schemas.openxmlformats.org/drawingml/2006/main">
              <a:ext uri="{FF2B5EF4-FFF2-40B4-BE49-F238E27FC236}">
                <a16:creationId xmlns:a16="http://schemas.microsoft.com/office/drawing/2014/main" id="{78F3D588-E944-9CCD-F934-4D109B5905DB}"/>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Icon 1">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Column 1 Header">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1" name="Column 1 body">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5" name="Divider 1">
            <a:extLst xmlns:a="http://schemas.openxmlformats.org/drawingml/2006/main">
              <a:ext uri="{FF2B5EF4-FFF2-40B4-BE49-F238E27FC236}">
                <a16:creationId xmlns:a16="http://schemas.microsoft.com/office/drawing/2014/main" id="{58190478-0239-410B-8761-76C1BE43B1B7}"/>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Icon 2">
            <a:extLst xmlns:a="http://schemas.openxmlformats.org/drawingml/2006/main">
              <a:ext uri="{FF2B5EF4-FFF2-40B4-BE49-F238E27FC236}">
                <a16:creationId xmlns:a16="http://schemas.microsoft.com/office/drawing/2014/main" id="{452D8958-2BA3-E8C4-A349-9B8D38EFEEBE}"/>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8" name="Column 2 header">
            <a:extLst xmlns:a="http://schemas.openxmlformats.org/drawingml/2006/main">
              <a:ext uri="{FF2B5EF4-FFF2-40B4-BE49-F238E27FC236}">
                <a16:creationId xmlns:a16="http://schemas.microsoft.com/office/drawing/2014/main" id="{F38723C6-3426-0DED-BB4F-97CEC3A55F6D}"/>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9" name="Column 2 body">
            <a:extLst xmlns:a="http://schemas.openxmlformats.org/drawingml/2006/main">
              <a:ext uri="{FF2B5EF4-FFF2-40B4-BE49-F238E27FC236}">
                <a16:creationId xmlns:a16="http://schemas.microsoft.com/office/drawing/2014/main" id="{C5BD3347-4E6D-B757-FB79-D3160FB48D0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8" name="Divider 2">
            <a:extLst xmlns:a="http://schemas.openxmlformats.org/drawingml/2006/main">
              <a:ext uri="{FF2B5EF4-FFF2-40B4-BE49-F238E27FC236}">
                <a16:creationId xmlns:a16="http://schemas.microsoft.com/office/drawing/2014/main" id="{11D5B628-75FC-4928-AD73-E6A4209976DC}"/>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Icon 3">
            <a:extLst xmlns:a="http://schemas.openxmlformats.org/drawingml/2006/main">
              <a:ext uri="{FF2B5EF4-FFF2-40B4-BE49-F238E27FC236}">
                <a16:creationId xmlns:a16="http://schemas.microsoft.com/office/drawing/2014/main" id="{0B8706A7-4339-AEA7-3538-6B11C9DE888F}"/>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1" name="Column 3 header">
            <a:extLst xmlns:a="http://schemas.openxmlformats.org/drawingml/2006/main">
              <a:ext uri="{FF2B5EF4-FFF2-40B4-BE49-F238E27FC236}">
                <a16:creationId xmlns:a16="http://schemas.microsoft.com/office/drawing/2014/main" id="{7FFC3A72-CD29-1771-F4D6-1FE24E237316}"/>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42" name="Column 3 body">
            <a:extLst xmlns:a="http://schemas.openxmlformats.org/drawingml/2006/main">
              <a:ext uri="{FF2B5EF4-FFF2-40B4-BE49-F238E27FC236}">
                <a16:creationId xmlns:a16="http://schemas.microsoft.com/office/drawing/2014/main" id="{3BE75DAD-03B8-A35F-313E-9021E9625E97}"/>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6" name="Divider 3">
            <a:extLst xmlns:a="http://schemas.openxmlformats.org/drawingml/2006/main">
              <a:ext uri="{FF2B5EF4-FFF2-40B4-BE49-F238E27FC236}">
                <a16:creationId xmlns:a16="http://schemas.microsoft.com/office/drawing/2014/main" id="{81A34A50-8779-4119-AB17-74DF0E2C39FE}"/>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Icon 4">
            <a:extLst xmlns:a="http://schemas.openxmlformats.org/drawingml/2006/main">
              <a:ext uri="{FF2B5EF4-FFF2-40B4-BE49-F238E27FC236}">
                <a16:creationId xmlns:a16="http://schemas.microsoft.com/office/drawing/2014/main" id="{A564445D-3622-F94F-5F5B-64E25C182894}"/>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4" name="Column 4 header">
            <a:extLst xmlns:a="http://schemas.openxmlformats.org/drawingml/2006/main">
              <a:ext uri="{FF2B5EF4-FFF2-40B4-BE49-F238E27FC236}">
                <a16:creationId xmlns:a16="http://schemas.microsoft.com/office/drawing/2014/main" id="{D73D98F3-F032-F349-D6FF-9956A80B2C0C}"/>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45" name="Column 4 body">
            <a:extLst xmlns:a="http://schemas.openxmlformats.org/drawingml/2006/main">
              <a:ext uri="{FF2B5EF4-FFF2-40B4-BE49-F238E27FC236}">
                <a16:creationId xmlns:a16="http://schemas.microsoft.com/office/drawing/2014/main" id="{E7F065D2-DFCA-69F0-EFCE-5436B4BBA960}"/>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10" name="Slide Number Placeholder 9">
            <a:extLst xmlns:a="http://schemas.openxmlformats.org/drawingml/2006/main">
              <a:ext uri="{FF2B5EF4-FFF2-40B4-BE49-F238E27FC236}">
                <a16:creationId xmlns:a16="http://schemas.microsoft.com/office/drawing/2014/main" id="{3A79F2A5-B307-E6C2-A0A7-C9D34E2F7467}"/>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Date Placeholder 7">
            <a:extLst xmlns:a="http://schemas.openxmlformats.org/drawingml/2006/main">
              <a:ext uri="{FF2B5EF4-FFF2-40B4-BE49-F238E27FC236}">
                <a16:creationId xmlns:a16="http://schemas.microsoft.com/office/drawing/2014/main" id="{670E38B5-BB46-6801-B170-496504D1B9E3}"/>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C810DC55-90E5-32A0-7237-3A10A7B16970}"/>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Tree>
  </p:cSld>
</p:sldLayout>
</file>

<file path=ppt/slideLayouts/slideLayout84.xml><?xml version="1.0" encoding="utf-8"?>
<p:sldLayout xmlns:p="http://schemas.openxmlformats.org/presentationml/2006/main" preserve="1" userDrawn="1">
  <p:cSld name="Dark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3" name="Title 7">
            <a:extLst xmlns:a="http://schemas.openxmlformats.org/drawingml/2006/main">
              <a:ext uri="{FF2B5EF4-FFF2-40B4-BE49-F238E27FC236}">
                <a16:creationId xmlns:a16="http://schemas.microsoft.com/office/drawing/2014/main" id="{D02FABB3-C5FA-6642-90DB-5692722BDC16}"/>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Icon 1">
            <a:extLst xmlns:a="http://schemas.openxmlformats.org/drawingml/2006/main">
              <a:ext uri="{FF2B5EF4-FFF2-40B4-BE49-F238E27FC236}">
                <a16:creationId xmlns:a16="http://schemas.microsoft.com/office/drawing/2014/main" id="{D7B5CD21-4DD7-F936-8109-65AA2FAAABD3}"/>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Column 1 Header">
            <a:extLst xmlns:a="http://schemas.openxmlformats.org/drawingml/2006/main">
              <a:ext uri="{FF2B5EF4-FFF2-40B4-BE49-F238E27FC236}">
                <a16:creationId xmlns:a16="http://schemas.microsoft.com/office/drawing/2014/main" id="{10EEDB7A-9A85-DC86-94E9-0E2F22B43885}"/>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Column 1 body">
            <a:extLst xmlns:a="http://schemas.openxmlformats.org/drawingml/2006/main">
              <a:ext uri="{FF2B5EF4-FFF2-40B4-BE49-F238E27FC236}">
                <a16:creationId xmlns:a16="http://schemas.microsoft.com/office/drawing/2014/main" id="{02016CD8-41CD-C86E-0617-6004BF4F7960}"/>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2" name="Divider 1">
            <a:extLst xmlns:a="http://schemas.openxmlformats.org/drawingml/2006/main">
              <a:ext uri="{FF2B5EF4-FFF2-40B4-BE49-F238E27FC236}">
                <a16:creationId xmlns:a16="http://schemas.microsoft.com/office/drawing/2014/main" id="{0C100CB2-8A81-48B5-BF3E-06202C077F98}"/>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Icon 2">
            <a:extLst xmlns:a="http://schemas.openxmlformats.org/drawingml/2006/main">
              <a:ext uri="{FF2B5EF4-FFF2-40B4-BE49-F238E27FC236}">
                <a16:creationId xmlns:a16="http://schemas.microsoft.com/office/drawing/2014/main" id="{7A362649-C49E-B2E0-1EBB-6B4205DADC7B}"/>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6" name="Column 2 header">
            <a:extLst xmlns:a="http://schemas.openxmlformats.org/drawingml/2006/main">
              <a:ext uri="{FF2B5EF4-FFF2-40B4-BE49-F238E27FC236}">
                <a16:creationId xmlns:a16="http://schemas.microsoft.com/office/drawing/2014/main" id="{11DD71F6-9080-E444-6D28-1CA7EAA2CCF5}"/>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7" name="Column 2 body">
            <a:extLst xmlns:a="http://schemas.openxmlformats.org/drawingml/2006/main">
              <a:ext uri="{FF2B5EF4-FFF2-40B4-BE49-F238E27FC236}">
                <a16:creationId xmlns:a16="http://schemas.microsoft.com/office/drawing/2014/main" id="{8C5083C1-91B0-590A-D3D4-4F47F054BC4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8" name="Divider 2">
            <a:extLst xmlns:a="http://schemas.openxmlformats.org/drawingml/2006/main">
              <a:ext uri="{FF2B5EF4-FFF2-40B4-BE49-F238E27FC236}">
                <a16:creationId xmlns:a16="http://schemas.microsoft.com/office/drawing/2014/main" id="{FB164A62-578E-4286-BC01-0B187A1EDF83}"/>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Icon 3">
            <a:extLst xmlns:a="http://schemas.openxmlformats.org/drawingml/2006/main">
              <a:ext uri="{FF2B5EF4-FFF2-40B4-BE49-F238E27FC236}">
                <a16:creationId xmlns:a16="http://schemas.microsoft.com/office/drawing/2014/main" id="{7EE9209C-55AF-784B-DB4D-42B6F5641729}"/>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0" name="Column 3 header">
            <a:extLst xmlns:a="http://schemas.openxmlformats.org/drawingml/2006/main">
              <a:ext uri="{FF2B5EF4-FFF2-40B4-BE49-F238E27FC236}">
                <a16:creationId xmlns:a16="http://schemas.microsoft.com/office/drawing/2014/main" id="{CC2AE930-51E3-48D8-9C76-AD88C016BFFF}"/>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1" name="Column 3 body">
            <a:extLst xmlns:a="http://schemas.openxmlformats.org/drawingml/2006/main">
              <a:ext uri="{FF2B5EF4-FFF2-40B4-BE49-F238E27FC236}">
                <a16:creationId xmlns:a16="http://schemas.microsoft.com/office/drawing/2014/main" id="{625601CC-C6AD-511C-CE3E-73A412076FBC}"/>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32" name="Divider 3">
            <a:extLst xmlns:a="http://schemas.openxmlformats.org/drawingml/2006/main">
              <a:ext uri="{FF2B5EF4-FFF2-40B4-BE49-F238E27FC236}">
                <a16:creationId xmlns:a16="http://schemas.microsoft.com/office/drawing/2014/main" id="{6E7C76D4-3682-4594-A1FA-C3B3ABD93627}"/>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Icon 4">
            <a:extLst xmlns:a="http://schemas.openxmlformats.org/drawingml/2006/main">
              <a:ext uri="{FF2B5EF4-FFF2-40B4-BE49-F238E27FC236}">
                <a16:creationId xmlns:a16="http://schemas.microsoft.com/office/drawing/2014/main" id="{1D5109BD-DD12-1F75-C31F-D6C059B1A8E2}"/>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4" name="Column 4 header">
            <a:extLst xmlns:a="http://schemas.openxmlformats.org/drawingml/2006/main">
              <a:ext uri="{FF2B5EF4-FFF2-40B4-BE49-F238E27FC236}">
                <a16:creationId xmlns:a16="http://schemas.microsoft.com/office/drawing/2014/main" id="{E473564E-FA78-F033-3F28-5FD25256A1FE}"/>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5" name="Column 4 body">
            <a:extLst xmlns:a="http://schemas.openxmlformats.org/drawingml/2006/main">
              <a:ext uri="{FF2B5EF4-FFF2-40B4-BE49-F238E27FC236}">
                <a16:creationId xmlns:a16="http://schemas.microsoft.com/office/drawing/2014/main" id="{BDE27B49-6B98-F470-0364-79D3D53A8652}"/>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 name="Date Placeholder 1">
            <a:extLst xmlns:a="http://schemas.openxmlformats.org/drawingml/2006/main">
              <a:ext uri="{FF2B5EF4-FFF2-40B4-BE49-F238E27FC236}">
                <a16:creationId xmlns:a16="http://schemas.microsoft.com/office/drawing/2014/main" id="{F47FE990-B651-C3E7-8034-84F4271BB4CF}"/>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CC0667AA-D964-7DEA-B216-0851D801CFAB}"/>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Slide Number Placeholder 5">
            <a:extLst xmlns:a="http://schemas.openxmlformats.org/drawingml/2006/main">
              <a:ext uri="{FF2B5EF4-FFF2-40B4-BE49-F238E27FC236}">
                <a16:creationId xmlns:a16="http://schemas.microsoft.com/office/drawing/2014/main" id="{EDF8007B-6F90-BFD8-9495-D7278DE9E432}"/>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85.xml><?xml version="1.0" encoding="utf-8"?>
<p:sldLayout xmlns:p="http://schemas.openxmlformats.org/presentationml/2006/main" preserve="1" userDrawn="1">
  <p:cSld name="Dark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7">
            <a:extLst xmlns:a="http://schemas.openxmlformats.org/drawingml/2006/main">
              <a:ext uri="{FF2B5EF4-FFF2-40B4-BE49-F238E27FC236}">
                <a16:creationId xmlns:a16="http://schemas.microsoft.com/office/drawing/2014/main" id="{B9BE1098-CB0B-6118-9F18-F82F79BCD07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8EF60680-0B89-E284-0AFC-7DCC64BF7750}"/>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033EE420-175F-A11D-96CB-D1ABB088F9CF}"/>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6.xml><?xml version="1.0" encoding="utf-8"?>
<p:sldLayout xmlns:p="http://schemas.openxmlformats.org/presentationml/2006/main" preserve="1" userDrawn="1">
  <p:cSld name="Light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986FB920-929F-CD50-52DB-2267C19E529C}"/>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8B934CA2-9189-BBDA-2D47-6B62E59B566E}"/>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3">
            <a:extLst xmlns:a="http://schemas.openxmlformats.org/drawingml/2006/main">
              <a:ext uri="{FF2B5EF4-FFF2-40B4-BE49-F238E27FC236}">
                <a16:creationId xmlns:a16="http://schemas.microsoft.com/office/drawing/2014/main" id="{1EB26826-CB7B-F2D0-E18C-8AA5414C58D7}"/>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7.xml><?xml version="1.0" encoding="utf-8"?>
<p:sldLayout xmlns:p="http://schemas.openxmlformats.org/presentationml/2006/main" preserve="1" userDrawn="1">
  <p:cSld name="Dark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3" name="Title 12">
            <a:extLst xmlns:a="http://schemas.openxmlformats.org/drawingml/2006/main">
              <a:ext uri="{FF2B5EF4-FFF2-40B4-BE49-F238E27FC236}">
                <a16:creationId xmlns:a16="http://schemas.microsoft.com/office/drawing/2014/main" id="{6B0DF820-DA27-4A53-F431-314E40C10345}"/>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5" name="Subtitle">
            <a:extLst xmlns:a="http://schemas.openxmlformats.org/drawingml/2006/main">
              <a:ext uri="{FF2B5EF4-FFF2-40B4-BE49-F238E27FC236}">
                <a16:creationId xmlns:a16="http://schemas.microsoft.com/office/drawing/2014/main" id="{72D292EF-93B3-0F2E-7BED-9B5FDD1F1B94}"/>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7">
            <a:extLst xmlns:a="http://schemas.openxmlformats.org/drawingml/2006/main">
              <a:ext uri="{FF2B5EF4-FFF2-40B4-BE49-F238E27FC236}">
                <a16:creationId xmlns:a16="http://schemas.microsoft.com/office/drawing/2014/main" id="{E1B5D46F-65FA-89E8-E05A-6E937CA1C2E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6">
            <a:extLst xmlns:a="http://schemas.openxmlformats.org/drawingml/2006/main">
              <a:ext uri="{FF2B5EF4-FFF2-40B4-BE49-F238E27FC236}">
                <a16:creationId xmlns:a16="http://schemas.microsoft.com/office/drawing/2014/main" id="{4D9122D4-F69F-A7AA-EEA8-7C5565E7647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CA222E66-0FD4-1E10-21D6-748A24D406C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Straight Connector 8">
            <a:extLst xmlns:a="http://schemas.openxmlformats.org/drawingml/2006/main">
              <a:ext uri="{FF2B5EF4-FFF2-40B4-BE49-F238E27FC236}">
                <a16:creationId xmlns:a16="http://schemas.microsoft.com/office/drawing/2014/main" id="{0DD565CB-A2DF-4CB6-B313-53EEE7849FB8}"/>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270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88.xml><?xml version="1.0" encoding="utf-8"?>
<p:sldLayout xmlns:p="http://schemas.openxmlformats.org/presentationml/2006/main" preserve="1" userDrawn="1">
  <p:cSld name="Light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9" name="Title 12">
            <a:extLst xmlns:a="http://schemas.openxmlformats.org/drawingml/2006/main">
              <a:ext uri="{FF2B5EF4-FFF2-40B4-BE49-F238E27FC236}">
                <a16:creationId xmlns:a16="http://schemas.microsoft.com/office/drawing/2014/main" id="{C2D0AE67-1167-2B52-146F-5E0AA0D86441}"/>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8" name="Subtitle">
            <a:extLst xmlns:a="http://schemas.openxmlformats.org/drawingml/2006/main">
              <a:ext uri="{FF2B5EF4-FFF2-40B4-BE49-F238E27FC236}">
                <a16:creationId xmlns:a16="http://schemas.microsoft.com/office/drawing/2014/main" id="{C8ADFC4F-C961-366D-5252-9B4CC4102CB3}"/>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4" name="Straight Connector 3">
            <a:extLst xmlns:a="http://schemas.openxmlformats.org/drawingml/2006/main">
              <a:ext uri="{FF2B5EF4-FFF2-40B4-BE49-F238E27FC236}">
                <a16:creationId xmlns:a16="http://schemas.microsoft.com/office/drawing/2014/main" id="{FEBE5EC9-D126-4ABE-B587-C74D7429FFC2}"/>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905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5">
            <a:extLst xmlns:a="http://schemas.openxmlformats.org/drawingml/2006/main">
              <a:ext uri="{FF2B5EF4-FFF2-40B4-BE49-F238E27FC236}">
                <a16:creationId xmlns:a16="http://schemas.microsoft.com/office/drawing/2014/main" id="{FDA8E918-B2CE-9B3B-6306-4B5A17E9A43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3C072B30-0FE5-8289-77F0-1D24085A4EF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B54B9E9C-E71A-D85E-B49A-0603C0A1552B}"/>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9.xml><?xml version="1.0" encoding="utf-8"?>
<p:sldLayout xmlns:p="http://schemas.openxmlformats.org/presentationml/2006/main" preserve="1" userDrawn="1">
  <p:cSld name="Photo Collage + Content Dark">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90.xml><?xml version="1.0" encoding="utf-8"?>
<p:sldLayout xmlns:p="http://schemas.openxmlformats.org/presentationml/2006/main" preserve="1" userDrawn="1">
  <p:cSld name="Photo Collage + Content Light">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1.xml><?xml version="1.0" encoding="utf-8"?>
<p:sldLayout xmlns:p="http://schemas.openxmlformats.org/presentationml/2006/main" preserve="1" userDrawn="1">
  <p:cSld name="PHOTO_Full Slide">
    <p:bg>
      <p:bgRef idx="1001">
        <a:schemeClr xmlns:a="http://schemas.openxmlformats.org/drawingml/2006/main" val="bg2"/>
      </p:bgRef>
    </p:bg>
    <p:spTree>
      <p:nvGrpSpPr>
        <p:cNvPr id="1" name=""/>
        <p:cNvGrpSpPr/>
        <p:nvPr/>
      </p:nvGrpSpPr>
      <p:grpSpPr>
        <a:xfrm xmlns:a="http://schemas.openxmlformats.org/drawingml/2006/main"/>
      </p:grpSpPr>
      <p:sp>
        <p:nvSpPr>
          <p:cNvPr id="5" name="Slide Number Placeholder 7" hidden="1">
            <a:extLst xmlns:a="http://schemas.openxmlformats.org/drawingml/2006/main">
              <a:ext uri="{FF2B5EF4-FFF2-40B4-BE49-F238E27FC236}">
                <a16:creationId xmlns:a16="http://schemas.microsoft.com/office/drawing/2014/main" id="{B0BD77A1-77CB-B876-21BC-3E357707FB00}"/>
              </a:ext>
            </a:extLst>
          </p:cNvPr>
          <p:cNvSpPr>
            <a:spLocks xmlns:a="http://schemas.openxmlformats.org/drawingml/2006/main" noGrp="1"/>
          </p:cNvSpPr>
          <p:nvPr>
            <p:ph type="sldNum" idx="17"/>
          </p:nvPr>
        </p:nvSpPr>
        <p:spPr>
          <a:xfrm xmlns:a="http://schemas.openxmlformats.org/drawingml/2006/main">
            <a:off x="762000" y="6428637"/>
            <a:ext cx="365760" cy="36576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345D60D9-5372-5F40-9443-0F9AE5BDC3C8}" type="slidenum">
              <a:t>‹#›</a:t>
            </a:fld>
          </a:p>
        </p:txBody>
      </p:sp>
      <p:sp>
        <p:nvSpPr>
          <p:cNvPr id="7" name="Footer Placeholder 6" hidden="1">
            <a:extLst xmlns:a="http://schemas.openxmlformats.org/drawingml/2006/main">
              <a:ext uri="{FF2B5EF4-FFF2-40B4-BE49-F238E27FC236}">
                <a16:creationId xmlns:a16="http://schemas.microsoft.com/office/drawing/2014/main" id="{361D4689-E747-22B9-8A23-5E8372B62E14}"/>
              </a:ext>
            </a:extLst>
          </p:cNvPr>
          <p:cNvSpPr>
            <a:spLocks xmlns:a="http://schemas.openxmlformats.org/drawingml/2006/main" noGrp="1"/>
          </p:cNvSpPr>
          <p:nvPr>
            <p:ph type="ftr" idx="16"/>
          </p:nvPr>
        </p:nvSpPr>
        <p:spPr>
          <a:xfrm xmlns:a="http://schemas.openxmlformats.org/drawingml/2006/main">
            <a:off x="1127760" y="6428955"/>
            <a:ext cx="5233748"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2" name="Picture Placeholder 1">
            <a:extLst xmlns:a="http://schemas.openxmlformats.org/drawingml/2006/main">
              <a:ext uri="{FF2B5EF4-FFF2-40B4-BE49-F238E27FC236}">
                <a16:creationId xmlns:a16="http://schemas.microsoft.com/office/drawing/2014/main" id="{5170667F-B06C-96EB-B8A5-00675DC62804}"/>
              </a:ext>
            </a:extLst>
          </p:cNvPr>
          <p:cNvSpPr>
            <a:spLocks xmlns:a="http://schemas.openxmlformats.org/drawingml/2006/main" noGrp="1"/>
          </p:cNvSpPr>
          <p:nvPr>
            <p:ph type="pic" idx="13" hasCustomPrompt="1"/>
          </p:nvPr>
        </p:nvSpPr>
        <p:spPr>
          <a:xfrm xmlns:a="http://schemas.openxmlformats.org/drawingml/2006/main">
            <a:off x="0" y="0"/>
            <a:ext cx="12192000" cy="6858000"/>
          </a:xfrm>
        </p:spPr>
        <p:txBody>
          <a:bodyPr xmlns:a="http://schemas.openxmlformats.org/drawingml/2006/main" anchor="ctr"/>
          <a:lstStyle xmlns:a="http://schemas.openxmlformats.org/drawingml/2006/main">
            <a:lvl1pPr algn="ctr">
              <a:buNone/>
              <a:defRPr/>
            </a:lvl1pPr>
          </a:lstStyle>
          <a:p xmlns:a="http://schemas.openxmlformats.org/drawingml/2006/main">
            <a:pPr marL="0" marR="0" lvl="0" indent="0" algn="ctr" defTabSz="914400">
              <a:lnSpc>
                <a:spcPct val="95000"/>
              </a:lnSpc>
              <a:spcBef>
                <a:spcPts val="600"/>
              </a:spcBef>
              <a:spcAft>
                <a:spcPts val="0"/>
              </a:spcAft>
              <a:buClrTx/>
              <a:buSzTx/>
              <a:buFont typeface="System Font Regular"/>
              <a:buNone/>
            </a:pPr>
            <a:r>
              <a:t>Click to add photo or illustration</a:t>
            </a:r>
          </a:p>
          <a:p xmlns:a="http://schemas.openxmlformats.org/drawingml/2006/main"/>
          <a:p xmlns:a="http://schemas.openxmlformats.org/drawingml/2006/main"/>
        </p:txBody>
      </p:sp>
    </p:spTree>
  </p:cSld>
</p:sldLayout>
</file>

<file path=ppt/slideLayouts/slideLayout92.xml><?xml version="1.0" encoding="utf-8"?>
<p:sldLayout xmlns:p="http://schemas.openxmlformats.org/presentationml/2006/main" preserve="1" userDrawn="1">
  <p:cSld name="Dark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536DA1B-D096-01B8-6B79-C6DBB456A7CA}"/>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6" name="Picture Placeholder 12">
            <a:extLst xmlns:a="http://schemas.openxmlformats.org/drawingml/2006/main">
              <a:ext uri="{FF2B5EF4-FFF2-40B4-BE49-F238E27FC236}">
                <a16:creationId xmlns:a16="http://schemas.microsoft.com/office/drawing/2014/main" id="{5C4A9BEF-054B-38A2-DDC6-DD7D3B185912}"/>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p>
          <a:p xmlns:a="http://schemas.openxmlformats.org/drawingml/2006/main">
            <a:pPr lvl="0" algn="ctr">
              <a:buNone/>
            </a:pPr>
          </a:p>
        </p:txBody>
      </p:sp>
      <p:sp>
        <p:nvSpPr>
          <p:cNvPr id="4" name="Text Placeholder 5">
            <a:extLst xmlns:a="http://schemas.openxmlformats.org/drawingml/2006/main">
              <a:ext uri="{FF2B5EF4-FFF2-40B4-BE49-F238E27FC236}">
                <a16:creationId xmlns:a16="http://schemas.microsoft.com/office/drawing/2014/main" id="{5359DD48-7CB8-3699-CA89-9D72DAA6B0BF}"/>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9" name="Picture Placeholder 12">
            <a:extLst xmlns:a="http://schemas.openxmlformats.org/drawingml/2006/main">
              <a:ext uri="{FF2B5EF4-FFF2-40B4-BE49-F238E27FC236}">
                <a16:creationId xmlns:a16="http://schemas.microsoft.com/office/drawing/2014/main" id="{32FA574C-02E7-4456-3CFF-3AD988229D69}"/>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p>
          <a:p xmlns:a="http://schemas.openxmlformats.org/drawingml/2006/main">
            <a:pPr lvl="0" algn="ctr">
              <a:buNone/>
            </a:pPr>
          </a:p>
          <a:p xmlns:a="http://schemas.openxmlformats.org/drawingml/2006/main">
            <a:pPr lvl="0" algn="ctr">
              <a:buNone/>
            </a:pPr>
          </a:p>
        </p:txBody>
      </p:sp>
      <p:sp>
        <p:nvSpPr>
          <p:cNvPr id="5" name="Text Placeholder 7">
            <a:extLst xmlns:a="http://schemas.openxmlformats.org/drawingml/2006/main">
              <a:ext uri="{FF2B5EF4-FFF2-40B4-BE49-F238E27FC236}">
                <a16:creationId xmlns:a16="http://schemas.microsoft.com/office/drawing/2014/main" id="{346E39F9-D43F-04FC-3023-F53553A4056D}"/>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8" name="Slide Number Placeholder 7">
            <a:extLst xmlns:a="http://schemas.openxmlformats.org/drawingml/2006/main">
              <a:ext uri="{FF2B5EF4-FFF2-40B4-BE49-F238E27FC236}">
                <a16:creationId xmlns:a16="http://schemas.microsoft.com/office/drawing/2014/main" id="{3C49485D-F762-1381-7479-D37FDB46F38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6">
            <a:extLst xmlns:a="http://schemas.openxmlformats.org/drawingml/2006/main">
              <a:ext uri="{FF2B5EF4-FFF2-40B4-BE49-F238E27FC236}">
                <a16:creationId xmlns:a16="http://schemas.microsoft.com/office/drawing/2014/main" id="{844C26A1-8F6A-0142-2190-64BD165AA6D8}"/>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Date Placeholder 4">
            <a:extLst xmlns:a="http://schemas.openxmlformats.org/drawingml/2006/main">
              <a:ext uri="{FF2B5EF4-FFF2-40B4-BE49-F238E27FC236}">
                <a16:creationId xmlns:a16="http://schemas.microsoft.com/office/drawing/2014/main" id="{2699964F-7EAE-A02B-DAAA-5083B3377FE4}"/>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93.xml><?xml version="1.0" encoding="utf-8"?>
<p:sldLayout xmlns:p="http://schemas.openxmlformats.org/presentationml/2006/main" preserve="1" userDrawn="1">
  <p:cSld name="Light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CFD4E609-9037-8285-A36E-039E71F8B03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Picture Placeholder 12">
            <a:extLst xmlns:a="http://schemas.openxmlformats.org/drawingml/2006/main">
              <a:ext uri="{FF2B5EF4-FFF2-40B4-BE49-F238E27FC236}">
                <a16:creationId xmlns:a16="http://schemas.microsoft.com/office/drawing/2014/main" id="{90ACCFB3-5B0B-D6E2-D2BA-F70E9C22E3F7}"/>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8" name="Text Placeholder 5">
            <a:extLst xmlns:a="http://schemas.openxmlformats.org/drawingml/2006/main">
              <a:ext uri="{FF2B5EF4-FFF2-40B4-BE49-F238E27FC236}">
                <a16:creationId xmlns:a16="http://schemas.microsoft.com/office/drawing/2014/main" id="{AE8171D6-A364-A377-FFE9-3F53F16263EA}"/>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13" name="Picture Placeholder 12">
            <a:extLst xmlns:a="http://schemas.openxmlformats.org/drawingml/2006/main">
              <a:ext uri="{FF2B5EF4-FFF2-40B4-BE49-F238E27FC236}">
                <a16:creationId xmlns:a16="http://schemas.microsoft.com/office/drawing/2014/main" id="{AE9BE660-418D-B00B-4919-F18A26E7CECF}"/>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1" name="Text Placeholder 7">
            <a:extLst xmlns:a="http://schemas.openxmlformats.org/drawingml/2006/main">
              <a:ext uri="{FF2B5EF4-FFF2-40B4-BE49-F238E27FC236}">
                <a16:creationId xmlns:a16="http://schemas.microsoft.com/office/drawing/2014/main" id="{79E2D9AD-B603-1F6B-F5F3-92A71334B474}"/>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4" name="Slide Number Placeholder 5">
            <a:extLst xmlns:a="http://schemas.openxmlformats.org/drawingml/2006/main">
              <a:ext uri="{FF2B5EF4-FFF2-40B4-BE49-F238E27FC236}">
                <a16:creationId xmlns:a16="http://schemas.microsoft.com/office/drawing/2014/main" id="{7567E54F-7B19-8851-B67D-202FB9AC1D6A}"/>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A1778B27-DEA8-9A30-4AED-960974FB3EBC}"/>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333856E5-8C5E-2CF5-6E7E-97C9C55734DC}"/>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4.xml><?xml version="1.0" encoding="utf-8"?>
<p:sldLayout xmlns:p="http://schemas.openxmlformats.org/presentationml/2006/main" preserve="1" userDrawn="1">
  <p:cSld name="Dark - Bold Statement with Photo half">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0" name="Date Placeholder 9">
            <a:extLst xmlns:a="http://schemas.openxmlformats.org/drawingml/2006/main">
              <a:ext uri="{FF2B5EF4-FFF2-40B4-BE49-F238E27FC236}">
                <a16:creationId xmlns:a16="http://schemas.microsoft.com/office/drawing/2014/main" id="{CFB698A3-54A9-FB17-B2D4-7F20F0A79C40}"/>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1" name="Footer Placeholder 10">
            <a:extLst xmlns:a="http://schemas.openxmlformats.org/drawingml/2006/main">
              <a:ext uri="{FF2B5EF4-FFF2-40B4-BE49-F238E27FC236}">
                <a16:creationId xmlns:a16="http://schemas.microsoft.com/office/drawing/2014/main" id="{E8BE4CB4-E754-6D7A-B9E5-FD0C6A6204BF}"/>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17986784-5975-D9F1-203A-0BD838E5E21F}"/>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95.xml><?xml version="1.0" encoding="utf-8"?>
<p:sldLayout xmlns:p="http://schemas.openxmlformats.org/presentationml/2006/main" preserve="1" userDrawn="1">
  <p:cSld name="Light - Bold Statement with Photo half">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6.xml><?xml version="1.0" encoding="utf-8"?>
<p:sldLayout xmlns:p="http://schemas.openxmlformats.org/presentationml/2006/main" preserve="1" userDrawn="1">
  <p:cSld name="Dark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p>
        </p:txBody>
      </p:sp>
      <p:sp>
        <p:nvSpPr>
          <p:cNvPr id="6" name="Slide Number Placeholder 5">
            <a:extLst xmlns:a="http://schemas.openxmlformats.org/drawingml/2006/main">
              <a:ext uri="{FF2B5EF4-FFF2-40B4-BE49-F238E27FC236}">
                <a16:creationId xmlns:a16="http://schemas.microsoft.com/office/drawing/2014/main" id="{957B489F-6C53-0670-3CA3-C344A6796DB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4" name="Footer Placeholder 4">
            <a:extLst xmlns:a="http://schemas.openxmlformats.org/drawingml/2006/main">
              <a:ext uri="{FF2B5EF4-FFF2-40B4-BE49-F238E27FC236}">
                <a16:creationId xmlns:a16="http://schemas.microsoft.com/office/drawing/2014/main" id="{73C65335-0F11-C316-1B11-B923DAF34CA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Date Placeholder 3">
            <a:extLst xmlns:a="http://schemas.openxmlformats.org/drawingml/2006/main">
              <a:ext uri="{FF2B5EF4-FFF2-40B4-BE49-F238E27FC236}">
                <a16:creationId xmlns:a16="http://schemas.microsoft.com/office/drawing/2014/main" id="{249F2E88-1C3B-E905-DE13-29B4AD6670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22" name="Picture 4"/>
          <p:cNvPicPr>
            <a:picLocks xmlns:a="http://schemas.openxmlformats.org/drawingml/2006/main" noChangeAspect="1"/>
          </p:cNvPicPr>
          <p:nvPr/>
        </p:nvPicPr>
        <p:blipFill>
          <a:blip xmlns:r="http://schemas.openxmlformats.org/officeDocument/2006/relationships" xmlns:a="http://schemas.openxmlformats.org/drawingml/2006/main" r:embed="R3b22a8130f6f4ad9"/>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7" name="Picture Placeholder 21">
            <a:extLst xmlns:a="http://schemas.openxmlformats.org/drawingml/2006/main">
              <a:ext uri="{FF2B5EF4-FFF2-40B4-BE49-F238E27FC236}">
                <a16:creationId xmlns:a16="http://schemas.microsoft.com/office/drawing/2014/main" id="{4A787595-7363-9A8E-E513-2117DE88759B}"/>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p xmlns:a="http://schemas.openxmlformats.org/drawingml/2006/main"/>
        </p:txBody>
      </p:sp>
    </p:spTree>
  </p:cSld>
</p:sldLayout>
</file>

<file path=ppt/slideLayouts/slideLayout97.xml><?xml version="1.0" encoding="utf-8"?>
<p:sldLayout xmlns:p="http://schemas.openxmlformats.org/presentationml/2006/main" preserve="1" userDrawn="1">
  <p:cSld name="Light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p>
        </p:txBody>
      </p:sp>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2f4358ce82d34cb0"/>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13" name="Picture Placeholder 21">
            <a:extLst xmlns:a="http://schemas.openxmlformats.org/drawingml/2006/main">
              <a:ext uri="{FF2B5EF4-FFF2-40B4-BE49-F238E27FC236}">
                <a16:creationId xmlns:a16="http://schemas.microsoft.com/office/drawing/2014/main" id="{A6B73051-9D1F-22B3-EB86-F2801CD8E323}"/>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8.xml><?xml version="1.0" encoding="utf-8"?>
<p:sldLayout xmlns:p="http://schemas.openxmlformats.org/presentationml/2006/main" userDrawn="1">
  <p:cSld name="Light - Story with quote, and image">
    <p:bg>
      <p:bgRef idx="1001">
        <a:schemeClr xmlns:a="http://schemas.openxmlformats.org/drawingml/2006/main" val="bg2"/>
      </p:bgRef>
    </p:bg>
    <p:spTree>
      <p:nvGrpSpPr>
        <p:cNvPr id="1" name=""/>
        <p:cNvGrpSpPr/>
        <p:nvPr/>
      </p:nvGrpSpPr>
      <p:grpSpPr>
        <a:xfrm xmlns:a="http://schemas.openxmlformats.org/drawingml/2006/main"/>
      </p:grpSpPr>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23" name="Text Placeholder 3">
            <a:extLst xmlns:a="http://schemas.openxmlformats.org/drawingml/2006/main">
              <a:ext uri="{FF2B5EF4-FFF2-40B4-BE49-F238E27FC236}">
                <a16:creationId xmlns:a16="http://schemas.microsoft.com/office/drawing/2014/main" id="{B544B384-379B-D246-825E-82D80E47CA83}"/>
              </a:ext>
            </a:extLst>
          </p:cNvPr>
          <p:cNvSpPr>
            <a:spLocks xmlns:a="http://schemas.openxmlformats.org/drawingml/2006/main" noGrp="1"/>
          </p:cNvSpPr>
          <p:nvPr>
            <p:ph type="body" idx="20" hasCustomPrompt="1"/>
          </p:nvPr>
        </p:nvSpPr>
        <p:spPr>
          <a:xfrm xmlns:a="http://schemas.openxmlformats.org/drawingml/2006/main">
            <a:off x="6781820" y="3870511"/>
            <a:ext cx="4838705" cy="1358116"/>
          </a:xfrm>
        </p:spPr>
        <p:txBody>
          <a:bodyPr xmlns:a="http://schemas.openxmlformats.org/drawingml/2006/main"/>
          <a:lstStyle xmlns:a="http://schemas.openxmlformats.org/drawingml/2006/main">
            <a:lvl1pPr>
              <a:buNone/>
              <a:defRPr sz="1800">
                <a:solidFill>
                  <a:schemeClr val="tx1"/>
                </a:solidFill>
                <a:latin typeface="Georgia"/>
                <a:ea typeface="Georgia"/>
                <a:cs typeface="Georgia"/>
              </a:defRPr>
            </a:lvl1pPr>
          </a:lstStyle>
          <a:p xmlns:a="http://schemas.openxmlformats.org/drawingml/2006/main">
            <a:pPr lvl="0">
              <a:buNone/>
            </a:pPr>
            <a:r>
              <a:t>“Quote goes up here.</a:t>
            </a:r>
            <a:r>
              <a:t> 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Ut </a:t>
            </a:r>
            <a:r>
              <a:t>enim</a:t>
            </a:r>
            <a:r>
              <a:t> ad minim </a:t>
            </a:r>
            <a:r>
              <a:t>veniam</a:t>
            </a:r>
            <a:r>
              <a:t>, </a:t>
            </a:r>
            <a:r>
              <a:t>quis</a:t>
            </a:r>
            <a:r>
              <a:t> </a:t>
            </a:r>
            <a:r>
              <a:t>nostrud</a:t>
            </a:r>
            <a:r>
              <a:t> exercitation </a:t>
            </a:r>
            <a:r>
              <a:t>ullamco</a:t>
            </a:r>
            <a:r>
              <a:t>.”</a:t>
            </a:r>
          </a:p>
        </p:txBody>
      </p:sp>
      <p:sp>
        <p:nvSpPr>
          <p:cNvPr id="18" name="Text Placeholder 3">
            <a:extLst xmlns:a="http://schemas.openxmlformats.org/drawingml/2006/main">
              <a:ext uri="{FF2B5EF4-FFF2-40B4-BE49-F238E27FC236}">
                <a16:creationId xmlns:a16="http://schemas.microsoft.com/office/drawing/2014/main" id="{124E7EE1-1F21-A94B-BD4C-80D5579EA0D8}"/>
              </a:ext>
            </a:extLst>
          </p:cNvPr>
          <p:cNvSpPr>
            <a:spLocks xmlns:a="http://schemas.openxmlformats.org/drawingml/2006/main" noGrp="1"/>
          </p:cNvSpPr>
          <p:nvPr>
            <p:ph type="body" idx="21" hasCustomPrompt="1"/>
          </p:nvPr>
        </p:nvSpPr>
        <p:spPr>
          <a:xfrm xmlns:a="http://schemas.openxmlformats.org/drawingml/2006/main">
            <a:off x="6781820" y="5608955"/>
            <a:ext cx="4838705" cy="269769"/>
          </a:xfrm>
        </p:spPr>
        <p:txBody>
          <a:bodyPr xmlns:a="http://schemas.openxmlformats.org/drawingml/2006/main" anchor="ctr"/>
          <a:lstStyle xmlns:a="http://schemas.openxmlformats.org/drawingml/2006/main">
            <a:lvl1pPr>
              <a:buNone/>
              <a:defRPr sz="1200" b="1" i="0">
                <a:solidFill>
                  <a:schemeClr val="tx1"/>
                </a:solidFill>
                <a:latin typeface="Oracle Sans"/>
                <a:ea typeface="Oracle Sans"/>
                <a:cs typeface="Oracle Sans"/>
              </a:defRPr>
            </a:lvl1pPr>
          </a:lstStyle>
          <a:p xmlns:a="http://schemas.openxmlformats.org/drawingml/2006/main">
            <a:pPr lvl="0">
              <a:buNone/>
            </a:pPr>
            <a:r>
              <a:t>Person name</a:t>
            </a:r>
          </a:p>
        </p:txBody>
      </p:sp>
      <p:sp>
        <p:nvSpPr>
          <p:cNvPr id="19" name="Text Placeholder 3">
            <a:extLst xmlns:a="http://schemas.openxmlformats.org/drawingml/2006/main">
              <a:ext uri="{FF2B5EF4-FFF2-40B4-BE49-F238E27FC236}">
                <a16:creationId xmlns:a16="http://schemas.microsoft.com/office/drawing/2014/main" id="{EECEA0F4-62BE-D045-9B17-E8A1B43697E5}"/>
              </a:ext>
            </a:extLst>
          </p:cNvPr>
          <p:cNvSpPr>
            <a:spLocks xmlns:a="http://schemas.openxmlformats.org/drawingml/2006/main" noGrp="1"/>
          </p:cNvSpPr>
          <p:nvPr>
            <p:ph type="body" idx="22" hasCustomPrompt="1"/>
          </p:nvPr>
        </p:nvSpPr>
        <p:spPr>
          <a:xfrm xmlns:a="http://schemas.openxmlformats.org/drawingml/2006/main">
            <a:off x="6781819" y="5938133"/>
            <a:ext cx="4838705" cy="269769"/>
          </a:xfrm>
        </p:spPr>
        <p:txBody>
          <a:bodyPr xmlns:a="http://schemas.openxmlformats.org/drawingml/2006/main" anchor="ctr"/>
          <a:lstStyle xmlns:a="http://schemas.openxmlformats.org/drawingml/2006/main">
            <a:lvl1pPr>
              <a:buNone/>
              <a:defRPr sz="1200" b="0" i="0">
                <a:solidFill>
                  <a:schemeClr val="tx1"/>
                </a:solidFill>
                <a:latin typeface="Oracle Sans"/>
                <a:ea typeface="Oracle Sans"/>
                <a:cs typeface="Oracle Sans"/>
              </a:defRPr>
            </a:lvl1pPr>
          </a:lstStyle>
          <a:p xmlns:a="http://schemas.openxmlformats.org/drawingml/2006/main">
            <a:pPr lvl="0">
              <a:buNone/>
            </a:pPr>
            <a:r>
              <a:t>Company name</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533895"/>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38782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63591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p>
        </p:txBody>
      </p:sp>
      <p:sp>
        <p:nvSpPr>
          <p:cNvPr id="32" name="Text Placeholder 19">
            <a:extLst xmlns:a="http://schemas.openxmlformats.org/drawingml/2006/main">
              <a:ext uri="{FF2B5EF4-FFF2-40B4-BE49-F238E27FC236}">
                <a16:creationId xmlns:a16="http://schemas.microsoft.com/office/drawing/2014/main" id="{78684B9E-4AF4-B988-B9FA-63EF07B490FD}"/>
              </a:ext>
            </a:extLst>
          </p:cNvPr>
          <p:cNvSpPr>
            <a:spLocks xmlns:a="http://schemas.openxmlformats.org/drawingml/2006/main" noGrp="1"/>
          </p:cNvSpPr>
          <p:nvPr>
            <p:ph type="body" idx="47" hasCustomPrompt="1"/>
          </p:nvPr>
        </p:nvSpPr>
        <p:spPr>
          <a:xfrm xmlns:a="http://schemas.openxmlformats.org/drawingml/2006/main">
            <a:off x="768875" y="5010631"/>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1</a:t>
            </a:r>
          </a:p>
        </p:txBody>
      </p:sp>
      <p:sp>
        <p:nvSpPr>
          <p:cNvPr id="36" name="Text Placeholder 19">
            <a:extLst xmlns:a="http://schemas.openxmlformats.org/drawingml/2006/main">
              <a:ext uri="{FF2B5EF4-FFF2-40B4-BE49-F238E27FC236}">
                <a16:creationId xmlns:a16="http://schemas.microsoft.com/office/drawing/2014/main" id="{8E8CD5E9-9DB1-7D4C-37D6-37209F082819}"/>
              </a:ext>
            </a:extLst>
          </p:cNvPr>
          <p:cNvSpPr>
            <a:spLocks xmlns:a="http://schemas.openxmlformats.org/drawingml/2006/main" noGrp="1"/>
          </p:cNvSpPr>
          <p:nvPr>
            <p:ph type="body" idx="50"/>
          </p:nvPr>
        </p:nvSpPr>
        <p:spPr>
          <a:xfrm xmlns:a="http://schemas.openxmlformats.org/drawingml/2006/main">
            <a:off x="768875" y="5354986"/>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1" name="Text Placeholder 19">
            <a:extLst xmlns:a="http://schemas.openxmlformats.org/drawingml/2006/main">
              <a:ext uri="{FF2B5EF4-FFF2-40B4-BE49-F238E27FC236}">
                <a16:creationId xmlns:a16="http://schemas.microsoft.com/office/drawing/2014/main" id="{EBB6E9E6-28D8-BBCA-0BB7-15E4DEB80D17}"/>
              </a:ext>
            </a:extLst>
          </p:cNvPr>
          <p:cNvSpPr>
            <a:spLocks xmlns:a="http://schemas.openxmlformats.org/drawingml/2006/main" noGrp="1"/>
          </p:cNvSpPr>
          <p:nvPr>
            <p:ph type="body" idx="51" hasCustomPrompt="1"/>
          </p:nvPr>
        </p:nvSpPr>
        <p:spPr>
          <a:xfrm xmlns:a="http://schemas.openxmlformats.org/drawingml/2006/main">
            <a:off x="3274795" y="5015715"/>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2</a:t>
            </a:r>
          </a:p>
        </p:txBody>
      </p:sp>
      <p:sp>
        <p:nvSpPr>
          <p:cNvPr id="42" name="Text Placeholder 19">
            <a:extLst xmlns:a="http://schemas.openxmlformats.org/drawingml/2006/main">
              <a:ext uri="{FF2B5EF4-FFF2-40B4-BE49-F238E27FC236}">
                <a16:creationId xmlns:a16="http://schemas.microsoft.com/office/drawing/2014/main" id="{4DD9F86A-700A-8EBA-A4A6-BC6B400BACE3}"/>
              </a:ext>
            </a:extLst>
          </p:cNvPr>
          <p:cNvSpPr>
            <a:spLocks xmlns:a="http://schemas.openxmlformats.org/drawingml/2006/main" noGrp="1"/>
          </p:cNvSpPr>
          <p:nvPr>
            <p:ph type="body" idx="52"/>
          </p:nvPr>
        </p:nvSpPr>
        <p:spPr>
          <a:xfrm xmlns:a="http://schemas.openxmlformats.org/drawingml/2006/main">
            <a:off x="3274795" y="5342942"/>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Picture Placeholder 17">
            <a:extLst xmlns:a="http://schemas.openxmlformats.org/drawingml/2006/main">
              <a:ext uri="{FF2B5EF4-FFF2-40B4-BE49-F238E27FC236}">
                <a16:creationId xmlns:a16="http://schemas.microsoft.com/office/drawing/2014/main" id="{EE7EF218-A785-F9A6-5ED4-ABEAAE6312D3}"/>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aebf026397c5458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4"/>
          <p:cNvPicPr>
            <a:picLocks xmlns:a="http://schemas.openxmlformats.org/drawingml/2006/main" noChangeAspect="1"/>
          </p:cNvPicPr>
          <p:nvPr/>
        </p:nvPicPr>
        <p:blipFill>
          <a:blip xmlns:r="http://schemas.openxmlformats.org/officeDocument/2006/relationships" xmlns:a="http://schemas.openxmlformats.org/drawingml/2006/main" r:embed="R9d2f8d72c2d440b8">
            <a:extLst>
              <a:ext uri="{96DAC541-7B7A-43D3-8B79-37D633B846F1}">
                <asvg:svgBlip xmlns:asvg="http://schemas.microsoft.com/office/drawing/2016/SVG/main" r:embed="Re9d79eee377d4a03"/>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6" name="Text Placeholder 21">
            <a:extLst xmlns:a="http://schemas.openxmlformats.org/drawingml/2006/main">
              <a:ext uri="{FF2B5EF4-FFF2-40B4-BE49-F238E27FC236}">
                <a16:creationId xmlns:a16="http://schemas.microsoft.com/office/drawing/2014/main" id="{57B65472-0A7B-E1E2-E938-97D6EFD8291F}"/>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p>
        </p:txBody>
      </p:sp>
    </p:spTree>
  </p:cSld>
</p:sldLayout>
</file>

<file path=ppt/slideLayouts/slideLayout99.xml><?xml version="1.0" encoding="utf-8"?>
<p:sldLayout xmlns:p="http://schemas.openxmlformats.org/presentationml/2006/main" preserve="1" userDrawn="1">
  <p:cSld name="Light - Story with photo and stats">
    <p:bg>
      <p:bgRef idx="1001">
        <a:schemeClr xmlns:a="http://schemas.openxmlformats.org/drawingml/2006/main" val="bg2"/>
      </p:bgRef>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703827"/>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4048160"/>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870581"/>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p>
        </p:txBody>
      </p:sp>
      <p:sp>
        <p:nvSpPr>
          <p:cNvPr id="3" name="Text Placeholder 19">
            <a:extLst xmlns:a="http://schemas.openxmlformats.org/drawingml/2006/main">
              <a:ext uri="{FF2B5EF4-FFF2-40B4-BE49-F238E27FC236}">
                <a16:creationId xmlns:a16="http://schemas.microsoft.com/office/drawing/2014/main" id="{C9B029B0-1EAB-FE8A-291E-9E218344064A}"/>
              </a:ext>
            </a:extLst>
          </p:cNvPr>
          <p:cNvSpPr>
            <a:spLocks xmlns:a="http://schemas.openxmlformats.org/drawingml/2006/main" noGrp="1"/>
          </p:cNvSpPr>
          <p:nvPr>
            <p:ph type="body" idx="47"/>
          </p:nvPr>
        </p:nvSpPr>
        <p:spPr>
          <a:xfrm xmlns:a="http://schemas.openxmlformats.org/drawingml/2006/main">
            <a:off x="761999" y="52255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 name="Text Placeholder 21">
            <a:extLst xmlns:a="http://schemas.openxmlformats.org/drawingml/2006/main">
              <a:ext uri="{FF2B5EF4-FFF2-40B4-BE49-F238E27FC236}">
                <a16:creationId xmlns:a16="http://schemas.microsoft.com/office/drawing/2014/main" id="{36B97647-97D2-408B-413C-E65D6A6051E5}"/>
              </a:ext>
            </a:extLst>
          </p:cNvPr>
          <p:cNvSpPr>
            <a:spLocks xmlns:a="http://schemas.openxmlformats.org/drawingml/2006/main" noGrp="1"/>
          </p:cNvSpPr>
          <p:nvPr>
            <p:ph type="body" idx="14" hasCustomPrompt="1"/>
          </p:nvPr>
        </p:nvSpPr>
        <p:spPr>
          <a:xfrm xmlns:a="http://schemas.openxmlformats.org/drawingml/2006/main">
            <a:off x="6739049" y="3922382"/>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5" name="Text Placeholder 21">
            <a:extLst xmlns:a="http://schemas.openxmlformats.org/drawingml/2006/main">
              <a:ext uri="{FF2B5EF4-FFF2-40B4-BE49-F238E27FC236}">
                <a16:creationId xmlns:a16="http://schemas.microsoft.com/office/drawing/2014/main" id="{3A3580F8-D690-3030-C6AC-4866E9825F61}"/>
              </a:ext>
            </a:extLst>
          </p:cNvPr>
          <p:cNvSpPr>
            <a:spLocks xmlns:a="http://schemas.openxmlformats.org/drawingml/2006/main" noGrp="1"/>
          </p:cNvSpPr>
          <p:nvPr>
            <p:ph type="body" idx="30" hasCustomPrompt="1"/>
          </p:nvPr>
        </p:nvSpPr>
        <p:spPr>
          <a:xfrm xmlns:a="http://schemas.openxmlformats.org/drawingml/2006/main">
            <a:off x="8448458" y="3933540"/>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7" name="Text Placeholder 21">
            <a:extLst xmlns:a="http://schemas.openxmlformats.org/drawingml/2006/main">
              <a:ext uri="{FF2B5EF4-FFF2-40B4-BE49-F238E27FC236}">
                <a16:creationId xmlns:a16="http://schemas.microsoft.com/office/drawing/2014/main" id="{44C5C283-5935-B42C-7120-D243BA9A2913}"/>
              </a:ext>
            </a:extLst>
          </p:cNvPr>
          <p:cNvSpPr>
            <a:spLocks xmlns:a="http://schemas.openxmlformats.org/drawingml/2006/main" noGrp="1"/>
          </p:cNvSpPr>
          <p:nvPr>
            <p:ph type="body" idx="31" hasCustomPrompt="1"/>
          </p:nvPr>
        </p:nvSpPr>
        <p:spPr>
          <a:xfrm xmlns:a="http://schemas.openxmlformats.org/drawingml/2006/main">
            <a:off x="6739049" y="4734009"/>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8" name="Text Placeholder 21">
            <a:extLst xmlns:a="http://schemas.openxmlformats.org/drawingml/2006/main">
              <a:ext uri="{FF2B5EF4-FFF2-40B4-BE49-F238E27FC236}">
                <a16:creationId xmlns:a16="http://schemas.microsoft.com/office/drawing/2014/main" id="{099F2B36-E543-7114-2E12-7E05E41FD12F}"/>
              </a:ext>
            </a:extLst>
          </p:cNvPr>
          <p:cNvSpPr>
            <a:spLocks xmlns:a="http://schemas.openxmlformats.org/drawingml/2006/main" noGrp="1"/>
          </p:cNvSpPr>
          <p:nvPr>
            <p:ph type="body" idx="48" hasCustomPrompt="1"/>
          </p:nvPr>
        </p:nvSpPr>
        <p:spPr>
          <a:xfrm xmlns:a="http://schemas.openxmlformats.org/drawingml/2006/main">
            <a:off x="8448458" y="4745167"/>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9" name="Text Placeholder 21">
            <a:extLst xmlns:a="http://schemas.openxmlformats.org/drawingml/2006/main">
              <a:ext uri="{FF2B5EF4-FFF2-40B4-BE49-F238E27FC236}">
                <a16:creationId xmlns:a16="http://schemas.microsoft.com/office/drawing/2014/main" id="{480E7235-27FC-1059-8FEC-3A55CCC728FE}"/>
              </a:ext>
            </a:extLst>
          </p:cNvPr>
          <p:cNvSpPr>
            <a:spLocks xmlns:a="http://schemas.openxmlformats.org/drawingml/2006/main" noGrp="1"/>
          </p:cNvSpPr>
          <p:nvPr>
            <p:ph type="body" idx="33" hasCustomPrompt="1"/>
          </p:nvPr>
        </p:nvSpPr>
        <p:spPr>
          <a:xfrm xmlns:a="http://schemas.openxmlformats.org/drawingml/2006/main">
            <a:off x="6739049" y="5546718"/>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11" name="Text Placeholder 21">
            <a:extLst xmlns:a="http://schemas.openxmlformats.org/drawingml/2006/main">
              <a:ext uri="{FF2B5EF4-FFF2-40B4-BE49-F238E27FC236}">
                <a16:creationId xmlns:a16="http://schemas.microsoft.com/office/drawing/2014/main" id="{360C9156-A92C-0F42-A924-D97D8BD8785F}"/>
              </a:ext>
            </a:extLst>
          </p:cNvPr>
          <p:cNvSpPr>
            <a:spLocks xmlns:a="http://schemas.openxmlformats.org/drawingml/2006/main" noGrp="1"/>
          </p:cNvSpPr>
          <p:nvPr>
            <p:ph type="body" idx="34" hasCustomPrompt="1"/>
          </p:nvPr>
        </p:nvSpPr>
        <p:spPr>
          <a:xfrm xmlns:a="http://schemas.openxmlformats.org/drawingml/2006/main">
            <a:off x="8448458" y="5557876"/>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12" name="Picture Placeholder 17">
            <a:extLst xmlns:a="http://schemas.openxmlformats.org/drawingml/2006/main">
              <a:ext uri="{FF2B5EF4-FFF2-40B4-BE49-F238E27FC236}">
                <a16:creationId xmlns:a16="http://schemas.microsoft.com/office/drawing/2014/main" id="{37E1F626-6013-A11C-1493-E8B91C591978}"/>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cf742eb98ea549c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12"/>
          <p:cNvPicPr>
            <a:picLocks xmlns:a="http://schemas.openxmlformats.org/drawingml/2006/main" noChangeAspect="1"/>
          </p:cNvPicPr>
          <p:nvPr/>
        </p:nvPicPr>
        <p:blipFill>
          <a:blip xmlns:r="http://schemas.openxmlformats.org/officeDocument/2006/relationships" xmlns:a="http://schemas.openxmlformats.org/drawingml/2006/main" r:embed="Rde73524a37064e79">
            <a:extLst>
              <a:ext uri="{96DAC541-7B7A-43D3-8B79-37D633B846F1}">
                <asvg:svgBlip xmlns:asvg="http://schemas.microsoft.com/office/drawing/2016/SVG/main" r:embed="Re6c401c6d0a148e1"/>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714C8117-8874-4C52-FD47-896710854EA6}"/>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p>
        </p:txBody>
      </p:sp>
    </p:spTree>
  </p:cSld>
</p:sldLayout>
</file>

<file path=ppt/slideLayouts/slideLayout100.xml><?xml version="1.0" encoding="utf-8"?>
<p:sldLayout xmlns:p="http://schemas.openxmlformats.org/presentationml/2006/main" preserve="1" userDrawn="1">
  <p:cSld name="Light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1.xml><?xml version="1.0" encoding="utf-8"?>
<p:sldLayout xmlns:p="http://schemas.openxmlformats.org/presentationml/2006/main" preserve="1" userDrawn="1">
  <p:cSld name="Dark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2.xml><?xml version="1.0" encoding="utf-8"?>
<p:sldLayout xmlns:p="http://schemas.openxmlformats.org/presentationml/2006/main" preserve="1" userDrawn="1">
  <p:cSld name="Light - Left middle title and sub ">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1998" y="2471026"/>
            <a:ext cx="4846320" cy="822960"/>
          </a:xfrm>
        </p:spPr>
        <p:txBody>
          <a:bodyPr xmlns:a="http://schemas.openxmlformats.org/drawingml/2006/main"/>
          <a:lstStyle xmlns:a="http://schemas.openxmlformats.org/drawingml/2006/main">
            <a:lvl1pPr algn="l">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lvl="0">
              <a:buNone/>
            </a:pPr>
            <a:r>
              <a:t>Left aligned middle subhead. </a:t>
            </a:r>
            <a:br/>
            <a:r>
              <a:t>Body copy goes here. To the right, add in custom graphics, technical diagrams or custom artwork. </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3.xml><?xml version="1.0" encoding="utf-8"?>
<p:sldLayout xmlns:p="http://schemas.openxmlformats.org/presentationml/2006/main" preserve="1" userDrawn="1">
  <p:cSld name="Dark - Left middle title and sub ">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471026"/>
            <a:ext cx="4846320" cy="822960"/>
          </a:xfrm>
        </p:spPr>
        <p:txBody>
          <a:bodyPr xmlns:a="http://schemas.openxmlformats.org/drawingml/2006/main"/>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lvl="0">
              <a:buNone/>
            </a:pPr>
            <a:r>
              <a:t>Left aligned middle subhead. </a:t>
            </a:r>
            <a:br/>
            <a:r>
              <a:t>Body copy goes here. To the right, add in custom graphics, technical diagrams or custom artwork. </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4.xml><?xml version="1.0" encoding="utf-8"?>
<p:sldLayout xmlns:p="http://schemas.openxmlformats.org/presentationml/2006/main" preserve="1" userDrawn="1">
  <p:cSld name="Light - Left middle tit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a:t>
            </a:r>
            <a:br/>
            <a:r>
              <a:t>Add custom graphics to the right.</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5.xml><?xml version="1.0" encoding="utf-8"?>
<p:sldLayout xmlns:p="http://schemas.openxmlformats.org/presentationml/2006/main" preserve="1" userDrawn="1">
  <p:cSld name="Dark - Left middle title">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Add custom graphics to the right.</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6.xml><?xml version="1.0" encoding="utf-8"?>
<p:sldLayout xmlns:p="http://schemas.openxmlformats.org/presentationml/2006/main" preserve="1" userDrawn="1">
  <p:cSld name="Dark-AbstractBG-1">
    <p:bg>
      <p:bgPr>
        <a:blipFill xmlns:a="http://schemas.openxmlformats.org/drawingml/2006/main" rotWithShape="1">
          <a:blip xmlns:r="http://schemas.openxmlformats.org/officeDocument/2006/relationships" r:embed="R644b1eb4eb0649d9">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7.xml><?xml version="1.0" encoding="utf-8"?>
<p:sldLayout xmlns:p="http://schemas.openxmlformats.org/presentationml/2006/main" preserve="1" userDrawn="1">
  <p:cSld name="Dark-AbstractBG-2">
    <p:bg>
      <p:bgPr>
        <a:blipFill xmlns:a="http://schemas.openxmlformats.org/drawingml/2006/main" rotWithShape="1">
          <a:blip xmlns:r="http://schemas.openxmlformats.org/officeDocument/2006/relationships" r:embed="Re5fd95c6e10f494a">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8.xml><?xml version="1.0" encoding="utf-8"?>
<p:sldLayout xmlns:p="http://schemas.openxmlformats.org/presentationml/2006/main" preserve="1" userDrawn="1">
  <p:cSld name="Light-AbstractBG-1">
    <p:bg>
      <p:bgPr>
        <a:blipFill xmlns:a="http://schemas.openxmlformats.org/drawingml/2006/main" rotWithShape="1">
          <a:blip xmlns:r="http://schemas.openxmlformats.org/officeDocument/2006/relationships" r:embed="Re5a99d237aa44217">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9.xml><?xml version="1.0" encoding="utf-8"?>
<p:sldLayout xmlns:p="http://schemas.openxmlformats.org/presentationml/2006/main" preserve="1" userDrawn="1">
  <p:cSld name="Light-AbstractBG-2">
    <p:bg>
      <p:bgPr>
        <a:blipFill xmlns:a="http://schemas.openxmlformats.org/drawingml/2006/main" rotWithShape="1">
          <a:blip xmlns:r="http://schemas.openxmlformats.org/officeDocument/2006/relationships" r:embed="R1f16308aec2741d1">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10.xml><?xml version="1.0" encoding="utf-8"?>
<p:sldLayout xmlns:p="http://schemas.openxmlformats.org/presentationml/2006/main" preserve="1">
  <p:cSld name="Light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ba40df67234a4a37">
            <a:extLst>
              <a:ext uri="{96DAC541-7B7A-43D3-8B79-37D633B846F1}">
                <asvg:svgBlip xmlns:asvg="http://schemas.microsoft.com/office/drawing/2016/SVG/main" r:embed="Rb113a8fd2ba44227"/>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11.xml><?xml version="1.0" encoding="utf-8"?>
<p:sldLayout xmlns:p="http://schemas.openxmlformats.org/presentationml/2006/main" preserve="1">
  <p:cSld name="Dark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cfc40714c1fd4b88">
            <a:extLst>
              <a:ext uri="{96DAC541-7B7A-43D3-8B79-37D633B846F1}">
                <asvg:svgBlip xmlns:asvg="http://schemas.microsoft.com/office/drawing/2016/SVG/main" r:embed="Ra097b5693a83407a"/>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12.xml><?xml version="1.0" encoding="utf-8"?>
<p:sldLayout xmlns:p="http://schemas.openxmlformats.org/presentationml/2006/main" showMasterSp="0" preserve="1">
  <p:cSld name="STOP">
    <p:bg>
      <p:bgPr>
        <a:solidFill xmlns:a="http://schemas.openxmlformats.org/drawingml/2006/main">
          <a:srgbClr val="C74634"/>
        </a:solidFill>
      </p:bgPr>
    </p:bg>
    <p:spTree>
      <p:nvGrpSpPr>
        <p:cNvPr id="1" name=""/>
        <p:cNvGrpSpPr/>
        <p:nvPr/>
      </p:nvGrpSpPr>
      <p:grpSpPr>
        <a:xfrm xmlns:a="http://schemas.openxmlformats.org/drawingml/2006/main"/>
      </p:grpSpPr>
      <p:sp>
        <p:nvSpPr>
          <p:cNvPr id="7" name="Freeform 5">
            <a:extLst xmlns:a="http://schemas.openxmlformats.org/drawingml/2006/main">
              <a:ext uri="{FF2B5EF4-FFF2-40B4-BE49-F238E27FC236}">
                <a16:creationId xmlns:a16="http://schemas.microsoft.com/office/drawing/2014/main" id="{8D479378-DEC7-2ADF-53B1-0BD27B66492B}"/>
              </a:ext>
            </a:extLst>
          </p:cNvPr>
          <p:cNvSpPr>
            <a:spLocks xmlns:a="http://schemas.openxmlformats.org/drawingml/2006/main" noGrp="1"/>
          </p:cNvSpPr>
          <p:nvPr/>
        </p:nvSpPr>
        <p:spPr>
          <a:xfrm xmlns:a="http://schemas.openxmlformats.org/drawingml/2006/main" rot="0" flipH="0" flipV="0">
            <a:off x="1697927" y="3324744"/>
            <a:ext cx="644484" cy="525669"/>
          </a:xfrm>
          <a:custGeom xmlns:a="http://schemas.openxmlformats.org/drawingml/2006/main">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8" name="Freeform 6">
            <a:extLst xmlns:a="http://schemas.openxmlformats.org/drawingml/2006/main">
              <a:ext uri="{FF2B5EF4-FFF2-40B4-BE49-F238E27FC236}">
                <a16:creationId xmlns:a16="http://schemas.microsoft.com/office/drawing/2014/main" id="{21479569-80A4-2098-1ABC-98C920F1FCDA}"/>
              </a:ext>
            </a:extLst>
          </p:cNvPr>
          <p:cNvSpPr>
            <a:spLocks xmlns:a="http://schemas.openxmlformats.org/drawingml/2006/main" noGrp="1"/>
          </p:cNvSpPr>
          <p:nvPr/>
        </p:nvSpPr>
        <p:spPr>
          <a:xfrm xmlns:a="http://schemas.openxmlformats.org/drawingml/2006/main" rot="0" flipH="0" flipV="0">
            <a:off x="1987765" y="2757669"/>
            <a:ext cx="624681" cy="649885"/>
          </a:xfrm>
          <a:custGeom xmlns:a="http://schemas.openxmlformats.org/drawingml/2006/main">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9" name="Freeform 7">
            <a:extLst xmlns:a="http://schemas.openxmlformats.org/drawingml/2006/main">
              <a:ext uri="{FF2B5EF4-FFF2-40B4-BE49-F238E27FC236}">
                <a16:creationId xmlns:a16="http://schemas.microsoft.com/office/drawing/2014/main" id="{FA1BF811-5A06-549B-D001-A8EB9DAFD738}"/>
              </a:ext>
            </a:extLst>
          </p:cNvPr>
          <p:cNvSpPr>
            <a:spLocks xmlns:a="http://schemas.openxmlformats.org/drawingml/2006/main" noGrp="1"/>
          </p:cNvSpPr>
          <p:nvPr/>
        </p:nvSpPr>
        <p:spPr>
          <a:xfrm xmlns:a="http://schemas.openxmlformats.org/drawingml/2006/main" rot="0" flipH="0" flipV="0">
            <a:off x="2074176" y="3418356"/>
            <a:ext cx="234030" cy="185424"/>
          </a:xfrm>
          <a:custGeom xmlns:a="http://schemas.openxmlformats.org/drawingml/2006/main">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0" name="Freeform 8">
            <a:extLst xmlns:a="http://schemas.openxmlformats.org/drawingml/2006/main">
              <a:ext uri="{FF2B5EF4-FFF2-40B4-BE49-F238E27FC236}">
                <a16:creationId xmlns:a16="http://schemas.microsoft.com/office/drawing/2014/main" id="{29B31A47-1DBD-1652-5D57-90F2000198A7}"/>
              </a:ext>
            </a:extLst>
          </p:cNvPr>
          <p:cNvSpPr>
            <a:spLocks xmlns:a="http://schemas.openxmlformats.org/drawingml/2006/main" noGrp="1"/>
          </p:cNvSpPr>
          <p:nvPr/>
        </p:nvSpPr>
        <p:spPr>
          <a:xfrm xmlns:a="http://schemas.openxmlformats.org/drawingml/2006/main" rot="0" flipH="0" flipV="0">
            <a:off x="2347812" y="3385952"/>
            <a:ext cx="496865" cy="496865"/>
          </a:xfrm>
          <a:custGeom xmlns:a="http://schemas.openxmlformats.org/drawingml/2006/main">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1" name="Freeform 9">
            <a:extLst xmlns:a="http://schemas.openxmlformats.org/drawingml/2006/main">
              <a:ext uri="{FF2B5EF4-FFF2-40B4-BE49-F238E27FC236}">
                <a16:creationId xmlns:a16="http://schemas.microsoft.com/office/drawing/2014/main" id="{98CEA400-2F99-24D8-1CAC-FD508D0F9288}"/>
              </a:ext>
            </a:extLst>
          </p:cNvPr>
          <p:cNvSpPr>
            <a:spLocks xmlns:a="http://schemas.openxmlformats.org/drawingml/2006/main" noGrp="1"/>
          </p:cNvSpPr>
          <p:nvPr/>
        </p:nvSpPr>
        <p:spPr>
          <a:xfrm xmlns:a="http://schemas.openxmlformats.org/drawingml/2006/main" rot="0" flipH="0" flipV="0">
            <a:off x="2493631" y="3528171"/>
            <a:ext cx="183624" cy="183624"/>
          </a:xfrm>
          <a:custGeom xmlns:a="http://schemas.openxmlformats.org/drawingml/2006/main">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2" name="TextBox 11">
            <a:extLst xmlns:a="http://schemas.openxmlformats.org/drawingml/2006/main">
              <a:ext uri="{FF2B5EF4-FFF2-40B4-BE49-F238E27FC236}">
                <a16:creationId xmlns:a16="http://schemas.microsoft.com/office/drawing/2014/main" id="{F8B44FF3-28AB-10D7-B1C4-E339265AAF9B}"/>
              </a:ext>
            </a:extLst>
          </p:cNvPr>
          <p:cNvSpPr>
            <a:spLocks xmlns:a="http://schemas.openxmlformats.org/drawingml/2006/main" noGrp="1"/>
          </p:cNvSpPr>
          <p:nvPr/>
        </p:nvSpPr>
        <p:spPr>
          <a:xfrm xmlns:a="http://schemas.openxmlformats.org/drawingml/2006/main">
            <a:off x="3261391" y="2485152"/>
            <a:ext cx="8046632" cy="18876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Any master slides that appear after this end slide have been accidentally imported from other slide decks and </a:t>
            </a:r>
            <a:br/>
            <a:r>
              <a:rPr sz="2000" b="0" i="0">
                <a:solidFill>
                  <a:schemeClr val="tx1"/>
                </a:solidFill>
                <a:latin typeface="Oracle Sans Tab"/>
                <a:ea typeface="Oracle Sans Tab"/>
                <a:cs typeface="Oracle Sans Tab"/>
              </a:rPr>
              <a:t>may not match the style of this template.</a:t>
            </a:r>
          </a:p>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Please locate slides that are referencing these imported slide layouts and reselect/apply a layout from the master slide options above.</a:t>
            </a:r>
          </a:p>
        </p:txBody>
      </p:sp>
    </p:spTree>
  </p:cSld>
</p:sldLayout>
</file>

<file path=ppt/slideMasters/_rels/slideMaster1.xml.rels><?xml version='1.0' encoding='UTF-8' standalone='yes'?>
<Relationships xmlns="http://schemas.openxmlformats.org/package/2006/relationships"><Relationship Id="R00aede3519074110" Type="http://schemas.openxmlformats.org/officeDocument/2006/relationships/slideLayout" Target="../slideLayouts/slideLayout27.xml"/><Relationship Id="R0106c80150ee480e" Type="http://schemas.openxmlformats.org/officeDocument/2006/relationships/slideLayout" Target="../slideLayouts/slideLayout78.xml"/><Relationship Id="R0460e083612f4f4a" Type="http://schemas.openxmlformats.org/officeDocument/2006/relationships/slideLayout" Target="../slideLayouts/slideLayout58.xml"/><Relationship Id="R0640b07ce9514350" Type="http://schemas.openxmlformats.org/officeDocument/2006/relationships/image" Target="../media/image.emf"/><Relationship Id="R06fc08a00faf465e" Type="http://schemas.openxmlformats.org/officeDocument/2006/relationships/slideLayout" Target="../slideLayouts/slideLayout56.xml"/><Relationship Id="R098d1a0b204c465f" Type="http://schemas.openxmlformats.org/officeDocument/2006/relationships/slideLayout" Target="../slideLayouts/slideLayout109.xml"/><Relationship Id="R09e5442cd3a54af9" Type="http://schemas.openxmlformats.org/officeDocument/2006/relationships/slideLayout" Target="../slideLayouts/slideLayout67.xml"/><Relationship Id="R0ab666fc77794b1d" Type="http://schemas.openxmlformats.org/officeDocument/2006/relationships/slideLayout" Target="../slideLayouts/slideLayout25.xml"/><Relationship Id="R0dd631a004974a77" Type="http://schemas.openxmlformats.org/officeDocument/2006/relationships/slideLayout" Target="../slideLayouts/slideLayout87.xml"/><Relationship Id="R0f975f76891f4d69" Type="http://schemas.openxmlformats.org/officeDocument/2006/relationships/theme" Target="theme/theme2.xml"/><Relationship Id="R0fd61ac2e2274561" Type="http://schemas.openxmlformats.org/officeDocument/2006/relationships/slideLayout" Target="../slideLayouts/slideLayout72.xml"/><Relationship Id="R1036c431b843490c" Type="http://schemas.openxmlformats.org/officeDocument/2006/relationships/slideLayout" Target="../slideLayouts/slideLayout83.xml"/><Relationship Id="R1201c3a888f0409b" Type="http://schemas.openxmlformats.org/officeDocument/2006/relationships/slideLayout" Target="../slideLayouts/slideLayout49.xml"/><Relationship Id="R1486397005fb43a1" Type="http://schemas.openxmlformats.org/officeDocument/2006/relationships/slideLayout" Target="../slideLayouts/slideLayout36.xml"/><Relationship Id="R14ba3eff8a764f84" Type="http://schemas.openxmlformats.org/officeDocument/2006/relationships/slideLayout" Target="../slideLayouts/slideLayout17.xml"/><Relationship Id="R15e32d2aef6448c0" Type="http://schemas.openxmlformats.org/officeDocument/2006/relationships/slideLayout" Target="../slideLayouts/slideLayout54.xml"/><Relationship Id="R194ce0b1a3f44343" Type="http://schemas.openxmlformats.org/officeDocument/2006/relationships/slideLayout" Target="../slideLayouts/slideLayout92.xml"/><Relationship Id="R19fe70dd97974aa6" Type="http://schemas.openxmlformats.org/officeDocument/2006/relationships/slideLayout" Target="../slideLayouts/slideLayout102.xml"/><Relationship Id="R1ce75568fdcd4f16" Type="http://schemas.openxmlformats.org/officeDocument/2006/relationships/slideLayout" Target="../slideLayouts/slideLayout103.xml"/><Relationship Id="R22073977711748fd" Type="http://schemas.openxmlformats.org/officeDocument/2006/relationships/slideLayout" Target="../slideLayouts/slideLayout50.xml"/><Relationship Id="R22bde3998fd34937" Type="http://schemas.openxmlformats.org/officeDocument/2006/relationships/slideLayout" Target="../slideLayouts/slideLayout19.xml"/><Relationship Id="R241d941872894110" Type="http://schemas.openxmlformats.org/officeDocument/2006/relationships/slideLayout" Target="../slideLayouts/slideLayout93.xml"/><Relationship Id="R279fa794525c455c" Type="http://schemas.openxmlformats.org/officeDocument/2006/relationships/slideLayout" Target="../slideLayouts/slideLayout33.xml"/><Relationship Id="R2cdd0acf77974a38" Type="http://schemas.openxmlformats.org/officeDocument/2006/relationships/slideLayout" Target="../slideLayouts/slideLayout88.xml"/><Relationship Id="R2fe91ee5ff934d0f" Type="http://schemas.openxmlformats.org/officeDocument/2006/relationships/slideLayout" Target="../slideLayouts/slideLayout89.xml"/><Relationship Id="R300dbb03af794178" Type="http://schemas.openxmlformats.org/officeDocument/2006/relationships/slideLayout" Target="../slideLayouts/slideLayout94.xml"/><Relationship Id="R328cb280cca84bfc" Type="http://schemas.openxmlformats.org/officeDocument/2006/relationships/slideLayout" Target="../slideLayouts/slideLayout23.xml"/><Relationship Id="R331e98ed43c7461d" Type="http://schemas.openxmlformats.org/officeDocument/2006/relationships/slideLayout" Target="../slideLayouts/slideLayout7.xml"/><Relationship Id="R347629a80f0c4f2a" Type="http://schemas.openxmlformats.org/officeDocument/2006/relationships/slideLayout" Target="../slideLayouts/slideLayout5.xml"/><Relationship Id="R36b05f754fa74a2f" Type="http://schemas.openxmlformats.org/officeDocument/2006/relationships/slideLayout" Target="../slideLayouts/slideLayout15.xml"/><Relationship Id="R43dcabba80634158" Type="http://schemas.openxmlformats.org/officeDocument/2006/relationships/slideLayout" Target="../slideLayouts/slideLayout60.xml"/><Relationship Id="R48151742d06442a0" Type="http://schemas.openxmlformats.org/officeDocument/2006/relationships/slideLayout" Target="../slideLayouts/slideLayout35.xml"/><Relationship Id="R4950aaeea73943c9" Type="http://schemas.openxmlformats.org/officeDocument/2006/relationships/slideLayout" Target="../slideLayouts/slideLayout20.xml"/><Relationship Id="R4999020466bc4e0e" Type="http://schemas.openxmlformats.org/officeDocument/2006/relationships/slideLayout" Target="../slideLayouts/slideLayout38.xml"/><Relationship Id="R4b0dc21fc4c8428b" Type="http://schemas.openxmlformats.org/officeDocument/2006/relationships/slideLayout" Target="../slideLayouts/slideLayout26.xml"/><Relationship Id="R4e8233bfee69472b" Type="http://schemas.openxmlformats.org/officeDocument/2006/relationships/slideLayout" Target="../slideLayouts/slideLayout79.xml"/><Relationship Id="R4f3f2e985ef44224" Type="http://schemas.openxmlformats.org/officeDocument/2006/relationships/slideLayout" Target="../slideLayouts/slideLayout45.xml"/><Relationship Id="R502fc339afd24b40" Type="http://schemas.openxmlformats.org/officeDocument/2006/relationships/slideLayout" Target="../slideLayouts/slideLayout112.xml"/><Relationship Id="R504fd3ad308c44f0" Type="http://schemas.openxmlformats.org/officeDocument/2006/relationships/slideLayout" Target="../slideLayouts/slideLayout99.xml"/><Relationship Id="R5353ce40e3a74516" Type="http://schemas.openxmlformats.org/officeDocument/2006/relationships/slideLayout" Target="../slideLayouts/slideLayout110.xml"/><Relationship Id="R55d1bd6bbc55407c" Type="http://schemas.openxmlformats.org/officeDocument/2006/relationships/slideLayout" Target="../slideLayouts/slideLayout91.xml"/><Relationship Id="R56d3b1a370a64f1a" Type="http://schemas.openxmlformats.org/officeDocument/2006/relationships/slideLayout" Target="../slideLayouts/slideLayout37.xml"/><Relationship Id="R56efd04e970d458c" Type="http://schemas.openxmlformats.org/officeDocument/2006/relationships/slideLayout" Target="../slideLayouts/slideLayout95.xml"/><Relationship Id="R572b14cf94e54dcd" Type="http://schemas.openxmlformats.org/officeDocument/2006/relationships/slideLayout" Target="../slideLayouts/slideLayout30.xml"/><Relationship Id="R58ad545308f9480c" Type="http://schemas.openxmlformats.org/officeDocument/2006/relationships/slideLayout" Target="../slideLayouts/slideLayout106.xml"/><Relationship Id="R5c61cc03c33d47e7" Type="http://schemas.openxmlformats.org/officeDocument/2006/relationships/slideLayout" Target="../slideLayouts/slideLayout46.xml"/><Relationship Id="R5d18bfd6ae2d4e7d" Type="http://schemas.openxmlformats.org/officeDocument/2006/relationships/slideLayout" Target="../slideLayouts/slideLayout107.xml"/><Relationship Id="R5e1dee915d954467" Type="http://schemas.openxmlformats.org/officeDocument/2006/relationships/slideLayout" Target="../slideLayouts/slideLayout13.xml"/><Relationship Id="R5eed5ce3b8ff400f" Type="http://schemas.openxmlformats.org/officeDocument/2006/relationships/slideLayout" Target="../slideLayouts/slideLayout44.xml"/><Relationship Id="R61994bc43663493c" Type="http://schemas.openxmlformats.org/officeDocument/2006/relationships/slideLayout" Target="../slideLayouts/slideLayout90.xml"/><Relationship Id="R63b43f2ba56e4c74" Type="http://schemas.openxmlformats.org/officeDocument/2006/relationships/slideLayout" Target="../slideLayouts/slideLayout100.xml"/><Relationship Id="R6726a20b6f4e47de" Type="http://schemas.openxmlformats.org/officeDocument/2006/relationships/slideLayout" Target="../slideLayouts/slideLayout69.xml"/><Relationship Id="R6ab8e3ea496d4172" Type="http://schemas.openxmlformats.org/officeDocument/2006/relationships/slideLayout" Target="../slideLayouts/slideLayout71.xml"/><Relationship Id="R6d118eea6db24541" Type="http://schemas.openxmlformats.org/officeDocument/2006/relationships/slideLayout" Target="../slideLayouts/slideLayout105.xml"/><Relationship Id="R6d8e69f2a3054ba0" Type="http://schemas.openxmlformats.org/officeDocument/2006/relationships/slideLayout" Target="../slideLayouts/slideLayout47.xml"/><Relationship Id="R6e7aa67427a242c6" Type="http://schemas.openxmlformats.org/officeDocument/2006/relationships/slideLayout" Target="../slideLayouts/slideLayout53.xml"/><Relationship Id="R757cfe37f1d94802" Type="http://schemas.openxmlformats.org/officeDocument/2006/relationships/slideLayout" Target="../slideLayouts/slideLayout6.xml"/><Relationship Id="R763a27a734714fee" Type="http://schemas.openxmlformats.org/officeDocument/2006/relationships/slideLayout" Target="../slideLayouts/slideLayout4.xml"/><Relationship Id="R7daa78988c6d4b3f" Type="http://schemas.openxmlformats.org/officeDocument/2006/relationships/slideLayout" Target="../slideLayouts/slideLayout84.xml"/><Relationship Id="R7f41be8c28034c3f" Type="http://schemas.openxmlformats.org/officeDocument/2006/relationships/slideLayout" Target="../slideLayouts/slideLayout48.xml"/><Relationship Id="R7f7c49cc07694120" Type="http://schemas.openxmlformats.org/officeDocument/2006/relationships/slideLayout" Target="../slideLayouts/slideLayout51.xml"/><Relationship Id="R801156257ebb4ea8" Type="http://schemas.openxmlformats.org/officeDocument/2006/relationships/slideLayout" Target="../slideLayouts/slideLayout2.xml"/><Relationship Id="R82cbfe9317e341bf" Type="http://schemas.openxmlformats.org/officeDocument/2006/relationships/slideLayout" Target="../slideLayouts/slideLayout62.xml"/><Relationship Id="R830065e817b44dc0" Type="http://schemas.openxmlformats.org/officeDocument/2006/relationships/slideLayout" Target="../slideLayouts/slideLayout101.xml"/><Relationship Id="R86b60a2bb0ad429f" Type="http://schemas.openxmlformats.org/officeDocument/2006/relationships/slideLayout" Target="../slideLayouts/slideLayout77.xml"/><Relationship Id="R8a055a70ba444fbc" Type="http://schemas.openxmlformats.org/officeDocument/2006/relationships/slideLayout" Target="../slideLayouts/slideLayout1.xml"/><Relationship Id="R8a82c80509ac46ff" Type="http://schemas.openxmlformats.org/officeDocument/2006/relationships/slideLayout" Target="../slideLayouts/slideLayout80.xml"/><Relationship Id="R8b16a31b786f4e25" Type="http://schemas.openxmlformats.org/officeDocument/2006/relationships/slideLayout" Target="../slideLayouts/slideLayout59.xml"/><Relationship Id="R941a33964fd94462" Type="http://schemas.openxmlformats.org/officeDocument/2006/relationships/slideLayout" Target="../slideLayouts/slideLayout70.xml"/><Relationship Id="R94228d114e414829" Type="http://schemas.openxmlformats.org/officeDocument/2006/relationships/slideLayout" Target="../slideLayouts/slideLayout82.xml"/><Relationship Id="R9f7688e143fe4897" Type="http://schemas.openxmlformats.org/officeDocument/2006/relationships/slideLayout" Target="../slideLayouts/slideLayout68.xml"/><Relationship Id="Ra312b17cd6644f31" Type="http://schemas.openxmlformats.org/officeDocument/2006/relationships/slideLayout" Target="../slideLayouts/slideLayout39.xml"/><Relationship Id="Ra7c3a38849824c8f" Type="http://schemas.openxmlformats.org/officeDocument/2006/relationships/slideLayout" Target="../slideLayouts/slideLayout43.xml"/><Relationship Id="Rac18fd5fb1554876" Type="http://schemas.openxmlformats.org/officeDocument/2006/relationships/slideLayout" Target="../slideLayouts/slideLayout22.xml"/><Relationship Id="Rae0e0fd9e794463d" Type="http://schemas.openxmlformats.org/officeDocument/2006/relationships/slideLayout" Target="../slideLayouts/slideLayout108.xml"/><Relationship Id="Rae0fdc27afa2401f" Type="http://schemas.openxmlformats.org/officeDocument/2006/relationships/slideLayout" Target="../slideLayouts/slideLayout104.xml"/><Relationship Id="Raea1a0e5d7b24a75" Type="http://schemas.openxmlformats.org/officeDocument/2006/relationships/slideLayout" Target="../slideLayouts/slideLayout29.xml"/><Relationship Id="Rb25891fc69db4de0" Type="http://schemas.openxmlformats.org/officeDocument/2006/relationships/slideLayout" Target="../slideLayouts/slideLayout85.xml"/><Relationship Id="Rb4f374110dd64f08" Type="http://schemas.openxmlformats.org/officeDocument/2006/relationships/slideLayout" Target="../slideLayouts/slideLayout14.xml"/><Relationship Id="Rb6e5d6e2c1864d39" Type="http://schemas.openxmlformats.org/officeDocument/2006/relationships/slideLayout" Target="../slideLayouts/slideLayout42.xml"/><Relationship Id="Rb8a65e1c4f454f22" Type="http://schemas.openxmlformats.org/officeDocument/2006/relationships/slideLayout" Target="../slideLayouts/slideLayout31.xml"/><Relationship Id="Rbddb465dc4ca4fe8" Type="http://schemas.openxmlformats.org/officeDocument/2006/relationships/slideLayout" Target="../slideLayouts/slideLayout76.xml"/><Relationship Id="Rbe4911b0c77f456a" Type="http://schemas.openxmlformats.org/officeDocument/2006/relationships/slideLayout" Target="../slideLayouts/slideLayout12.xml"/><Relationship Id="Rc3998df244204ff3" Type="http://schemas.openxmlformats.org/officeDocument/2006/relationships/slideLayout" Target="../slideLayouts/slideLayout10.xml"/><Relationship Id="Rc3e562ccdfae40ef" Type="http://schemas.openxmlformats.org/officeDocument/2006/relationships/slideLayout" Target="../slideLayouts/slideLayout34.xml"/><Relationship Id="Rc76fed940ad24ed3" Type="http://schemas.openxmlformats.org/officeDocument/2006/relationships/slideLayout" Target="../slideLayouts/slideLayout98.xml"/><Relationship Id="Rc9e6955840f142db" Type="http://schemas.openxmlformats.org/officeDocument/2006/relationships/slideLayout" Target="../slideLayouts/slideLayout73.xml"/><Relationship Id="Rcb64bd8c76954719" Type="http://schemas.openxmlformats.org/officeDocument/2006/relationships/slideLayout" Target="../slideLayouts/slideLayout63.xml"/><Relationship Id="Rcc26fbb3de84486b" Type="http://schemas.openxmlformats.org/officeDocument/2006/relationships/slideLayout" Target="../slideLayouts/slideLayout9.xml"/><Relationship Id="Rcd4844c9ae734f67" Type="http://schemas.openxmlformats.org/officeDocument/2006/relationships/slideLayout" Target="../slideLayouts/slideLayout97.xml"/><Relationship Id="Rcfe61dd659f341f4" Type="http://schemas.openxmlformats.org/officeDocument/2006/relationships/slideLayout" Target="../slideLayouts/slideLayout18.xml"/><Relationship Id="Rd0322c56486d4c31" Type="http://schemas.openxmlformats.org/officeDocument/2006/relationships/slideLayout" Target="../slideLayouts/slideLayout3.xml"/><Relationship Id="Rd08f0be309914102" Type="http://schemas.openxmlformats.org/officeDocument/2006/relationships/slideLayout" Target="../slideLayouts/slideLayout24.xml"/><Relationship Id="Rd3c36551c49849f2" Type="http://schemas.openxmlformats.org/officeDocument/2006/relationships/slideLayout" Target="../slideLayouts/slideLayout81.xml"/><Relationship Id="Rd46844c205614575" Type="http://schemas.openxmlformats.org/officeDocument/2006/relationships/slideLayout" Target="../slideLayouts/slideLayout61.xml"/><Relationship Id="Rd5120e94771b46c0" Type="http://schemas.openxmlformats.org/officeDocument/2006/relationships/slideLayout" Target="../slideLayouts/slideLayout86.xml"/><Relationship Id="Rded620b65d4c4b65" Type="http://schemas.openxmlformats.org/officeDocument/2006/relationships/slideLayout" Target="../slideLayouts/slideLayout32.xml"/><Relationship Id="Re0857ca0d5f04f72" Type="http://schemas.openxmlformats.org/officeDocument/2006/relationships/slideLayout" Target="../slideLayouts/slideLayout16.xml"/><Relationship Id="Re2867a3f18ce4982" Type="http://schemas.openxmlformats.org/officeDocument/2006/relationships/slideLayout" Target="../slideLayouts/slideLayout41.xml"/><Relationship Id="Re682007454d8434a" Type="http://schemas.openxmlformats.org/officeDocument/2006/relationships/slideLayout" Target="../slideLayouts/slideLayout55.xml"/><Relationship Id="Re8175bbe7f1f4463" Type="http://schemas.openxmlformats.org/officeDocument/2006/relationships/slideLayout" Target="../slideLayouts/slideLayout96.xml"/><Relationship Id="Rec62d6f815cf42e0" Type="http://schemas.openxmlformats.org/officeDocument/2006/relationships/slideLayout" Target="../slideLayouts/slideLayout111.xml"/><Relationship Id="Red99ae2cdd4049f9" Type="http://schemas.openxmlformats.org/officeDocument/2006/relationships/slideLayout" Target="../slideLayouts/slideLayout65.xml"/><Relationship Id="Rf0045e5c323f42ab" Type="http://schemas.openxmlformats.org/officeDocument/2006/relationships/slideLayout" Target="../slideLayouts/slideLayout66.xml"/><Relationship Id="Rf066b68eefa94fc3" Type="http://schemas.openxmlformats.org/officeDocument/2006/relationships/slideLayout" Target="../slideLayouts/slideLayout40.xml"/><Relationship Id="Rf3322c052db940e1" Type="http://schemas.openxmlformats.org/officeDocument/2006/relationships/slideLayout" Target="../slideLayouts/slideLayout74.xml"/><Relationship Id="Rf4d638f5721a4d0e" Type="http://schemas.openxmlformats.org/officeDocument/2006/relationships/slideLayout" Target="../slideLayouts/slideLayout28.xml"/><Relationship Id="Rf868c886a951415f" Type="http://schemas.openxmlformats.org/officeDocument/2006/relationships/slideLayout" Target="../slideLayouts/slideLayout11.xml"/><Relationship Id="Rf8f38c084b504516" Type="http://schemas.openxmlformats.org/officeDocument/2006/relationships/slideLayout" Target="../slideLayouts/slideLayout21.xml"/><Relationship Id="Rf97b04b0453b43cc" Type="http://schemas.openxmlformats.org/officeDocument/2006/relationships/slideLayout" Target="../slideLayouts/slideLayout52.xml"/><Relationship Id="Rfa628641fdc24f1d" Type="http://schemas.openxmlformats.org/officeDocument/2006/relationships/slideLayout" Target="../slideLayouts/slideLayout75.xml"/><Relationship Id="Rfc5a0652619a4964" Type="http://schemas.openxmlformats.org/officeDocument/2006/relationships/slideLayout" Target="../slideLayouts/slideLayout64.xml"/><Relationship Id="Rfcf8b322e4fb40a7" Type="http://schemas.openxmlformats.org/officeDocument/2006/relationships/slideLayout" Target="../slideLayouts/slideLayout8.xml"/><Relationship Id="Rfffa5d7901b44a59" Type="http://schemas.openxmlformats.org/officeDocument/2006/relationships/slideLayout" Target="../slideLayouts/slideLayout57.xml"/></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70F255-3C2A-4AC7-8935-184146E3B6D6}"/>
              </a:ext>
            </a:extLst>
          </p:cNvPr>
          <p:cNvSpPr>
            <a:spLocks xmlns:a="http://schemas.openxmlformats.org/drawingml/2006/main" noGrp="1"/>
          </p:cNvSpPr>
          <p:nvPr>
            <p:ph type="title" idx="0"/>
          </p:nvPr>
        </p:nvSpPr>
        <p:spPr>
          <a:xfrm xmlns:a="http://schemas.openxmlformats.org/drawingml/2006/main">
            <a:off x="768875" y="182403"/>
            <a:ext cx="10671048" cy="82296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p xmlns:a="http://schemas.openxmlformats.org/drawingml/2006/main">
            <a:pPr marL="0" lvl="0" indent="0">
              <a:spcBef>
                <a:spcPts val="1000"/>
              </a:spcBef>
              <a:buFont typeface="Arial"/>
              <a:buNone/>
            </a:pPr>
            <a:r>
              <a:t>Title</a:t>
            </a:r>
          </a:p>
        </p:txBody>
      </p:sp>
      <p:sp>
        <p:nvSpPr>
          <p:cNvPr id="4" name="Text Field">
            <a:extLst xmlns:a="http://schemas.openxmlformats.org/drawingml/2006/main">
              <a:ext uri="{FF2B5EF4-FFF2-40B4-BE49-F238E27FC236}">
                <a16:creationId xmlns:a16="http://schemas.microsoft.com/office/drawing/2014/main" id="{E46619B6-A626-4CDA-96E2-B94F4637C628}"/>
              </a:ext>
            </a:extLst>
          </p:cNvPr>
          <p:cNvSpPr>
            <a:spLocks xmlns:a="http://schemas.openxmlformats.org/drawingml/2006/main" noGrp="1"/>
          </p:cNvSpPr>
          <p:nvPr>
            <p:ph type="body" idx="1"/>
          </p:nvPr>
        </p:nvSpPr>
        <p:spPr>
          <a:xfrm xmlns:a="http://schemas.openxmlformats.org/drawingml/2006/main">
            <a:off x="768875" y="1600200"/>
            <a:ext cx="10671048" cy="451485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08A3F6CD-49F4-D74B-8C7F-D6CA71EFB13B}"/>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8E003242-6B91-1949-A5CA-15BA57A045C9}"/>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20" name="Date">
            <a:extLst xmlns:a="http://schemas.openxmlformats.org/drawingml/2006/main">
              <a:ext uri="{FF2B5EF4-FFF2-40B4-BE49-F238E27FC236}">
                <a16:creationId xmlns:a16="http://schemas.microsoft.com/office/drawing/2014/main" id="{65BA88F5-EF53-415B-8446-19188BE675D3}"/>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8B8580"/>
                </a:solidFill>
                <a:latin typeface="+mn-lt"/>
                <a:ea typeface="+mn-lt"/>
                <a:cs typeface="+mn-lt"/>
              </a:defRPr>
            </a:lvl1pPr>
          </a:lstStyle>
          <a:p xmlns:a="http://schemas.openxmlformats.org/drawingml/2006/main">
            <a:r>
              <a:t>[Date]</a:t>
            </a:r>
          </a:p>
        </p:txBody>
      </p:sp>
      <p:pic>
        <p:nvPicPr>
          <p:cNvPr id="27" name="OTag"/>
          <p:cNvPicPr>
            <a:picLocks xmlns:a="http://schemas.openxmlformats.org/drawingml/2006/main" noChangeAspect="1"/>
          </p:cNvPicPr>
          <p:nvPr/>
        </p:nvPicPr>
        <p:blipFill>
          <a:blip xmlns:r="http://schemas.openxmlformats.org/officeDocument/2006/relationships" xmlns:a="http://schemas.openxmlformats.org/drawingml/2006/main" r:embed="R0640b07ce951435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055a70ba444fbc"/>
    <p:sldLayoutId xmlns:r="http://schemas.openxmlformats.org/officeDocument/2006/relationships" id="2147483650" r:id="R801156257ebb4ea8"/>
    <p:sldLayoutId xmlns:r="http://schemas.openxmlformats.org/officeDocument/2006/relationships" id="2147483651" r:id="Rd0322c56486d4c31"/>
    <p:sldLayoutId xmlns:r="http://schemas.openxmlformats.org/officeDocument/2006/relationships" id="2147483652" r:id="R763a27a734714fee"/>
    <p:sldLayoutId xmlns:r="http://schemas.openxmlformats.org/officeDocument/2006/relationships" id="2147483653" r:id="R347629a80f0c4f2a"/>
    <p:sldLayoutId xmlns:r="http://schemas.openxmlformats.org/officeDocument/2006/relationships" id="2147483654" r:id="R757cfe37f1d94802"/>
    <p:sldLayoutId xmlns:r="http://schemas.openxmlformats.org/officeDocument/2006/relationships" id="2147483655" r:id="R331e98ed43c7461d"/>
    <p:sldLayoutId xmlns:r="http://schemas.openxmlformats.org/officeDocument/2006/relationships" id="2147483656" r:id="Rfcf8b322e4fb40a7"/>
    <p:sldLayoutId xmlns:r="http://schemas.openxmlformats.org/officeDocument/2006/relationships" id="2147483657" r:id="Rcc26fbb3de84486b"/>
    <p:sldLayoutId xmlns:r="http://schemas.openxmlformats.org/officeDocument/2006/relationships" id="2147483658" r:id="Rc3998df244204ff3"/>
    <p:sldLayoutId xmlns:r="http://schemas.openxmlformats.org/officeDocument/2006/relationships" id="2147483659" r:id="Rf868c886a951415f"/>
    <p:sldLayoutId xmlns:r="http://schemas.openxmlformats.org/officeDocument/2006/relationships" id="2147483660" r:id="Rbe4911b0c77f456a"/>
    <p:sldLayoutId xmlns:r="http://schemas.openxmlformats.org/officeDocument/2006/relationships" id="2147483661" r:id="R5e1dee915d954467"/>
    <p:sldLayoutId xmlns:r="http://schemas.openxmlformats.org/officeDocument/2006/relationships" id="2147483662" r:id="Rb4f374110dd64f08"/>
    <p:sldLayoutId xmlns:r="http://schemas.openxmlformats.org/officeDocument/2006/relationships" id="2147483663" r:id="R36b05f754fa74a2f"/>
    <p:sldLayoutId xmlns:r="http://schemas.openxmlformats.org/officeDocument/2006/relationships" id="2147483664" r:id="Re0857ca0d5f04f72"/>
    <p:sldLayoutId xmlns:r="http://schemas.openxmlformats.org/officeDocument/2006/relationships" id="2147483665" r:id="R14ba3eff8a764f84"/>
    <p:sldLayoutId xmlns:r="http://schemas.openxmlformats.org/officeDocument/2006/relationships" id="2147483666" r:id="Rcfe61dd659f341f4"/>
    <p:sldLayoutId xmlns:r="http://schemas.openxmlformats.org/officeDocument/2006/relationships" id="2147483667" r:id="R22bde3998fd34937"/>
    <p:sldLayoutId xmlns:r="http://schemas.openxmlformats.org/officeDocument/2006/relationships" id="2147483668" r:id="R4950aaeea73943c9"/>
    <p:sldLayoutId xmlns:r="http://schemas.openxmlformats.org/officeDocument/2006/relationships" id="2147483669" r:id="Rf8f38c084b504516"/>
    <p:sldLayoutId xmlns:r="http://schemas.openxmlformats.org/officeDocument/2006/relationships" id="2147483670" r:id="Rac18fd5fb1554876"/>
    <p:sldLayoutId xmlns:r="http://schemas.openxmlformats.org/officeDocument/2006/relationships" id="2147483671" r:id="R328cb280cca84bfc"/>
    <p:sldLayoutId xmlns:r="http://schemas.openxmlformats.org/officeDocument/2006/relationships" id="2147483672" r:id="Rd08f0be309914102"/>
    <p:sldLayoutId xmlns:r="http://schemas.openxmlformats.org/officeDocument/2006/relationships" id="2147483673" r:id="R0ab666fc77794b1d"/>
    <p:sldLayoutId xmlns:r="http://schemas.openxmlformats.org/officeDocument/2006/relationships" id="2147483674" r:id="R4b0dc21fc4c8428b"/>
    <p:sldLayoutId xmlns:r="http://schemas.openxmlformats.org/officeDocument/2006/relationships" id="2147483675" r:id="R00aede3519074110"/>
    <p:sldLayoutId xmlns:r="http://schemas.openxmlformats.org/officeDocument/2006/relationships" id="2147483676" r:id="Rf4d638f5721a4d0e"/>
    <p:sldLayoutId xmlns:r="http://schemas.openxmlformats.org/officeDocument/2006/relationships" id="2147483677" r:id="Raea1a0e5d7b24a75"/>
    <p:sldLayoutId xmlns:r="http://schemas.openxmlformats.org/officeDocument/2006/relationships" id="2147483678" r:id="R572b14cf94e54dcd"/>
    <p:sldLayoutId xmlns:r="http://schemas.openxmlformats.org/officeDocument/2006/relationships" id="2147483679" r:id="Rb8a65e1c4f454f22"/>
    <p:sldLayoutId xmlns:r="http://schemas.openxmlformats.org/officeDocument/2006/relationships" id="2147483680" r:id="Rded620b65d4c4b65"/>
    <p:sldLayoutId xmlns:r="http://schemas.openxmlformats.org/officeDocument/2006/relationships" id="2147483681" r:id="R279fa794525c455c"/>
    <p:sldLayoutId xmlns:r="http://schemas.openxmlformats.org/officeDocument/2006/relationships" id="2147483682" r:id="Rc3e562ccdfae40ef"/>
    <p:sldLayoutId xmlns:r="http://schemas.openxmlformats.org/officeDocument/2006/relationships" id="2147483683" r:id="R48151742d06442a0"/>
    <p:sldLayoutId xmlns:r="http://schemas.openxmlformats.org/officeDocument/2006/relationships" id="2147483684" r:id="R1486397005fb43a1"/>
    <p:sldLayoutId xmlns:r="http://schemas.openxmlformats.org/officeDocument/2006/relationships" id="2147483685" r:id="R56d3b1a370a64f1a"/>
    <p:sldLayoutId xmlns:r="http://schemas.openxmlformats.org/officeDocument/2006/relationships" id="2147483686" r:id="R4999020466bc4e0e"/>
    <p:sldLayoutId xmlns:r="http://schemas.openxmlformats.org/officeDocument/2006/relationships" id="2147483687" r:id="Ra312b17cd6644f31"/>
    <p:sldLayoutId xmlns:r="http://schemas.openxmlformats.org/officeDocument/2006/relationships" id="2147483688" r:id="Rf066b68eefa94fc3"/>
    <p:sldLayoutId xmlns:r="http://schemas.openxmlformats.org/officeDocument/2006/relationships" id="2147483689" r:id="Re2867a3f18ce4982"/>
    <p:sldLayoutId xmlns:r="http://schemas.openxmlformats.org/officeDocument/2006/relationships" id="2147483690" r:id="Rb6e5d6e2c1864d39"/>
    <p:sldLayoutId xmlns:r="http://schemas.openxmlformats.org/officeDocument/2006/relationships" id="2147483691" r:id="Ra7c3a38849824c8f"/>
    <p:sldLayoutId xmlns:r="http://schemas.openxmlformats.org/officeDocument/2006/relationships" id="2147483692" r:id="R5eed5ce3b8ff400f"/>
    <p:sldLayoutId xmlns:r="http://schemas.openxmlformats.org/officeDocument/2006/relationships" id="2147483693" r:id="R4f3f2e985ef44224"/>
    <p:sldLayoutId xmlns:r="http://schemas.openxmlformats.org/officeDocument/2006/relationships" id="2147483694" r:id="R5c61cc03c33d47e7"/>
    <p:sldLayoutId xmlns:r="http://schemas.openxmlformats.org/officeDocument/2006/relationships" id="2147483695" r:id="R6d8e69f2a3054ba0"/>
    <p:sldLayoutId xmlns:r="http://schemas.openxmlformats.org/officeDocument/2006/relationships" id="2147483696" r:id="R7f41be8c28034c3f"/>
    <p:sldLayoutId xmlns:r="http://schemas.openxmlformats.org/officeDocument/2006/relationships" id="2147483697" r:id="R1201c3a888f0409b"/>
    <p:sldLayoutId xmlns:r="http://schemas.openxmlformats.org/officeDocument/2006/relationships" id="2147483698" r:id="R22073977711748fd"/>
    <p:sldLayoutId xmlns:r="http://schemas.openxmlformats.org/officeDocument/2006/relationships" id="2147483699" r:id="R7f7c49cc07694120"/>
    <p:sldLayoutId xmlns:r="http://schemas.openxmlformats.org/officeDocument/2006/relationships" id="2147483700" r:id="Rf97b04b0453b43cc"/>
    <p:sldLayoutId xmlns:r="http://schemas.openxmlformats.org/officeDocument/2006/relationships" id="2147483701" r:id="R6e7aa67427a242c6"/>
    <p:sldLayoutId xmlns:r="http://schemas.openxmlformats.org/officeDocument/2006/relationships" id="2147483702" r:id="R15e32d2aef6448c0"/>
    <p:sldLayoutId xmlns:r="http://schemas.openxmlformats.org/officeDocument/2006/relationships" id="2147483703" r:id="Re682007454d8434a"/>
    <p:sldLayoutId xmlns:r="http://schemas.openxmlformats.org/officeDocument/2006/relationships" id="2147483704" r:id="R06fc08a00faf465e"/>
    <p:sldLayoutId xmlns:r="http://schemas.openxmlformats.org/officeDocument/2006/relationships" id="2147483705" r:id="Rfffa5d7901b44a59"/>
    <p:sldLayoutId xmlns:r="http://schemas.openxmlformats.org/officeDocument/2006/relationships" id="2147483706" r:id="R0460e083612f4f4a"/>
    <p:sldLayoutId xmlns:r="http://schemas.openxmlformats.org/officeDocument/2006/relationships" id="2147483707" r:id="R8b16a31b786f4e25"/>
    <p:sldLayoutId xmlns:r="http://schemas.openxmlformats.org/officeDocument/2006/relationships" id="2147483708" r:id="R43dcabba80634158"/>
    <p:sldLayoutId xmlns:r="http://schemas.openxmlformats.org/officeDocument/2006/relationships" id="2147483709" r:id="Rd46844c205614575"/>
    <p:sldLayoutId xmlns:r="http://schemas.openxmlformats.org/officeDocument/2006/relationships" id="2147483710" r:id="R82cbfe9317e341bf"/>
    <p:sldLayoutId xmlns:r="http://schemas.openxmlformats.org/officeDocument/2006/relationships" id="2147483711" r:id="Rcb64bd8c76954719"/>
    <p:sldLayoutId xmlns:r="http://schemas.openxmlformats.org/officeDocument/2006/relationships" id="2147483712" r:id="Rfc5a0652619a4964"/>
    <p:sldLayoutId xmlns:r="http://schemas.openxmlformats.org/officeDocument/2006/relationships" id="2147483713" r:id="Red99ae2cdd4049f9"/>
    <p:sldLayoutId xmlns:r="http://schemas.openxmlformats.org/officeDocument/2006/relationships" id="2147483714" r:id="Rf0045e5c323f42ab"/>
    <p:sldLayoutId xmlns:r="http://schemas.openxmlformats.org/officeDocument/2006/relationships" id="2147483715" r:id="R09e5442cd3a54af9"/>
    <p:sldLayoutId xmlns:r="http://schemas.openxmlformats.org/officeDocument/2006/relationships" id="2147483716" r:id="R9f7688e143fe4897"/>
    <p:sldLayoutId xmlns:r="http://schemas.openxmlformats.org/officeDocument/2006/relationships" id="2147483717" r:id="R6726a20b6f4e47de"/>
    <p:sldLayoutId xmlns:r="http://schemas.openxmlformats.org/officeDocument/2006/relationships" id="2147483718" r:id="R941a33964fd94462"/>
    <p:sldLayoutId xmlns:r="http://schemas.openxmlformats.org/officeDocument/2006/relationships" id="2147483719" r:id="R6ab8e3ea496d4172"/>
    <p:sldLayoutId xmlns:r="http://schemas.openxmlformats.org/officeDocument/2006/relationships" id="2147483720" r:id="R0fd61ac2e2274561"/>
    <p:sldLayoutId xmlns:r="http://schemas.openxmlformats.org/officeDocument/2006/relationships" id="2147483721" r:id="Rc9e6955840f142db"/>
    <p:sldLayoutId xmlns:r="http://schemas.openxmlformats.org/officeDocument/2006/relationships" id="2147483722" r:id="Rf3322c052db940e1"/>
    <p:sldLayoutId xmlns:r="http://schemas.openxmlformats.org/officeDocument/2006/relationships" id="2147483723" r:id="Rfa628641fdc24f1d"/>
    <p:sldLayoutId xmlns:r="http://schemas.openxmlformats.org/officeDocument/2006/relationships" id="2147483724" r:id="Rbddb465dc4ca4fe8"/>
    <p:sldLayoutId xmlns:r="http://schemas.openxmlformats.org/officeDocument/2006/relationships" id="2147483725" r:id="R86b60a2bb0ad429f"/>
    <p:sldLayoutId xmlns:r="http://schemas.openxmlformats.org/officeDocument/2006/relationships" id="2147483726" r:id="R0106c80150ee480e"/>
    <p:sldLayoutId xmlns:r="http://schemas.openxmlformats.org/officeDocument/2006/relationships" id="2147483727" r:id="R4e8233bfee69472b"/>
    <p:sldLayoutId xmlns:r="http://schemas.openxmlformats.org/officeDocument/2006/relationships" id="2147483728" r:id="R8a82c80509ac46ff"/>
    <p:sldLayoutId xmlns:r="http://schemas.openxmlformats.org/officeDocument/2006/relationships" id="2147483729" r:id="Rd3c36551c49849f2"/>
    <p:sldLayoutId xmlns:r="http://schemas.openxmlformats.org/officeDocument/2006/relationships" id="2147483730" r:id="R94228d114e414829"/>
    <p:sldLayoutId xmlns:r="http://schemas.openxmlformats.org/officeDocument/2006/relationships" id="2147483731" r:id="R1036c431b843490c"/>
    <p:sldLayoutId xmlns:r="http://schemas.openxmlformats.org/officeDocument/2006/relationships" id="2147483732" r:id="R7daa78988c6d4b3f"/>
    <p:sldLayoutId xmlns:r="http://schemas.openxmlformats.org/officeDocument/2006/relationships" id="2147483733" r:id="Rb25891fc69db4de0"/>
    <p:sldLayoutId xmlns:r="http://schemas.openxmlformats.org/officeDocument/2006/relationships" id="2147483734" r:id="Rd5120e94771b46c0"/>
    <p:sldLayoutId xmlns:r="http://schemas.openxmlformats.org/officeDocument/2006/relationships" id="2147483735" r:id="R0dd631a004974a77"/>
    <p:sldLayoutId xmlns:r="http://schemas.openxmlformats.org/officeDocument/2006/relationships" id="2147483736" r:id="R2cdd0acf77974a38"/>
    <p:sldLayoutId xmlns:r="http://schemas.openxmlformats.org/officeDocument/2006/relationships" id="2147483737" r:id="R2fe91ee5ff934d0f"/>
    <p:sldLayoutId xmlns:r="http://schemas.openxmlformats.org/officeDocument/2006/relationships" id="2147483738" r:id="R61994bc43663493c"/>
    <p:sldLayoutId xmlns:r="http://schemas.openxmlformats.org/officeDocument/2006/relationships" id="2147483739" r:id="R55d1bd6bbc55407c"/>
    <p:sldLayoutId xmlns:r="http://schemas.openxmlformats.org/officeDocument/2006/relationships" id="2147483740" r:id="R194ce0b1a3f44343"/>
    <p:sldLayoutId xmlns:r="http://schemas.openxmlformats.org/officeDocument/2006/relationships" id="2147483741" r:id="R241d941872894110"/>
    <p:sldLayoutId xmlns:r="http://schemas.openxmlformats.org/officeDocument/2006/relationships" id="2147483742" r:id="R300dbb03af794178"/>
    <p:sldLayoutId xmlns:r="http://schemas.openxmlformats.org/officeDocument/2006/relationships" id="2147483743" r:id="R56efd04e970d458c"/>
    <p:sldLayoutId xmlns:r="http://schemas.openxmlformats.org/officeDocument/2006/relationships" id="2147483744" r:id="Re8175bbe7f1f4463"/>
    <p:sldLayoutId xmlns:r="http://schemas.openxmlformats.org/officeDocument/2006/relationships" id="2147483745" r:id="Rcd4844c9ae734f67"/>
    <p:sldLayoutId xmlns:r="http://schemas.openxmlformats.org/officeDocument/2006/relationships" id="2147483746" r:id="Rc76fed940ad24ed3"/>
    <p:sldLayoutId xmlns:r="http://schemas.openxmlformats.org/officeDocument/2006/relationships" id="2147483747" r:id="R504fd3ad308c44f0"/>
    <p:sldLayoutId xmlns:r="http://schemas.openxmlformats.org/officeDocument/2006/relationships" id="2147483748" r:id="R63b43f2ba56e4c74"/>
    <p:sldLayoutId xmlns:r="http://schemas.openxmlformats.org/officeDocument/2006/relationships" id="2147483749" r:id="R830065e817b44dc0"/>
    <p:sldLayoutId xmlns:r="http://schemas.openxmlformats.org/officeDocument/2006/relationships" id="2147483750" r:id="R19fe70dd97974aa6"/>
    <p:sldLayoutId xmlns:r="http://schemas.openxmlformats.org/officeDocument/2006/relationships" id="2147483751" r:id="R1ce75568fdcd4f16"/>
    <p:sldLayoutId xmlns:r="http://schemas.openxmlformats.org/officeDocument/2006/relationships" id="2147483752" r:id="Rae0fdc27afa2401f"/>
    <p:sldLayoutId xmlns:r="http://schemas.openxmlformats.org/officeDocument/2006/relationships" id="2147483753" r:id="R6d118eea6db24541"/>
    <p:sldLayoutId xmlns:r="http://schemas.openxmlformats.org/officeDocument/2006/relationships" id="2147483754" r:id="R58ad545308f9480c"/>
    <p:sldLayoutId xmlns:r="http://schemas.openxmlformats.org/officeDocument/2006/relationships" id="2147483755" r:id="R5d18bfd6ae2d4e7d"/>
    <p:sldLayoutId xmlns:r="http://schemas.openxmlformats.org/officeDocument/2006/relationships" id="2147483756" r:id="Rae0e0fd9e794463d"/>
    <p:sldLayoutId xmlns:r="http://schemas.openxmlformats.org/officeDocument/2006/relationships" id="2147483757" r:id="R098d1a0b204c465f"/>
    <p:sldLayoutId xmlns:r="http://schemas.openxmlformats.org/officeDocument/2006/relationships" id="2147483758" r:id="R5353ce40e3a74516"/>
    <p:sldLayoutId xmlns:r="http://schemas.openxmlformats.org/officeDocument/2006/relationships" id="2147483759" r:id="Rec62d6f815cf42e0"/>
    <p:sldLayoutId xmlns:r="http://schemas.openxmlformats.org/officeDocument/2006/relationships" id="2147483760" r:id="R502fc339afd24b40"/>
  </p:sldLayoutIdLst>
  <p:hf hdr="0" dt="0"/>
  <p:txStyles>
    <p:titleStyle>
      <a:lvl1pPr xmlns:a="http://schemas.openxmlformats.org/drawingml/2006/main" algn="l" defTabSz="914400">
        <a:lnSpc>
          <a:spcPct val="95000"/>
        </a:lnSpc>
        <a:spcBef>
          <a:spcPct val="0"/>
        </a:spcBef>
        <a:buNone/>
        <a:defRPr sz="2400" b="1" i="0" kern="1200" baseline="0">
          <a:solidFill>
            <a:schemeClr val="tx1"/>
          </a:solidFill>
          <a:latin typeface="+mn-lt"/>
          <a:ea typeface="+mn-lt"/>
          <a:cs typeface="+mn-lt"/>
        </a:defRPr>
      </a:lvl1pPr>
    </p:titleStyle>
    <p:bodyStyle>
      <a:lvl1pPr xmlns:a="http://schemas.openxmlformats.org/drawingml/2006/main" marL="0" marR="0" indent="0" algn="l" defTabSz="914400">
        <a:lnSpc>
          <a:spcPct val="95000"/>
        </a:lnSpc>
        <a:spcBef>
          <a:spcPts val="600"/>
        </a:spcBef>
        <a:spcAft>
          <a:spcPts val="0"/>
        </a:spcAft>
        <a:buClrTx/>
        <a:buSzTx/>
        <a:buFont typeface="System Font Regular"/>
        <a:buNone/>
        <a:defRPr sz="1600" b="0" i="0" kern="1200">
          <a:solidFill>
            <a:schemeClr val="tx1"/>
          </a:solidFill>
          <a:latin typeface="Oracle Sans Tab"/>
          <a:ea typeface="Oracle Sans Tab"/>
          <a:cs typeface="Oracle Sans Tab"/>
        </a:defRPr>
      </a:lvl1pPr>
      <a:lvl2pPr xmlns:a="http://schemas.openxmlformats.org/drawingml/2006/main" marL="365760" marR="0" indent="-182880" algn="l" defTabSz="914400">
        <a:lnSpc>
          <a:spcPct val="95000"/>
        </a:lnSpc>
        <a:spcBef>
          <a:spcPts val="600"/>
        </a:spcBef>
        <a:spcAft>
          <a:spcPts val="0"/>
        </a:spcAft>
        <a:buClrTx/>
        <a:buSzPct val="100000"/>
        <a:buFont typeface="Arial"/>
        <a:buChar char="•"/>
        <a:defRPr sz="1600" b="0" i="0" kern="1200">
          <a:solidFill>
            <a:schemeClr val="tx1"/>
          </a:solidFill>
          <a:latin typeface="Oracle Sans"/>
          <a:ea typeface="Oracle Sans"/>
          <a:cs typeface="Oracle Sans"/>
        </a:defRPr>
      </a:lvl2pPr>
      <a:lvl3pPr xmlns:a="http://schemas.openxmlformats.org/drawingml/2006/main" marL="547688" marR="0" indent="-182563" algn="l" defTabSz="914400">
        <a:lnSpc>
          <a:spcPct val="95000"/>
        </a:lnSpc>
        <a:spcBef>
          <a:spcPts val="400"/>
        </a:spcBef>
        <a:spcAft>
          <a:spcPts val="0"/>
        </a:spcAft>
        <a:buClrTx/>
        <a:buSzPct val="100000"/>
        <a:buFont typeface="System Font Regular"/>
        <a:buChar char="-"/>
        <a:defRPr sz="1600" b="0" i="0" kern="1200">
          <a:solidFill>
            <a:schemeClr val="tx1"/>
          </a:solidFill>
          <a:latin typeface="Oracle Sans"/>
          <a:ea typeface="Oracle Sans"/>
          <a:cs typeface="Oracle Sans"/>
        </a:defRPr>
      </a:lvl3pPr>
      <a:lvl4pPr xmlns:a="http://schemas.openxmlformats.org/drawingml/2006/main" marL="730250" marR="0" indent="-182563" algn="l" defTabSz="914400">
        <a:lnSpc>
          <a:spcPct val="95000"/>
        </a:lnSpc>
        <a:spcBef>
          <a:spcPts val="400"/>
        </a:spcBef>
        <a:spcAft>
          <a:spcPts val="0"/>
        </a:spcAft>
        <a:buClrTx/>
        <a:buSzPct val="100000"/>
        <a:buFont typeface="Arial"/>
        <a:buChar char="•"/>
        <a:defRPr sz="1600" b="0" i="0" kern="1200">
          <a:solidFill>
            <a:schemeClr val="tx1"/>
          </a:solidFill>
          <a:latin typeface="Oracle Sans"/>
          <a:ea typeface="Oracle Sans"/>
          <a:cs typeface="Oracle Sans"/>
        </a:defRPr>
      </a:lvl4pPr>
      <a:lvl5pPr xmlns:a="http://schemas.openxmlformats.org/drawingml/2006/main" marL="914400" marR="0" indent="-182880" algn="l" defTabSz="914400">
        <a:lnSpc>
          <a:spcPct val="95000"/>
        </a:lnSpc>
        <a:spcBef>
          <a:spcPts val="400"/>
        </a:spcBef>
        <a:spcAft>
          <a:spcPts val="0"/>
        </a:spcAft>
        <a:buClrTx/>
        <a:buSzTx/>
        <a:buFont typeface="System Font Regular"/>
        <a:buChar char="-"/>
        <a:defRPr sz="1600" b="0" i="0" kern="1200">
          <a:solidFill>
            <a:schemeClr val="tx1"/>
          </a:solidFill>
          <a:latin typeface="Oracle Sans"/>
          <a:ea typeface="Oracle Sans"/>
          <a:cs typeface="Oracle Sans"/>
        </a:defRPr>
      </a:lvl5pPr>
      <a:lvl6pPr xmlns:a="http://schemas.openxmlformats.org/drawingml/2006/main" marL="1097280" indent="-182880" algn="l" defTabSz="914400">
        <a:lnSpc>
          <a:spcPct val="95000"/>
        </a:lnSpc>
        <a:spcBef>
          <a:spcPts val="400"/>
        </a:spcBef>
        <a:spcAft>
          <a:spcPts val="0"/>
        </a:spcAft>
        <a:buSzPct val="100000"/>
        <a:buFont typeface="Arial"/>
        <a:buChar char="•"/>
        <a:defRPr sz="1600" b="0" i="0" kern="1200">
          <a:solidFill>
            <a:schemeClr val="tx1"/>
          </a:solidFill>
          <a:latin typeface="Oracle Sans"/>
          <a:ea typeface="Oracle Sans"/>
          <a:cs typeface="Oracle Sans"/>
        </a:defRPr>
      </a:lvl6pPr>
      <a:lvl7pPr xmlns:a="http://schemas.openxmlformats.org/drawingml/2006/main" marL="1280160" indent="-182880" algn="l" defTabSz="914400">
        <a:lnSpc>
          <a:spcPct val="95000"/>
        </a:lnSpc>
        <a:spcBef>
          <a:spcPts val="400"/>
        </a:spcBef>
        <a:spcAft>
          <a:spcPts val="0"/>
        </a:spcAft>
        <a:buFont typeface="System Font Regular"/>
        <a:buChar char="-"/>
        <a:defRPr sz="1600" b="0" i="0" kern="1200">
          <a:solidFill>
            <a:schemeClr val="tx1"/>
          </a:solidFill>
          <a:latin typeface="Oracle Sans"/>
          <a:ea typeface="Oracle Sans"/>
          <a:cs typeface="Oracle Sans"/>
        </a:defRPr>
      </a:lvl7pPr>
      <a:lvl8pPr xmlns:a="http://schemas.openxmlformats.org/drawingml/2006/main" marL="1604963" indent="-203200" algn="l" defTabSz="914400">
        <a:lnSpc>
          <a:spcPct val="90000"/>
        </a:lnSpc>
        <a:spcBef>
          <a:spcPts val="500"/>
        </a:spcBef>
        <a:buFont typeface="Arial"/>
        <a:buChar char="•"/>
        <a:defRPr sz="1600" b="0" i="0" kern="1200">
          <a:solidFill>
            <a:schemeClr val="tx1"/>
          </a:solidFill>
          <a:latin typeface="Oracle Sans"/>
          <a:ea typeface="Oracle Sans"/>
          <a:cs typeface="Oracle Sans"/>
        </a:defRPr>
      </a:lvl8pPr>
      <a:lvl9pPr xmlns:a="http://schemas.openxmlformats.org/drawingml/2006/main" marL="1889125" indent="-203200" algn="l" defTabSz="914400">
        <a:lnSpc>
          <a:spcPct val="90000"/>
        </a:lnSpc>
        <a:spcBef>
          <a:spcPts val="500"/>
        </a:spcBef>
        <a:buFont typeface="System Font Regular"/>
        <a:buChar char="-"/>
        <a:defRPr sz="1600" b="0" i="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guide id="3" orient="horz" pos="1008" userDrawn="1">
          <p15:clr>
            <a:srgbClr xmlns:a="http://schemas.openxmlformats.org/drawingml/2006/main" val="5ACBF0"/>
          </p15:clr>
        </p15:guide>
        <p15:guide id="4" orient="horz" pos="3852" userDrawn="1">
          <p15:clr>
            <a:srgbClr xmlns:a="http://schemas.openxmlformats.org/drawingml/2006/main" val="F26B43"/>
          </p15:clr>
        </p15:guide>
        <p15:guide id="5" pos="480" userDrawn="1">
          <p15:clr>
            <a:srgbClr xmlns:a="http://schemas.openxmlformats.org/drawingml/2006/main" val="F26B43"/>
          </p15:clr>
        </p15:guide>
        <p15:guide id="6" orient="horz" pos="795" userDrawn="1">
          <p15:clr>
            <a:srgbClr xmlns:a="http://schemas.openxmlformats.org/drawingml/2006/main" val="F26B43"/>
          </p15:clr>
        </p15:guide>
        <p15:guide id="7" orient="horz" pos="590" userDrawn="1">
          <p15:clr>
            <a:srgbClr xmlns:a="http://schemas.openxmlformats.org/drawingml/2006/main" val="F26B43"/>
          </p15:clr>
        </p15:guide>
        <p15:guide id="8" pos="7212" userDrawn="1">
          <p15:clr>
            <a:srgbClr xmlns:a="http://schemas.openxmlformats.org/drawingml/2006/main" val="F26B43"/>
          </p15:clr>
        </p15:guide>
      </p15:sldGuideLst>
    </p:ext>
  </p:extLst>
</p:sldMaster>
</file>

<file path=ppt/slideMasters/theme/theme2.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794e5df1c994168" Type="http://schemas.openxmlformats.org/officeDocument/2006/relationships/slideLayout" Target="../slideLayouts/slideLayout12.xml"/><Relationship Id="Rd23e64999e5c4e4b"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89c91978f2d34cc4" Type="http://schemas.openxmlformats.org/officeDocument/2006/relationships/slideLayout" Target="../slideLayouts/slideLayout64.xml"/><Relationship Id="Ra777f2a2a37f452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7451086c60b04ff2" Type="http://schemas.openxmlformats.org/officeDocument/2006/relationships/notesSlide" Target="../notesSlides/notesSlide3.xml"/><Relationship Id="Rea498ca1793b436f"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142b789549d54224" Type="http://schemas.openxmlformats.org/officeDocument/2006/relationships/slideLayout" Target="../slideLayouts/slideLayout67.xml"/><Relationship Id="R82c263ecdaa742fa"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557e2b02063442c1" Type="http://schemas.openxmlformats.org/officeDocument/2006/relationships/slideLayout" Target="../slideLayouts/slideLayout102.xml"/><Relationship Id="Rf0b17222ab3f4b9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32c83caa13d24f26" Type="http://schemas.openxmlformats.org/officeDocument/2006/relationships/notesSlide" Target="../notesSlides/notesSlide6.xml"/><Relationship Id="Rcb35d20649f14f94"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8e74d4661b944933" Type="http://schemas.openxmlformats.org/officeDocument/2006/relationships/notesSlide" Target="../notesSlides/notesSlide7.xml"/><Relationship Id="Rd1e0ce8995b743bd" Type="http://schemas.openxmlformats.org/officeDocument/2006/relationships/slideLayout" Target="../slideLayouts/slideLayout60.xml"/></Relationships>
</file>

<file path=ppt/slides/_rels/slide8.xml.rels><?xml version='1.0' encoding='UTF-8' standalone='yes'?>
<Relationships xmlns="http://schemas.openxmlformats.org/package/2006/relationships"><Relationship Id="R4082fe763f0b489f" Type="http://schemas.openxmlformats.org/officeDocument/2006/relationships/image" Target="../media/image10.png"/><Relationship Id="R6b29bde6ffaf48d7" Type="http://schemas.openxmlformats.org/officeDocument/2006/relationships/notesSlide" Target="../notesSlides/notesSlide8.xml"/><Relationship Id="Rc94d6189726e466c"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0825c67e2a6944dc" Type="http://schemas.openxmlformats.org/officeDocument/2006/relationships/slideLayout" Target="../slideLayouts/slideLayout67.xml"/><Relationship Id="Rcdf2b046d98a447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c38a80a00a2141d2" Type="http://schemas.openxmlformats.org/officeDocument/2006/relationships/slideLayout" Target="../slideLayouts/slideLayout35.xml"/><Relationship Id="Re01ab97e50924865" Type="http://schemas.openxmlformats.org/officeDocument/2006/relationships/notesSlide" Target="../notesSlides/notesSlide10.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F40B6B-C618-C0F5-E67B-6B6DCDA055BA}"/>
              </a:ext>
            </a:extLst>
          </p:cNvPr>
          <p:cNvSpPr>
            <a:spLocks xmlns:a="http://schemas.openxmlformats.org/drawingml/2006/main" noGrp="1"/>
          </p:cNvSpPr>
          <p:nvPr>
            <p:ph type="ctrTitle" idx="0"/>
          </p:nvPr>
        </p:nvSpPr>
        <p:spPr>
          <a:xfrm xmlns:a="http://schemas.openxmlformats.org/drawingml/2006/main">
            <a:off x="792538" y="2148840"/>
            <a:ext cx="6400800" cy="1280160"/>
          </a:xfrm>
        </p:spPr>
        <p:txBody>
          <a:bodyPr xmlns:a="http://schemas.openxmlformats.org/drawingml/2006/main"/>
          <a:lstStyle xmlns:a="http://schemas.openxmlformats.org/drawingml/2006/main"/>
          <a:p xmlns:a="http://schemas.openxmlformats.org/drawingml/2006/main">
            <a:pPr>
              <a:defRPr sz="3300" b="1">
                <a:solidFill>
                  <a:srgbClr val="FFFFFF"/>
                </a:solidFill>
              </a:defRPr>
            </a:pPr>
            <a:r>
              <a:rPr sz="3300" b="1">
                <a:solidFill>
                  <a:srgbClr val="FFFFFF"/>
                </a:solidFill>
              </a:rPr>
              <a:t>Group Centralized Monitoring</a:t>
            </a:r>
          </a:p>
          <a:p xmlns:a="http://schemas.openxmlformats.org/drawingml/2006/main">
            <a:pPr>
              <a:defRPr sz="3300" b="1">
                <a:solidFill>
                  <a:srgbClr val="FFFFFF"/>
                </a:solidFill>
              </a:defRPr>
            </a:pPr>
            <a:r>
              <a:rPr sz="3300" b="1">
                <a:solidFill>
                  <a:srgbClr val="FFFFFF"/>
                </a:solidFill>
              </a:rPr>
              <a:t>&amp; Observability Platform</a:t>
            </a:r>
          </a:p>
        </p:txBody>
      </p:sp>
      <p:sp>
        <p:nvSpPr>
          <p:cNvPr id="3" name="Text Placeholder 2">
            <a:extLst xmlns:a="http://schemas.openxmlformats.org/drawingml/2006/main">
              <a:ext uri="{FF2B5EF4-FFF2-40B4-BE49-F238E27FC236}">
                <a16:creationId xmlns:a16="http://schemas.microsoft.com/office/drawing/2014/main" id="{23232C8D-45CA-F8C9-9072-265783F779A9}"/>
              </a:ext>
            </a:extLst>
          </p:cNvPr>
          <p:cNvSpPr>
            <a:spLocks xmlns:a="http://schemas.openxmlformats.org/drawingml/2006/main" noGrp="1"/>
          </p:cNvSpPr>
          <p:nvPr>
            <p:ph type="body" idx="33"/>
          </p:nvPr>
        </p:nvSpPr>
        <p:spPr>
          <a:xfrm xmlns:a="http://schemas.openxmlformats.org/drawingml/2006/main">
            <a:off x="792538" y="3519553"/>
            <a:ext cx="6400800" cy="341247"/>
          </a:xfrm>
        </p:spPr>
        <p:txBody>
          <a:bodyPr xmlns:a="http://schemas.openxmlformats.org/drawingml/2006/main"/>
          <a:lstStyle xmlns:a="http://schemas.openxmlformats.org/drawingml/2006/main"/>
          <a:p xmlns:a="http://schemas.openxmlformats.org/drawingml/2006/main">
            <a:r>
              <a:rPr sz="1650">
                <a:solidFill>
                  <a:srgbClr val="FFFFFF"/>
                </a:solidFill>
              </a:rPr>
              <a:t>Management response | OCI Observability scope for application, API and Kubernetes gaps</a:t>
            </a:r>
          </a:p>
        </p:txBody>
      </p:sp>
      <p:sp>
        <p:nvSpPr>
          <p:cNvPr id="4" name="Text Placeholder 3">
            <a:extLst xmlns:a="http://schemas.openxmlformats.org/drawingml/2006/main">
              <a:ext uri="{FF2B5EF4-FFF2-40B4-BE49-F238E27FC236}">
                <a16:creationId xmlns:a16="http://schemas.microsoft.com/office/drawing/2014/main" id="{A0FB24E3-3A18-B7F6-4CC7-C1B59E6A5747}"/>
              </a:ext>
            </a:extLst>
          </p:cNvPr>
          <p:cNvSpPr>
            <a:spLocks xmlns:a="http://schemas.openxmlformats.org/drawingml/2006/main" noGrp="1"/>
          </p:cNvSpPr>
          <p:nvPr>
            <p:ph type="body" idx="35"/>
          </p:nvPr>
        </p:nvSpPr>
        <p:spPr>
          <a:xfrm xmlns:a="http://schemas.openxmlformats.org/drawingml/2006/main">
            <a:off x="792538" y="4544568"/>
            <a:ext cx="5077970" cy="266291"/>
          </a:xfrm>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AXIAN Telecom</a:t>
            </a:r>
          </a:p>
        </p:txBody>
      </p:sp>
      <p:sp>
        <p:nvSpPr>
          <p:cNvPr id="5" name="Text Placeholder 4">
            <a:extLst xmlns:a="http://schemas.openxmlformats.org/drawingml/2006/main">
              <a:ext uri="{FF2B5EF4-FFF2-40B4-BE49-F238E27FC236}">
                <a16:creationId xmlns:a16="http://schemas.microsoft.com/office/drawing/2014/main" id="{9B1D9CC3-8ABA-A9A1-EB4E-B31CF42646BD}"/>
              </a:ext>
            </a:extLst>
          </p:cNvPr>
          <p:cNvSpPr>
            <a:spLocks xmlns:a="http://schemas.openxmlformats.org/drawingml/2006/main" noGrp="1"/>
          </p:cNvSpPr>
          <p:nvPr>
            <p:ph type="body" idx="34"/>
          </p:nvPr>
        </p:nvSpPr>
        <p:spPr>
          <a:xfrm xmlns:a="http://schemas.openxmlformats.org/drawingml/2006/main">
            <a:off x="792538" y="4882896"/>
            <a:ext cx="5077970" cy="895181"/>
          </a:xfrm>
        </p:spPr>
        <p:txBody>
          <a:bodyPr xmlns:a="http://schemas.openxmlformats.org/drawingml/2006/main"/>
          <a:lstStyle xmlns:a="http://schemas.openxmlformats.org/drawingml/2006/main"/>
          <a:p xmlns:a="http://schemas.openxmlformats.org/drawingml/2006/main">
            <a:r>
              <a:rPr sz="1125">
                <a:solidFill>
                  <a:srgbClr val="FFFFFF"/>
                </a:solidFill>
              </a:rPr>
              <a:t>Observability &amp; Security team | RFP AXIAN-IT &amp; Network-OBS-2026 | August 2026</a:t>
            </a:r>
          </a:p>
        </p:txBody>
      </p:sp>
      <p:sp>
        <p:nvSpPr>
          <p:cNvPr id="6" name="Slide Number Placeholder 5">
            <a:extLst xmlns:a="http://schemas.openxmlformats.org/drawingml/2006/main">
              <a:ext uri="{FF2B5EF4-FFF2-40B4-BE49-F238E27FC236}">
                <a16:creationId xmlns:a16="http://schemas.microsoft.com/office/drawing/2014/main" id="{9EEDC56F-0800-0133-4357-B9CB97EDF45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p xmlns:a="http://schemas.openxmlformats.org/drawingml/2006/main">
            <a:fld id="{345D60D9-5372-5F40-9443-0F9AE5BDC3C8}" type="slidenum">
              <a:t>28</a:t>
            </a:fld>
          </a:p>
        </p:txBody>
      </p:sp>
      <p:sp>
        <p:nvSpPr>
          <p:cNvPr id="7" name="Footer Placeholder 6">
            <a:extLst xmlns:a="http://schemas.openxmlformats.org/drawingml/2006/main">
              <a:ext uri="{FF2B5EF4-FFF2-40B4-BE49-F238E27FC236}">
                <a16:creationId xmlns:a16="http://schemas.microsoft.com/office/drawing/2014/main" id="{74867CA8-C265-163F-FAEA-29C8C784443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553662864"/>
      </p:ext>
    </p:extLst>
  </p:cSld>
</p:sld>
</file>

<file path=ppt/slides/slide2.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F77E28-0828-5CBF-4757-5950A9F8BFA3}"/>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Safe Harbor</a:t>
            </a:r>
          </a:p>
        </p:txBody>
      </p:sp>
      <p:sp>
        <p:nvSpPr>
          <p:cNvPr id="4" name="Content Placeholder 3">
            <a:extLst xmlns:a="http://schemas.openxmlformats.org/drawingml/2006/main">
              <a:ext uri="{FF2B5EF4-FFF2-40B4-BE49-F238E27FC236}">
                <a16:creationId xmlns:a16="http://schemas.microsoft.com/office/drawing/2014/main" id="{7249283B-96BE-1166-53EB-DB5A241B21D0}"/>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p xmlns:a="http://schemas.openxmlformats.org/drawingml/2006/main">
            <a:r>
              <a:t>This presentation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a:t>
            </a:r>
            <a:br/>
            <a:r>
              <a:t>Oracle Corporation.</a:t>
            </a:r>
          </a:p>
          <a:p xmlns:a="http://schemas.openxmlformats.org/drawingml/2006/main"/>
          <a:p xmlns:a="http://schemas.openxmlformats.org/drawingml/2006/main">
            <a:r>
              <a:t>Statements in this presentation relating to Oracle’s future plans, expectations, beliefs, intentions, and prospects are “forward-looking statements” and are subject to material risks and uncertainties. A detailed discussion of these factors and other risks that affect our business is contained in Oracle’s Securities and Exchange Commission (SEC) filings, including our most recent reports on Form 10-K and Form 10-Q under the heading “Risk Factors.” These filings are available on the SEC’s website or on Oracle’s website at http://www.oracle.com/investor. All information in this presentation is current as of August 2026 and Oracle undertakes no duty to update any statement in light of new information or future events.</a:t>
            </a:r>
          </a:p>
          <a:p xmlns:a="http://schemas.openxmlformats.org/drawingml/2006/main"/>
          <a:p xmlns:a="http://schemas.openxmlformats.org/drawingml/2006/main">
            <a:r>
              <a:t>Some regulatory certifications or registrations to products or services referenced herein are held by Cerner Corporation. Cerner Corporation is a wholly owned subsidiary of Oracle. Cerner Corporation is an ONC-certified health IT developer and a registered medical device manufacturer in the United States and other </a:t>
            </a:r>
            <a:br/>
            <a:r>
              <a:t>jurisdictions worldwide.</a:t>
            </a:r>
          </a:p>
        </p:txBody>
      </p:sp>
      <p:sp>
        <p:nvSpPr>
          <p:cNvPr id="5" name="Slide Number Placeholder 4">
            <a:extLst xmlns:a="http://schemas.openxmlformats.org/drawingml/2006/main">
              <a:ext uri="{FF2B5EF4-FFF2-40B4-BE49-F238E27FC236}">
                <a16:creationId xmlns:a16="http://schemas.microsoft.com/office/drawing/2014/main" id="{B9D8C212-6F01-0338-7A7A-60165984C690}"/>
              </a:ext>
            </a:extLst>
          </p:cNvPr>
          <p:cNvSpPr>
            <a:spLocks xmlns:a="http://schemas.openxmlformats.org/drawingml/2006/main" noGrp="1"/>
          </p:cNvSpPr>
          <p:nvPr>
            <p:ph type="sldNum" idx="4"/>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38</a:t>
            </a:fld>
          </a:p>
        </p:txBody>
      </p:sp>
      <p:sp>
        <p:nvSpPr>
          <p:cNvPr id="6" name="Footer Placeholder 5">
            <a:extLst xmlns:a="http://schemas.openxmlformats.org/drawingml/2006/main">
              <a:ext uri="{FF2B5EF4-FFF2-40B4-BE49-F238E27FC236}">
                <a16:creationId xmlns:a16="http://schemas.microsoft.com/office/drawing/2014/main" id="{B42F0860-A0F9-7888-6CBE-5157D98070E4}"/>
              </a:ext>
            </a:extLst>
          </p:cNvPr>
          <p:cNvSpPr>
            <a:spLocks xmlns:a="http://schemas.openxmlformats.org/drawingml/2006/main" noGrp="1"/>
          </p:cNvSpPr>
          <p:nvPr>
            <p:ph type="ftr" idx="3"/>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444731483"/>
      </p:ext>
    </p:extLst>
  </p:cSld>
</p:sld>
</file>

<file path=ppt/slides/slide3.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796161A-4785-091D-6BAD-E17F65379478}"/>
              </a:ext>
            </a:extLst>
          </p:cNvPr>
          <p:cNvSpPr>
            <a:spLocks xmlns:a="http://schemas.openxmlformats.org/drawingml/2006/main" noGrp="1"/>
          </p:cNvSpPr>
          <p:nvPr>
            <p:ph type="title" idx="0"/>
          </p:nvPr>
        </p:nvSpPr>
        <p:spPr>
          <a:xfrm xmlns:a="http://schemas.openxmlformats.org/drawingml/2006/main">
            <a:off x="768875" y="3017520"/>
            <a:ext cx="10671048" cy="822960"/>
          </a:xfrm>
        </p:spPr>
        <p:txBody>
          <a:bodyPr xmlns:a="http://schemas.openxmlformats.org/drawingml/2006/main"/>
          <a:lstStyle xmlns:a="http://schemas.openxmlformats.org/drawingml/2006/main"/>
          <a:p xmlns:a="http://schemas.openxmlformats.org/drawingml/2006/main">
            <a:r>
              <a:t>Preserve product ownership. Standardize OCI Observability evidence. Validate every commercial assumption.</a:t>
            </a:r>
          </a:p>
        </p:txBody>
      </p:sp>
      <p:sp>
        <p:nvSpPr>
          <p:cNvPr id="3" name="Slide Number Placeholder 2">
            <a:extLst xmlns:a="http://schemas.openxmlformats.org/drawingml/2006/main">
              <a:ext uri="{FF2B5EF4-FFF2-40B4-BE49-F238E27FC236}">
                <a16:creationId xmlns:a16="http://schemas.microsoft.com/office/drawing/2014/main" id="{372428AF-657B-3D71-5D3F-F781598750CA}"/>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107</a:t>
            </a:fld>
          </a:p>
        </p:txBody>
      </p:sp>
      <p:sp>
        <p:nvSpPr>
          <p:cNvPr id="4" name="Footer Placeholder 3">
            <a:extLst xmlns:a="http://schemas.openxmlformats.org/drawingml/2006/main">
              <a:ext uri="{FF2B5EF4-FFF2-40B4-BE49-F238E27FC236}">
                <a16:creationId xmlns:a16="http://schemas.microsoft.com/office/drawing/2014/main" id="{5FABF121-E5C7-318E-CB1F-7E395935F40B}"/>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781474111"/>
      </p:ext>
    </p:extLst>
  </p:cSld>
</p:sld>
</file>

<file path=ppt/slides/slide4.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79BB80-2677-0544-A4E8-8C81E63718D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Three scoped layers, one evidence model</a:t>
            </a:r>
          </a:p>
        </p:txBody>
      </p:sp>
      <p:sp>
        <p:nvSpPr>
          <p:cNvPr id="22" name="Text Placeholder 21">
            <a:extLst xmlns:a="http://schemas.openxmlformats.org/drawingml/2006/main">
              <a:ext uri="{FF2B5EF4-FFF2-40B4-BE49-F238E27FC236}">
                <a16:creationId xmlns:a16="http://schemas.microsoft.com/office/drawing/2014/main" id="{A9D6F848-75F8-FF26-30C6-79B07BA491F1}"/>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r>
              <a:t>OCI Observability fills application, API, customer-managed Kubernetes and log-analysis gaps; product teams retain their platforms and remediation.</a:t>
            </a:r>
          </a:p>
        </p:txBody>
      </p:sp>
      <p:sp>
        <p:nvSpPr>
          <p:cNvPr id="3" name="Content Placeholder 2">
            <a:extLst xmlns:a="http://schemas.openxmlformats.org/drawingml/2006/main">
              <a:ext uri="{FF2B5EF4-FFF2-40B4-BE49-F238E27FC236}">
                <a16:creationId xmlns:a16="http://schemas.microsoft.com/office/drawing/2014/main" id="{FE208D23-1337-8842-A381-F84FEFFC8368}"/>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p xmlns:a="http://schemas.openxmlformats.org/drawingml/2006/main">
            <a:r>
              <a:t>OCI OBSERVABILITY SERVICES</a:t>
            </a:r>
          </a:p>
          <a:p xmlns:a="http://schemas.openxmlformats.org/drawingml/2006/main">
            <a:r>
              <a:t>• Monitoring metrics, alarms and pipeline health</a:t>
            </a:r>
          </a:p>
          <a:p xmlns:a="http://schemas.openxmlformats.org/drawingml/2006/main">
            <a:r>
              <a:t>• Logging and Connector Hub for approved collection/routing</a:t>
            </a:r>
          </a:p>
          <a:p xmlns:a="http://schemas.openxmlformats.org/drawingml/2006/main">
            <a:r>
              <a:t>• Log Analytics active/archive tiers, parsers, dashboards and LoganAI</a:t>
            </a:r>
          </a:p>
          <a:p xmlns:a="http://schemas.openxmlformats.org/drawingml/2006/main">
            <a:r>
              <a:t>• APM/OpenTelemetry traces, topology, browser and synthetics</a:t>
            </a:r>
          </a:p>
          <a:p xmlns:a="http://schemas.openxmlformats.org/drawingml/2006/main">
            <a:r>
              <a:t>• Notifications for approved HTTPS/email alarm delivery</a:t>
            </a:r>
          </a:p>
        </p:txBody>
      </p:sp>
      <p:sp>
        <p:nvSpPr>
          <p:cNvPr id="4" name="Content Placeholder 3">
            <a:extLst xmlns:a="http://schemas.openxmlformats.org/drawingml/2006/main">
              <a:ext uri="{FF2B5EF4-FFF2-40B4-BE49-F238E27FC236}">
                <a16:creationId xmlns:a16="http://schemas.microsoft.com/office/drawing/2014/main" id="{1BF7E6DE-6CC2-196D-7EAF-7F4A84EA6FC2}"/>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p xmlns:a="http://schemas.openxmlformats.org/drawingml/2006/main">
            <a:r>
              <a:t>MANUAL COLLECTION + EXTERNAL BOUNDARIES</a:t>
            </a:r>
          </a:p>
          <a:p xmlns:a="http://schemas.openxmlformats.org/drawingml/2006/main">
            <a:r>
              <a:t>• Customer-managed Kubernetes uses manual Helm/manifests deployment</a:t>
            </a:r>
          </a:p>
          <a:p xmlns:a="http://schemas.openxmlformats.org/drawingml/2006/main">
            <a:r>
              <a:t>• Management Agent/Gateway supports approved hybrid sources</a:t>
            </a:r>
          </a:p>
          <a:p xmlns:a="http://schemas.openxmlformats.org/drawingml/2006/main">
            <a:r>
              <a:t>• Product teams own access, instrumentation, upgrades and remediation</a:t>
            </a:r>
          </a:p>
          <a:p xmlns:a="http://schemas.openxmlformats.org/drawingml/2006/main">
            <a:r>
              <a:t>• External assurance, ITSM and database tooling are out of scope</a:t>
            </a:r>
          </a:p>
          <a:p xmlns:a="http://schemas.openxmlformats.org/drawingml/2006/main">
            <a:r>
              <a:t>• Optional GenAI correlation belongs to the OCI AI Team</a:t>
            </a:r>
          </a:p>
        </p:txBody>
      </p:sp>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18"/>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88</a:t>
            </a:fld>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17"/>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4090066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24372CF-F2B9-1A4C-8624-1DB0C79D13A9}"/>
              </a:ext>
            </a:extLst>
          </p:cNvPr>
          <p:cNvSpPr>
            <a:spLocks xmlns:a="http://schemas.openxmlformats.org/drawingml/2006/main" noGrp="1"/>
          </p:cNvSpPr>
          <p:nvPr>
            <p:ph type="title" idx="0"/>
          </p:nvPr>
        </p:nvSpPr>
        <p:spPr>
          <a:xfrm xmlns:a="http://schemas.openxmlformats.org/drawingml/2006/main">
            <a:off x="761998" y="2471026"/>
            <a:ext cx="4846320" cy="822960"/>
          </a:xfrm>
        </p:spPr>
        <p:txBody>
          <a:bodyPr xmlns:a="http://schemas.openxmlformats.org/drawingml/2006/main"/>
          <a:lstStyle xmlns:a="http://schemas.openxmlformats.org/drawingml/2006/main"/>
          <a:p xmlns:a="http://schemas.openxmlformats.org/drawingml/2006/main">
            <a:r>
              <a:t>OCI Observability evidence plane, product-owned action</a:t>
            </a:r>
          </a:p>
        </p:txBody>
      </p:sp>
      <p:sp>
        <p:nvSpPr>
          <p:cNvPr id="3" name="Text Placeholder 2">
            <a:extLst xmlns:a="http://schemas.openxmlformats.org/drawingml/2006/main">
              <a:ext uri="{FF2B5EF4-FFF2-40B4-BE49-F238E27FC236}">
                <a16:creationId xmlns:a16="http://schemas.microsoft.com/office/drawing/2014/main" id="{BB6945CB-1DA1-1AC6-4504-B57F98F15241}"/>
              </a:ext>
            </a:extLst>
          </p:cNvPr>
          <p:cNvSpPr>
            <a:spLocks xmlns:a="http://schemas.openxmlformats.org/drawingml/2006/main" noGrp="1"/>
          </p:cNvSpPr>
          <p:nvPr>
            <p:ph type="body" idx="24"/>
          </p:nvPr>
        </p:nvSpPr>
        <p:spPr>
          <a:xfrm xmlns:a="http://schemas.openxmlformats.org/drawingml/2006/main">
            <a:off x="762000" y="3564014"/>
            <a:ext cx="4846320" cy="1228119"/>
          </a:xfrm>
        </p:spPr>
        <p:txBody>
          <a:bodyPr xmlns:a="http://schemas.openxmlformats.org/drawingml/2006/main"/>
          <a:lstStyle xmlns:a="http://schemas.openxmlformats.org/drawingml/2006/main"/>
          <a:p xmlns:a="http://schemas.openxmlformats.org/drawingml/2006/main">
            <a:r>
              <a:t>Solid flow: telemetry and evidence. Dashed flow: optional advisory correlation. External products and production actions remain product-team owned.</a:t>
            </a:r>
          </a:p>
        </p:txBody>
      </p:sp>
      <p:sp>
        <p:nvSpPr>
          <p:cNvPr id="4" name="Slide Number Placeholder 3">
            <a:extLst xmlns:a="http://schemas.openxmlformats.org/drawingml/2006/main">
              <a:ext uri="{FF2B5EF4-FFF2-40B4-BE49-F238E27FC236}">
                <a16:creationId xmlns:a16="http://schemas.microsoft.com/office/drawing/2014/main" id="{886B5358-2E99-DED7-30EE-FA12D90C2F0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104</a:t>
            </a:fld>
          </a:p>
        </p:txBody>
      </p:sp>
      <p:sp>
        <p:nvSpPr>
          <p:cNvPr id="5" name="Footer Placeholder 4">
            <a:extLst xmlns:a="http://schemas.openxmlformats.org/drawingml/2006/main">
              <a:ext uri="{FF2B5EF4-FFF2-40B4-BE49-F238E27FC236}">
                <a16:creationId xmlns:a16="http://schemas.microsoft.com/office/drawing/2014/main" id="{FBD6D9FA-1DBB-051A-0647-C96E692AE8EE}"/>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8" name="Rounded Rectangle 127">
            <a:extLst xmlns:a="http://schemas.openxmlformats.org/drawingml/2006/main">
              <a:ext uri="{FF2B5EF4-FFF2-40B4-BE49-F238E27FC236}">
                <a16:creationId xmlns:a16="http://schemas.microsoft.com/office/drawing/2014/main" id="{CA57B187-8732-B723-1BCD-9F5244823ACA}"/>
              </a:ext>
            </a:extLst>
          </p:cNvPr>
          <p:cNvSpPr>
            <a:spLocks xmlns:a="http://schemas.openxmlformats.org/drawingml/2006/main" noGrp="1"/>
          </p:cNvSpPr>
          <p:nvPr/>
        </p:nvSpPr>
        <p:spPr>
          <a:xfrm xmlns:a="http://schemas.openxmlformats.org/drawingml/2006/main" rot="0" flipH="0" flipV="0">
            <a:off x="9690626" y="821573"/>
            <a:ext cx="1554278" cy="1554278"/>
          </a:xfrm>
          <a:prstGeom xmlns:a="http://schemas.openxmlformats.org/drawingml/2006/main" prst="roundRect">
            <a:avLst>
              <a:gd name="adj" fmla="val 5382"/>
            </a:avLst>
          </a:prstGeom>
          <a:solidFill xmlns:a="http://schemas.openxmlformats.org/drawingml/2006/main">
            <a:srgbClr val="FFF1D6"/>
          </a:solidFill>
          <a:ln xmlns:a="http://schemas.openxmlformats.org/drawingml/2006/main" w="19050">
            <a:solidFill>
              <a:srgbClr val="A56A00"/>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29" name="Rounded Rectangle 128">
            <a:extLst xmlns:a="http://schemas.openxmlformats.org/drawingml/2006/main">
              <a:ext uri="{FF2B5EF4-FFF2-40B4-BE49-F238E27FC236}">
                <a16:creationId xmlns:a16="http://schemas.microsoft.com/office/drawing/2014/main" id="{F558018C-7B3F-FFED-572C-ED23A4523F54}"/>
              </a:ext>
            </a:extLst>
          </p:cNvPr>
          <p:cNvSpPr>
            <a:spLocks xmlns:a="http://schemas.openxmlformats.org/drawingml/2006/main" noGrp="1"/>
          </p:cNvSpPr>
          <p:nvPr/>
        </p:nvSpPr>
        <p:spPr>
          <a:xfrm xmlns:a="http://schemas.openxmlformats.org/drawingml/2006/main" rot="0" flipH="0" flipV="0">
            <a:off x="9843026" y="2509162"/>
            <a:ext cx="1554278" cy="1554278"/>
          </a:xfrm>
          <a:prstGeom xmlns:a="http://schemas.openxmlformats.org/drawingml/2006/main" prst="roundRect">
            <a:avLst>
              <a:gd name="adj" fmla="val 5382"/>
            </a:avLst>
          </a:prstGeom>
          <a:solidFill xmlns:a="http://schemas.openxmlformats.org/drawingml/2006/main">
            <a:srgbClr val="F3ECFA"/>
          </a:solidFill>
          <a:ln xmlns:a="http://schemas.openxmlformats.org/drawingml/2006/main" w="19050">
            <a:solidFill>
              <a:srgbClr val="6C3BAA"/>
            </a:solidFill>
            <a:prstDash val="solid"/>
          </a:ln>
        </p:spPr>
        <p:txBody>
          <a:bodyPr xmlns:a="http://schemas.openxmlformats.org/drawingml/2006/main" anchor="ctr"/>
          <a:lstStyle xmlns:a="http://schemas.openxmlformats.org/drawingml/2006/main"/>
          <a:p xmlns:a="http://schemas.openxmlformats.org/drawingml/2006/main">
            <a:pPr algn="ctr" defTabSz="1218971">
              <a:buNone/>
            </a:pPr>
            <a:r>
              <a:rPr sz="2400">
                <a:solidFill>
                  <a:schemeClr val="bg1"/>
                </a:solidFill>
                <a:latin typeface="Oracle Sans"/>
                <a:ea typeface="Oracle Sans"/>
                <a:cs typeface="Oracle Sans"/>
              </a:rPr>
              <a:t> </a:t>
            </a:r>
          </a:p>
        </p:txBody>
      </p:sp>
      <p:sp>
        <p:nvSpPr>
          <p:cNvPr id="130" name="Rounded Rectangle 129">
            <a:extLst xmlns:a="http://schemas.openxmlformats.org/drawingml/2006/main">
              <a:ext uri="{FF2B5EF4-FFF2-40B4-BE49-F238E27FC236}">
                <a16:creationId xmlns:a16="http://schemas.microsoft.com/office/drawing/2014/main" id="{F83EB79E-7B2D-F518-2A67-7B148D6DCEA9}"/>
              </a:ext>
            </a:extLst>
          </p:cNvPr>
          <p:cNvSpPr>
            <a:spLocks xmlns:a="http://schemas.openxmlformats.org/drawingml/2006/main" noGrp="1"/>
          </p:cNvSpPr>
          <p:nvPr/>
        </p:nvSpPr>
        <p:spPr>
          <a:xfrm xmlns:a="http://schemas.openxmlformats.org/drawingml/2006/main" rot="0" flipH="0" flipV="0">
            <a:off x="9843026" y="4196751"/>
            <a:ext cx="1554278" cy="1554278"/>
          </a:xfrm>
          <a:prstGeom xmlns:a="http://schemas.openxmlformats.org/drawingml/2006/main" prst="roundRect">
            <a:avLst>
              <a:gd name="adj" fmla="val 5382"/>
            </a:avLst>
          </a:prstGeom>
          <a:solidFill xmlns:a="http://schemas.openxmlformats.org/drawingml/2006/main">
            <a:srgbClr val="E9F7F0"/>
          </a:solidFill>
          <a:ln xmlns:a="http://schemas.openxmlformats.org/drawingml/2006/main" w="19050">
            <a:solidFill>
              <a:srgbClr val="1B8753"/>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1" name="Rounded Rectangle 130">
            <a:extLst xmlns:a="http://schemas.openxmlformats.org/drawingml/2006/main">
              <a:ext uri="{FF2B5EF4-FFF2-40B4-BE49-F238E27FC236}">
                <a16:creationId xmlns:a16="http://schemas.microsoft.com/office/drawing/2014/main" id="{A0814477-F258-B601-D58D-AF9D4E9920E0}"/>
              </a:ext>
            </a:extLst>
          </p:cNvPr>
          <p:cNvSpPr>
            <a:spLocks xmlns:a="http://schemas.openxmlformats.org/drawingml/2006/main" noGrp="1"/>
          </p:cNvSpPr>
          <p:nvPr/>
        </p:nvSpPr>
        <p:spPr>
          <a:xfrm xmlns:a="http://schemas.openxmlformats.org/drawingml/2006/main" rot="0" flipH="0" flipV="0">
            <a:off x="6151715" y="821573"/>
            <a:ext cx="1554278" cy="1554278"/>
          </a:xfrm>
          <a:prstGeom xmlns:a="http://schemas.openxmlformats.org/drawingml/2006/main" prst="roundRect">
            <a:avLst>
              <a:gd name="adj" fmla="val 4514"/>
            </a:avLst>
          </a:prstGeom>
          <a:solidFill xmlns:a="http://schemas.openxmlformats.org/drawingml/2006/main">
            <a:srgbClr val="FFF8F3"/>
          </a:solidFill>
          <a:ln xmlns:a="http://schemas.openxmlformats.org/drawingml/2006/main" w="19050">
            <a:solidFill>
              <a:srgbClr val="C74634"/>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2" name="Rounded Rectangle 131">
            <a:extLst xmlns:a="http://schemas.openxmlformats.org/drawingml/2006/main">
              <a:ext uri="{FF2B5EF4-FFF2-40B4-BE49-F238E27FC236}">
                <a16:creationId xmlns:a16="http://schemas.microsoft.com/office/drawing/2014/main" id="{375A6463-AD7F-5998-E6F3-EE04F551122A}"/>
              </a:ext>
            </a:extLst>
          </p:cNvPr>
          <p:cNvSpPr>
            <a:spLocks xmlns:a="http://schemas.openxmlformats.org/drawingml/2006/main" noGrp="1"/>
          </p:cNvSpPr>
          <p:nvPr/>
        </p:nvSpPr>
        <p:spPr>
          <a:xfrm xmlns:a="http://schemas.openxmlformats.org/drawingml/2006/main" rot="0" flipH="0" flipV="0">
            <a:off x="7921533" y="821573"/>
            <a:ext cx="1554278" cy="1554278"/>
          </a:xfrm>
          <a:prstGeom xmlns:a="http://schemas.openxmlformats.org/drawingml/2006/main" prst="roundRect">
            <a:avLst>
              <a:gd name="adj" fmla="val 5382"/>
            </a:avLst>
          </a:prstGeom>
          <a:solidFill xmlns:a="http://schemas.openxmlformats.org/drawingml/2006/main">
            <a:srgbClr val="EAF2FC"/>
          </a:solidFill>
          <a:ln xmlns:a="http://schemas.openxmlformats.org/drawingml/2006/main" w="19050">
            <a:solidFill>
              <a:srgbClr val="1B6AC9"/>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3" name="Rounded Rectangle 132">
            <a:extLst xmlns:a="http://schemas.openxmlformats.org/drawingml/2006/main">
              <a:ext uri="{FF2B5EF4-FFF2-40B4-BE49-F238E27FC236}">
                <a16:creationId xmlns:a16="http://schemas.microsoft.com/office/drawing/2014/main" id="{FC2623CD-DD50-D50E-7A78-2C9129A779BB}"/>
              </a:ext>
            </a:extLst>
          </p:cNvPr>
          <p:cNvSpPr>
            <a:spLocks xmlns:a="http://schemas.openxmlformats.org/drawingml/2006/main" noGrp="1"/>
          </p:cNvSpPr>
          <p:nvPr/>
        </p:nvSpPr>
        <p:spPr>
          <a:xfrm xmlns:a="http://schemas.openxmlformats.org/drawingml/2006/main" rot="0" flipH="0" flipV="0">
            <a:off x="7921533" y="2509162"/>
            <a:ext cx="1554278" cy="1554278"/>
          </a:xfrm>
          <a:prstGeom xmlns:a="http://schemas.openxmlformats.org/drawingml/2006/main" prst="roundRect">
            <a:avLst>
              <a:gd name="adj" fmla="val 5382"/>
            </a:avLst>
          </a:prstGeom>
          <a:solidFill xmlns:a="http://schemas.openxmlformats.org/drawingml/2006/main">
            <a:srgbClr val="F3ECFA"/>
          </a:solidFill>
          <a:ln xmlns:a="http://schemas.openxmlformats.org/drawingml/2006/main" w="19050">
            <a:solidFill>
              <a:srgbClr val="6C3BAA"/>
            </a:solidFill>
            <a:prstDash val="solid"/>
          </a:ln>
        </p:spPr>
        <p:txBody>
          <a:bodyPr xmlns:a="http://schemas.openxmlformats.org/drawingml/2006/main" anchor="ctr"/>
          <a:lstStyle xmlns:a="http://schemas.openxmlformats.org/drawingml/2006/main"/>
          <a:p xmlns:a="http://schemas.openxmlformats.org/drawingml/2006/main">
            <a:pPr algn="ctr" defTabSz="1218971">
              <a:buNone/>
            </a:pPr>
            <a:r>
              <a:rPr sz="2400">
                <a:solidFill>
                  <a:schemeClr val="bg1"/>
                </a:solidFill>
                <a:latin typeface="Oracle Sans"/>
                <a:ea typeface="Oracle Sans"/>
                <a:cs typeface="Oracle Sans"/>
              </a:rPr>
              <a:t> </a:t>
            </a:r>
          </a:p>
        </p:txBody>
      </p:sp>
      <p:sp>
        <p:nvSpPr>
          <p:cNvPr id="134" name="Rounded Rectangle 133">
            <a:extLst xmlns:a="http://schemas.openxmlformats.org/drawingml/2006/main">
              <a:ext uri="{FF2B5EF4-FFF2-40B4-BE49-F238E27FC236}">
                <a16:creationId xmlns:a16="http://schemas.microsoft.com/office/drawing/2014/main" id="{734B1590-C407-A30F-E980-2B40FF17C9CA}"/>
              </a:ext>
            </a:extLst>
          </p:cNvPr>
          <p:cNvSpPr>
            <a:spLocks xmlns:a="http://schemas.openxmlformats.org/drawingml/2006/main" noGrp="1"/>
          </p:cNvSpPr>
          <p:nvPr/>
        </p:nvSpPr>
        <p:spPr>
          <a:xfrm xmlns:a="http://schemas.openxmlformats.org/drawingml/2006/main" rot="0" flipH="0" flipV="0">
            <a:off x="6151715" y="2509162"/>
            <a:ext cx="1554278" cy="1554278"/>
          </a:xfrm>
          <a:prstGeom xmlns:a="http://schemas.openxmlformats.org/drawingml/2006/main" prst="roundRect">
            <a:avLst>
              <a:gd name="adj" fmla="val 5382"/>
            </a:avLst>
          </a:prstGeom>
          <a:solidFill xmlns:a="http://schemas.openxmlformats.org/drawingml/2006/main">
            <a:srgbClr val="EAF2FC"/>
          </a:solidFill>
          <a:ln xmlns:a="http://schemas.openxmlformats.org/drawingml/2006/main" w="19050">
            <a:solidFill>
              <a:srgbClr val="1B6AC9"/>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5" name="Rounded Rectangle 134">
            <a:extLst xmlns:a="http://schemas.openxmlformats.org/drawingml/2006/main">
              <a:ext uri="{FF2B5EF4-FFF2-40B4-BE49-F238E27FC236}">
                <a16:creationId xmlns:a16="http://schemas.microsoft.com/office/drawing/2014/main" id="{A1D6FF78-2E1A-3679-4D21-61C3E22003E0}"/>
              </a:ext>
            </a:extLst>
          </p:cNvPr>
          <p:cNvSpPr>
            <a:spLocks xmlns:a="http://schemas.openxmlformats.org/drawingml/2006/main" noGrp="1"/>
          </p:cNvSpPr>
          <p:nvPr/>
        </p:nvSpPr>
        <p:spPr>
          <a:xfrm xmlns:a="http://schemas.openxmlformats.org/drawingml/2006/main" rot="0" flipH="0" flipV="0">
            <a:off x="6151715" y="4196751"/>
            <a:ext cx="1554278" cy="1554278"/>
          </a:xfrm>
          <a:prstGeom xmlns:a="http://schemas.openxmlformats.org/drawingml/2006/main" prst="roundRect">
            <a:avLst>
              <a:gd name="adj" fmla="val 5382"/>
            </a:avLst>
          </a:prstGeom>
          <a:solidFill xmlns:a="http://schemas.openxmlformats.org/drawingml/2006/main">
            <a:srgbClr val="FFF8F3"/>
          </a:solidFill>
          <a:ln xmlns:a="http://schemas.openxmlformats.org/drawingml/2006/main" w="19050">
            <a:solidFill>
              <a:srgbClr val="C74634"/>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6" name="Rounded Rectangle 135">
            <a:extLst xmlns:a="http://schemas.openxmlformats.org/drawingml/2006/main">
              <a:ext uri="{FF2B5EF4-FFF2-40B4-BE49-F238E27FC236}">
                <a16:creationId xmlns:a16="http://schemas.microsoft.com/office/drawing/2014/main" id="{A7A4F0DB-8928-5897-7AC5-B2EBCDBCC2E9}"/>
              </a:ext>
            </a:extLst>
          </p:cNvPr>
          <p:cNvSpPr>
            <a:spLocks xmlns:a="http://schemas.openxmlformats.org/drawingml/2006/main" noGrp="1"/>
          </p:cNvSpPr>
          <p:nvPr/>
        </p:nvSpPr>
        <p:spPr>
          <a:xfrm xmlns:a="http://schemas.openxmlformats.org/drawingml/2006/main" rot="0" flipH="0" flipV="0">
            <a:off x="7921533" y="4196751"/>
            <a:ext cx="1554278" cy="1554278"/>
          </a:xfrm>
          <a:prstGeom xmlns:a="http://schemas.openxmlformats.org/drawingml/2006/main" prst="roundRect">
            <a:avLst>
              <a:gd name="adj" fmla="val 5382"/>
            </a:avLst>
          </a:prstGeom>
          <a:solidFill xmlns:a="http://schemas.openxmlformats.org/drawingml/2006/main">
            <a:srgbClr val="E9F7F0"/>
          </a:solidFill>
          <a:ln xmlns:a="http://schemas.openxmlformats.org/drawingml/2006/main" w="19050">
            <a:solidFill>
              <a:srgbClr val="1B8753"/>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7" name="TextBox 136">
            <a:extLst xmlns:a="http://schemas.openxmlformats.org/drawingml/2006/main">
              <a:ext uri="{FF2B5EF4-FFF2-40B4-BE49-F238E27FC236}">
                <a16:creationId xmlns:a16="http://schemas.microsoft.com/office/drawing/2014/main" id="{39FA4B91-4304-3C2D-98CD-4A69005A5494}"/>
              </a:ext>
            </a:extLst>
          </p:cNvPr>
          <p:cNvSpPr>
            <a:spLocks xmlns:a="http://schemas.openxmlformats.org/drawingml/2006/main" noGrp="1"/>
          </p:cNvSpPr>
          <p:nvPr/>
        </p:nvSpPr>
        <p:spPr>
          <a:xfrm xmlns:a="http://schemas.openxmlformats.org/drawingml/2006/main" rot="0" flipH="0" flipV="0">
            <a:off x="8014226" y="1812173"/>
            <a:ext cx="15085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b="1">
                <a:latin typeface="Oracle Sans"/>
              </a:rPr>
              <a:t>Manual K8s</a:t>
            </a:r>
          </a:p>
          <a:p xmlns:a="http://schemas.openxmlformats.org/drawingml/2006/main">
            <a:r>
              <a:rPr sz="1000" b="1">
                <a:latin typeface="Oracle Sans"/>
              </a:rPr>
              <a:t>+ hybrid collection</a:t>
            </a:r>
          </a:p>
        </p:txBody>
      </p:sp>
      <p:sp>
        <p:nvSpPr>
          <p:cNvPr id="138" name="TextBox 137">
            <a:extLst xmlns:a="http://schemas.openxmlformats.org/drawingml/2006/main">
              <a:ext uri="{FF2B5EF4-FFF2-40B4-BE49-F238E27FC236}">
                <a16:creationId xmlns:a16="http://schemas.microsoft.com/office/drawing/2014/main" id="{305B6BD6-0165-EE9D-D5E8-548A708219B4}"/>
              </a:ext>
            </a:extLst>
          </p:cNvPr>
          <p:cNvSpPr>
            <a:spLocks xmlns:a="http://schemas.openxmlformats.org/drawingml/2006/main" noGrp="1"/>
          </p:cNvSpPr>
          <p:nvPr/>
        </p:nvSpPr>
        <p:spPr>
          <a:xfrm xmlns:a="http://schemas.openxmlformats.org/drawingml/2006/main" rot="0" flipH="0" flipV="0">
            <a:off x="6063304" y="3488573"/>
            <a:ext cx="15085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b="1">
                <a:latin typeface="Oracle Sans"/>
              </a:rPr>
              <a:t>OCI Observability</a:t>
            </a:r>
          </a:p>
        </p:txBody>
      </p:sp>
      <p:sp>
        <p:nvSpPr>
          <p:cNvPr id="139" name="TextBox 138">
            <a:extLst xmlns:a="http://schemas.openxmlformats.org/drawingml/2006/main">
              <a:ext uri="{FF2B5EF4-FFF2-40B4-BE49-F238E27FC236}">
                <a16:creationId xmlns:a16="http://schemas.microsoft.com/office/drawing/2014/main" id="{0CAF542E-4E0E-0EA5-604E-6E8D7C3AC55D}"/>
              </a:ext>
            </a:extLst>
          </p:cNvPr>
          <p:cNvSpPr>
            <a:spLocks xmlns:a="http://schemas.openxmlformats.org/drawingml/2006/main" noGrp="1"/>
          </p:cNvSpPr>
          <p:nvPr/>
        </p:nvSpPr>
        <p:spPr>
          <a:xfrm xmlns:a="http://schemas.openxmlformats.org/drawingml/2006/main" rot="0" flipH="0" flipV="0">
            <a:off x="6063304" y="1812173"/>
            <a:ext cx="15085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b="1">
                <a:latin typeface="Oracle Sans"/>
              </a:rPr>
              <a:t>Sources</a:t>
            </a:r>
          </a:p>
          <a:p xmlns:a="http://schemas.openxmlformats.org/drawingml/2006/main">
            <a:r>
              <a:rPr sz="1000" b="1">
                <a:latin typeface="Oracle Sans"/>
              </a:rPr>
              <a:t>Product-owned</a:t>
            </a:r>
          </a:p>
        </p:txBody>
      </p:sp>
      <p:sp>
        <p:nvSpPr>
          <p:cNvPr id="140" name="TextBox 139">
            <a:extLst xmlns:a="http://schemas.openxmlformats.org/drawingml/2006/main">
              <a:ext uri="{FF2B5EF4-FFF2-40B4-BE49-F238E27FC236}">
                <a16:creationId xmlns:a16="http://schemas.microsoft.com/office/drawing/2014/main" id="{AADB8180-2C96-BB74-0A1E-34BE0DE8C999}"/>
              </a:ext>
            </a:extLst>
          </p:cNvPr>
          <p:cNvSpPr>
            <a:spLocks xmlns:a="http://schemas.openxmlformats.org/drawingml/2006/main" noGrp="1"/>
          </p:cNvSpPr>
          <p:nvPr/>
        </p:nvSpPr>
        <p:spPr>
          <a:xfrm xmlns:a="http://schemas.openxmlformats.org/drawingml/2006/main" rot="0" flipH="0" flipV="0">
            <a:off x="9870778" y="3488574"/>
            <a:ext cx="15085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b="1">
                <a:latin typeface="Oracle Sans"/>
              </a:rPr>
              <a:t>Optional GenAI</a:t>
            </a:r>
          </a:p>
          <a:p xmlns:a="http://schemas.openxmlformats.org/drawingml/2006/main">
            <a:r>
              <a:rPr sz="1000" b="1">
                <a:latin typeface="Oracle Sans"/>
              </a:rPr>
              <a:t>OCI AI Team</a:t>
            </a:r>
          </a:p>
        </p:txBody>
      </p:sp>
      <p:sp>
        <p:nvSpPr>
          <p:cNvPr id="141" name="TextBox 140">
            <a:extLst xmlns:a="http://schemas.openxmlformats.org/drawingml/2006/main">
              <a:ext uri="{FF2B5EF4-FFF2-40B4-BE49-F238E27FC236}">
                <a16:creationId xmlns:a16="http://schemas.microsoft.com/office/drawing/2014/main" id="{0AB3E19F-FB28-0A65-28FF-2A52C013CDEB}"/>
              </a:ext>
            </a:extLst>
          </p:cNvPr>
          <p:cNvSpPr>
            <a:spLocks xmlns:a="http://schemas.openxmlformats.org/drawingml/2006/main" noGrp="1"/>
          </p:cNvSpPr>
          <p:nvPr/>
        </p:nvSpPr>
        <p:spPr>
          <a:xfrm xmlns:a="http://schemas.openxmlformats.org/drawingml/2006/main" rot="0" flipH="0" flipV="0">
            <a:off x="9916334" y="5164973"/>
            <a:ext cx="1417452"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b="1">
                <a:latin typeface="Oracle Sans"/>
              </a:rPr>
              <a:t>External ITSM</a:t>
            </a:r>
          </a:p>
          <a:p xmlns:a="http://schemas.openxmlformats.org/drawingml/2006/main">
            <a:r>
              <a:rPr sz="1000" b="1">
                <a:latin typeface="Oracle Sans"/>
              </a:rPr>
              <a:t>Out of scope</a:t>
            </a:r>
          </a:p>
        </p:txBody>
      </p:sp>
      <p:sp>
        <p:nvSpPr>
          <p:cNvPr id="142" name="TextBox 141">
            <a:extLst xmlns:a="http://schemas.openxmlformats.org/drawingml/2006/main">
              <a:ext uri="{FF2B5EF4-FFF2-40B4-BE49-F238E27FC236}">
                <a16:creationId xmlns:a16="http://schemas.microsoft.com/office/drawing/2014/main" id="{5777192D-2DD6-87E4-9E47-109FFC47D1B9}"/>
              </a:ext>
            </a:extLst>
          </p:cNvPr>
          <p:cNvSpPr>
            <a:spLocks xmlns:a="http://schemas.openxmlformats.org/drawingml/2006/main" noGrp="1"/>
          </p:cNvSpPr>
          <p:nvPr/>
        </p:nvSpPr>
        <p:spPr>
          <a:xfrm xmlns:a="http://schemas.openxmlformats.org/drawingml/2006/main" rot="0" flipH="0" flipV="0">
            <a:off x="8014226" y="3488573"/>
            <a:ext cx="1508564"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b="1">
                <a:latin typeface="Oracle Sans"/>
              </a:rPr>
              <a:t>LoganAI</a:t>
            </a:r>
          </a:p>
          <a:p xmlns:a="http://schemas.openxmlformats.org/drawingml/2006/main">
            <a:r>
              <a:rPr sz="1000" b="1">
                <a:latin typeface="Oracle Sans"/>
              </a:rPr>
              <a:t>Analyst assistance</a:t>
            </a:r>
          </a:p>
        </p:txBody>
      </p:sp>
      <p:sp>
        <p:nvSpPr>
          <p:cNvPr id="143" name="TextBox 142">
            <a:extLst xmlns:a="http://schemas.openxmlformats.org/drawingml/2006/main">
              <a:ext uri="{FF2B5EF4-FFF2-40B4-BE49-F238E27FC236}">
                <a16:creationId xmlns:a16="http://schemas.microsoft.com/office/drawing/2014/main" id="{57067F5C-C287-6260-E320-B00FFE71074A}"/>
              </a:ext>
            </a:extLst>
          </p:cNvPr>
          <p:cNvSpPr>
            <a:spLocks xmlns:a="http://schemas.openxmlformats.org/drawingml/2006/main" noGrp="1"/>
          </p:cNvSpPr>
          <p:nvPr/>
        </p:nvSpPr>
        <p:spPr>
          <a:xfrm xmlns:a="http://schemas.openxmlformats.org/drawingml/2006/main" rot="0" flipH="0" flipV="0">
            <a:off x="8014226" y="5164973"/>
            <a:ext cx="1508564"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b="1">
                <a:latin typeface="Oracle Sans"/>
              </a:rPr>
              <a:t>External workflow</a:t>
            </a:r>
          </a:p>
          <a:p xmlns:a="http://schemas.openxmlformats.org/drawingml/2006/main">
            <a:r>
              <a:rPr sz="1000" b="1">
                <a:latin typeface="Oracle Sans"/>
              </a:rPr>
              <a:t>Out of scope</a:t>
            </a:r>
          </a:p>
        </p:txBody>
      </p:sp>
      <p:sp>
        <p:nvSpPr>
          <p:cNvPr id="144" name="TextBox 143">
            <a:extLst xmlns:a="http://schemas.openxmlformats.org/drawingml/2006/main">
              <a:ext uri="{FF2B5EF4-FFF2-40B4-BE49-F238E27FC236}">
                <a16:creationId xmlns:a16="http://schemas.microsoft.com/office/drawing/2014/main" id="{2F9952D7-30BB-EE10-1247-9C4A39F8E0D9}"/>
              </a:ext>
            </a:extLst>
          </p:cNvPr>
          <p:cNvSpPr>
            <a:spLocks xmlns:a="http://schemas.openxmlformats.org/drawingml/2006/main" noGrp="1"/>
          </p:cNvSpPr>
          <p:nvPr/>
        </p:nvSpPr>
        <p:spPr>
          <a:xfrm xmlns:a="http://schemas.openxmlformats.org/drawingml/2006/main" rot="0" flipH="0" flipV="0">
            <a:off x="9870778" y="1812173"/>
            <a:ext cx="1508564"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b="1">
                <a:latin typeface="Oracle Sans"/>
              </a:rPr>
              <a:t>Curated evidence</a:t>
            </a:r>
          </a:p>
          <a:p xmlns:a="http://schemas.openxmlformats.org/drawingml/2006/main">
            <a:r>
              <a:rPr sz="1000" b="1">
                <a:latin typeface="Oracle Sans"/>
              </a:rPr>
              <a:t>Documented APIs</a:t>
            </a:r>
          </a:p>
        </p:txBody>
      </p:sp>
      <p:sp>
        <p:nvSpPr>
          <p:cNvPr id="154" name="TextBox 153">
            <a:extLst xmlns:a="http://schemas.openxmlformats.org/drawingml/2006/main">
              <a:ext uri="{FF2B5EF4-FFF2-40B4-BE49-F238E27FC236}">
                <a16:creationId xmlns:a16="http://schemas.microsoft.com/office/drawing/2014/main" id="{733D7D77-66B0-9948-8CE2-4F6237B2E9BD}"/>
              </a:ext>
            </a:extLst>
          </p:cNvPr>
          <p:cNvSpPr>
            <a:spLocks xmlns:a="http://schemas.openxmlformats.org/drawingml/2006/main" noGrp="1"/>
          </p:cNvSpPr>
          <p:nvPr/>
        </p:nvSpPr>
        <p:spPr>
          <a:xfrm xmlns:a="http://schemas.openxmlformats.org/drawingml/2006/main" rot="0" flipH="0" flipV="0">
            <a:off x="6379884" y="5164973"/>
            <a:ext cx="875405" cy="944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b="1">
                <a:latin typeface="Oracle Sans"/>
              </a:rPr>
              <a:t>External</a:t>
            </a:r>
          </a:p>
          <a:p xmlns:a="http://schemas.openxmlformats.org/drawingml/2006/main">
            <a:r>
              <a:rPr sz="1000" b="1">
                <a:latin typeface="Oracle Sans"/>
              </a:rPr>
              <a:t>Out of scope</a:t>
            </a:r>
          </a:p>
        </p:txBody>
      </p:sp>
      <p:sp>
        <p:nvSpPr>
          <p:cNvPr id="155" name="Rounded Rectangle 154">
            <a:extLst xmlns:a="http://schemas.openxmlformats.org/drawingml/2006/main">
              <a:ext uri="{FF2B5EF4-FFF2-40B4-BE49-F238E27FC236}">
                <a16:creationId xmlns:a16="http://schemas.microsoft.com/office/drawing/2014/main" id="{F5D66AF9-2509-4E5B-10FD-2D297C4E9015}"/>
              </a:ext>
            </a:extLst>
          </p:cNvPr>
          <p:cNvSpPr>
            <a:spLocks xmlns:a="http://schemas.openxmlformats.org/drawingml/2006/main" noGrp="1"/>
          </p:cNvSpPr>
          <p:nvPr/>
        </p:nvSpPr>
        <p:spPr>
          <a:xfrm xmlns:a="http://schemas.openxmlformats.org/drawingml/2006/main" rot="0" flipH="0" flipV="0">
            <a:off x="7197422" y="4379009"/>
            <a:ext cx="365760" cy="182880"/>
          </a:xfrm>
          <a:prstGeom xmlns:a="http://schemas.openxmlformats.org/drawingml/2006/main" prst="roundRect">
            <a:avLst/>
          </a:prstGeom>
          <a:solidFill xmlns:a="http://schemas.openxmlformats.org/drawingml/2006/main">
            <a:srgbClr val="B6774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anchor="ctr"/>
          <a:lstStyle xmlns:a="http://schemas.openxmlformats.org/drawingml/2006/main"/>
          <a:p xmlns:a="http://schemas.openxmlformats.org/drawingml/2006/main">
            <a:pPr algn="ctr">
              <a:buNone/>
            </a:pPr>
            <a:r>
              <a:rPr sz="1000" b="1">
                <a:solidFill>
                  <a:schemeClr val="bg1"/>
                </a:solidFill>
              </a:rPr>
              <a:t/>
            </a:r>
          </a:p>
        </p:txBody>
      </p:sp>
      <p:sp>
        <p:nvSpPr>
          <p:cNvPr id="158" name="Straight Connector 157">
            <a:extLst xmlns:a="http://schemas.openxmlformats.org/drawingml/2006/main">
              <a:ext uri="{FF2B5EF4-FFF2-40B4-BE49-F238E27FC236}">
                <a16:creationId xmlns:a16="http://schemas.microsoft.com/office/drawing/2014/main" id="{EC677A4C-456F-4B17-8018-93F33172D5F1}"/>
              </a:ext>
            </a:extLst>
          </p:cNvPr>
          <p:cNvSpPr>
            <a:spLocks xmlns:a="http://schemas.openxmlformats.org/drawingml/2006/main" noGrp="1"/>
          </p:cNvSpPr>
          <p:nvPr/>
        </p:nvSpPr>
        <p:spPr>
          <a:xfrm xmlns:a="http://schemas.openxmlformats.org/drawingml/2006/main" rot="5400000" flipH="0" flipV="0">
            <a:off x="8760784" y="-320692"/>
            <a:ext cx="0" cy="5577840"/>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59" name="Straight Connector 158">
            <a:extLst xmlns:a="http://schemas.openxmlformats.org/drawingml/2006/main">
              <a:ext uri="{FF2B5EF4-FFF2-40B4-BE49-F238E27FC236}">
                <a16:creationId xmlns:a16="http://schemas.microsoft.com/office/drawing/2014/main" id="{7F6E5DC1-869D-43B7-B529-F7C898DDF24E}"/>
              </a:ext>
            </a:extLst>
          </p:cNvPr>
          <p:cNvSpPr>
            <a:spLocks xmlns:a="http://schemas.openxmlformats.org/drawingml/2006/main" noGrp="1"/>
          </p:cNvSpPr>
          <p:nvPr/>
        </p:nvSpPr>
        <p:spPr>
          <a:xfrm xmlns:a="http://schemas.openxmlformats.org/drawingml/2006/main" rot="5400000" flipH="0" flipV="0">
            <a:off x="8760784" y="1365332"/>
            <a:ext cx="0" cy="5577840"/>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60" name="Straight Connector 159">
            <a:extLst xmlns:a="http://schemas.openxmlformats.org/drawingml/2006/main">
              <a:ext uri="{FF2B5EF4-FFF2-40B4-BE49-F238E27FC236}">
                <a16:creationId xmlns:a16="http://schemas.microsoft.com/office/drawing/2014/main" id="{150D4143-7ECA-4626-BDAA-F4BA9245187A}"/>
              </a:ext>
            </a:extLst>
          </p:cNvPr>
          <p:cNvSpPr>
            <a:spLocks xmlns:a="http://schemas.openxmlformats.org/drawingml/2006/main" noGrp="1"/>
          </p:cNvSpPr>
          <p:nvPr/>
        </p:nvSpPr>
        <p:spPr>
          <a:xfrm xmlns:a="http://schemas.openxmlformats.org/drawingml/2006/main" rot="0" flipH="0" flipV="0">
            <a:off x="7830455" y="1072714"/>
            <a:ext cx="0" cy="4749293"/>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61" name="Straight Connector 160">
            <a:extLst xmlns:a="http://schemas.openxmlformats.org/drawingml/2006/main">
              <a:ext uri="{FF2B5EF4-FFF2-40B4-BE49-F238E27FC236}">
                <a16:creationId xmlns:a16="http://schemas.microsoft.com/office/drawing/2014/main" id="{EC7E039D-A415-4C65-92CD-C1B7DB8DF93E}"/>
              </a:ext>
            </a:extLst>
          </p:cNvPr>
          <p:cNvSpPr>
            <a:spLocks xmlns:a="http://schemas.openxmlformats.org/drawingml/2006/main" noGrp="1"/>
          </p:cNvSpPr>
          <p:nvPr/>
        </p:nvSpPr>
        <p:spPr>
          <a:xfrm xmlns:a="http://schemas.openxmlformats.org/drawingml/2006/main" rot="0" flipH="0" flipV="0">
            <a:off x="9697237" y="1072714"/>
            <a:ext cx="0" cy="4749293"/>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62" name="Diamond 161">
            <a:extLst xmlns:a="http://schemas.openxmlformats.org/drawingml/2006/main">
              <a:ext uri="{FF2B5EF4-FFF2-40B4-BE49-F238E27FC236}">
                <a16:creationId xmlns:a16="http://schemas.microsoft.com/office/drawing/2014/main" id="{DFE373C5-1F84-8CFE-26FA-3505EC4882F9}"/>
              </a:ext>
            </a:extLst>
          </p:cNvPr>
          <p:cNvSpPr>
            <a:spLocks xmlns:a="http://schemas.openxmlformats.org/drawingml/2006/main" noGrp="1"/>
          </p:cNvSpPr>
          <p:nvPr/>
        </p:nvSpPr>
        <p:spPr>
          <a:xfrm xmlns:a="http://schemas.openxmlformats.org/drawingml/2006/main" rot="0" flipH="0" flipV="0">
            <a:off x="7691731" y="2331068"/>
            <a:ext cx="277449" cy="274320"/>
          </a:xfrm>
          <a:prstGeom xmlns:a="http://schemas.openxmlformats.org/drawingml/2006/main" prst="diamond">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Diamond 162">
            <a:extLst xmlns:a="http://schemas.openxmlformats.org/drawingml/2006/main">
              <a:ext uri="{FF2B5EF4-FFF2-40B4-BE49-F238E27FC236}">
                <a16:creationId xmlns:a16="http://schemas.microsoft.com/office/drawing/2014/main" id="{94645641-A2F3-7F13-04C3-9260958F6B70}"/>
              </a:ext>
            </a:extLst>
          </p:cNvPr>
          <p:cNvSpPr>
            <a:spLocks xmlns:a="http://schemas.openxmlformats.org/drawingml/2006/main" noGrp="1"/>
          </p:cNvSpPr>
          <p:nvPr/>
        </p:nvSpPr>
        <p:spPr>
          <a:xfrm xmlns:a="http://schemas.openxmlformats.org/drawingml/2006/main" rot="0" flipH="0" flipV="0">
            <a:off x="9558513" y="2331068"/>
            <a:ext cx="277449" cy="274320"/>
          </a:xfrm>
          <a:prstGeom xmlns:a="http://schemas.openxmlformats.org/drawingml/2006/main" prst="diamond">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Diamond 163">
            <a:extLst xmlns:a="http://schemas.openxmlformats.org/drawingml/2006/main">
              <a:ext uri="{FF2B5EF4-FFF2-40B4-BE49-F238E27FC236}">
                <a16:creationId xmlns:a16="http://schemas.microsoft.com/office/drawing/2014/main" id="{23A5F9F8-8B4C-8CEB-BE92-06843AF59143}"/>
              </a:ext>
            </a:extLst>
          </p:cNvPr>
          <p:cNvSpPr>
            <a:spLocks xmlns:a="http://schemas.openxmlformats.org/drawingml/2006/main" noGrp="1"/>
          </p:cNvSpPr>
          <p:nvPr/>
        </p:nvSpPr>
        <p:spPr>
          <a:xfrm xmlns:a="http://schemas.openxmlformats.org/drawingml/2006/main" rot="0" flipH="0" flipV="0">
            <a:off x="7691731" y="4017092"/>
            <a:ext cx="277449" cy="274320"/>
          </a:xfrm>
          <a:prstGeom xmlns:a="http://schemas.openxmlformats.org/drawingml/2006/main" prst="diamond">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Diamond 164">
            <a:extLst xmlns:a="http://schemas.openxmlformats.org/drawingml/2006/main">
              <a:ext uri="{FF2B5EF4-FFF2-40B4-BE49-F238E27FC236}">
                <a16:creationId xmlns:a16="http://schemas.microsoft.com/office/drawing/2014/main" id="{A8777E6C-48C4-7748-D41A-579EEAFBEF62}"/>
              </a:ext>
            </a:extLst>
          </p:cNvPr>
          <p:cNvSpPr>
            <a:spLocks xmlns:a="http://schemas.openxmlformats.org/drawingml/2006/main" noGrp="1"/>
          </p:cNvSpPr>
          <p:nvPr/>
        </p:nvSpPr>
        <p:spPr>
          <a:xfrm xmlns:a="http://schemas.openxmlformats.org/drawingml/2006/main" rot="0" flipH="0" flipV="0">
            <a:off x="9558513" y="4017092"/>
            <a:ext cx="277449" cy="274320"/>
          </a:xfrm>
          <a:prstGeom xmlns:a="http://schemas.openxmlformats.org/drawingml/2006/main" prst="diamond">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ounded Rectangle 156">
            <a:extLst xmlns:a="http://schemas.openxmlformats.org/drawingml/2006/main">
              <a:ext uri="{FF2B5EF4-FFF2-40B4-BE49-F238E27FC236}">
                <a16:creationId xmlns:a16="http://schemas.microsoft.com/office/drawing/2014/main" id="{883C6390-6482-E0FC-DAAA-A8FB9D5B735E}"/>
              </a:ext>
            </a:extLst>
          </p:cNvPr>
          <p:cNvSpPr>
            <a:spLocks xmlns:a="http://schemas.openxmlformats.org/drawingml/2006/main" noGrp="1"/>
          </p:cNvSpPr>
          <p:nvPr/>
        </p:nvSpPr>
        <p:spPr>
          <a:xfrm xmlns:a="http://schemas.openxmlformats.org/drawingml/2006/main" rot="0" flipH="0" flipV="0">
            <a:off x="5692286" y="612875"/>
            <a:ext cx="6152444" cy="5362222"/>
          </a:xfrm>
          <a:prstGeom xmlns:a="http://schemas.openxmlformats.org/drawingml/2006/main" prst="roundRect">
            <a:avLst>
              <a:gd name="adj" fmla="val 1479"/>
            </a:avLst>
          </a:prstGeom>
          <a:noFill xmlns:a="http://schemas.openxmlformats.org/drawingml/2006/main"/>
          <a:ln xmlns:a="http://schemas.openxmlformats.org/drawingml/2006/main" w="38100">
            <a:solidFill>
              <a:srgbClr val="F1B13F"/>
            </a:solidFill>
            <a:prstDash val="sysDash"/>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r>
              <a:rPr>
                <a:solidFill>
                  <a:schemeClr val="tx1"/>
                </a:solidFill>
              </a:rPr>
              <a:t/>
            </a:r>
          </a:p>
        </p:txBody>
      </p:sp>
    </p:spTree>
    <p:extLst>
      <p:ext uri="{BB962C8B-B14F-4D97-AF65-F5344CB8AC3E}">
        <p14:creationId xmlns:p14="http://schemas.microsoft.com/office/powerpoint/2010/main" val="1234381365"/>
      </p:ext>
    </p:extLst>
  </p:cSld>
</p:sld>
</file>

<file path=ppt/slides/slide6.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A714A4-F952-92BC-C34F-4CE321246B7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Coverage aligned to the Observability &amp; Security remit</a:t>
            </a:r>
          </a:p>
        </p:txBody>
      </p:sp>
      <p:sp>
        <p:nvSpPr>
          <p:cNvPr id="7" name="Text Placeholder 6">
            <a:extLst xmlns:a="http://schemas.openxmlformats.org/drawingml/2006/main">
              <a:ext uri="{FF2B5EF4-FFF2-40B4-BE49-F238E27FC236}">
                <a16:creationId xmlns:a16="http://schemas.microsoft.com/office/drawing/2014/main" id="{0FC6BCBF-6215-810B-0B9B-6E0C0F4366BB}"/>
              </a:ext>
            </a:extLst>
          </p:cNvPr>
          <p:cNvSpPr>
            <a:spLocks xmlns:a="http://schemas.openxmlformats.org/drawingml/2006/main" noGrp="1"/>
          </p:cNvSpPr>
          <p:nvPr>
            <p:ph type="body" idx="25"/>
          </p:nvPr>
        </p:nvSpPr>
        <p:spPr>
          <a:xfrm xmlns:a="http://schemas.openxmlformats.org/drawingml/2006/main">
            <a:off x="904875" y="1905000"/>
            <a:ext cx="2476500" cy="571500"/>
          </a:xfrm>
        </p:spPr>
        <p:txBody>
          <a:bodyPr xmlns:a="http://schemas.openxmlformats.org/drawingml/2006/main"/>
          <a:lstStyle xmlns:a="http://schemas.openxmlformats.org/drawingml/2006/main"/>
          <a:p xmlns:a="http://schemas.openxmlformats.org/drawingml/2006/main">
            <a:r>
              <a:rPr sz="1650" b="1"/>
              <a:t>01 Customer-managed Kubernetes</a:t>
            </a:r>
          </a:p>
        </p:txBody>
      </p:sp>
      <p:sp>
        <p:nvSpPr>
          <p:cNvPr id="6" name="Text Placeholder 5">
            <a:extLst xmlns:a="http://schemas.openxmlformats.org/drawingml/2006/main">
              <a:ext uri="{FF2B5EF4-FFF2-40B4-BE49-F238E27FC236}">
                <a16:creationId xmlns:a16="http://schemas.microsoft.com/office/drawing/2014/main" id="{6D65C5DB-B0F1-3E3A-BD64-3A161A069AB6}"/>
              </a:ext>
            </a:extLst>
          </p:cNvPr>
          <p:cNvSpPr>
            <a:spLocks xmlns:a="http://schemas.openxmlformats.org/drawingml/2006/main" noGrp="1"/>
          </p:cNvSpPr>
          <p:nvPr>
            <p:ph type="body" idx="24"/>
          </p:nvPr>
        </p:nvSpPr>
        <p:spPr>
          <a:xfrm xmlns:a="http://schemas.openxmlformats.org/drawingml/2006/main">
            <a:off x="904875" y="2647950"/>
            <a:ext cx="2428875" cy="2333625"/>
          </a:xfrm>
        </p:spPr>
        <p:txBody>
          <a:bodyPr xmlns:a="http://schemas.openxmlformats.org/drawingml/2006/main"/>
          <a:lstStyle xmlns:a="http://schemas.openxmlformats.org/drawingml/2006/main"/>
          <a:p xmlns:a="http://schemas.openxmlformats.org/drawingml/2006/main">
            <a:r>
              <a:rPr sz="1200"/>
              <a:t>Log Analytics Kubernetes Monitoring Solution uses manual Helm/manifests deployment with version, RBAC, egress, resource and rollback validation.</a:t>
            </a:r>
          </a:p>
        </p:txBody>
      </p:sp>
      <p:sp>
        <p:nvSpPr>
          <p:cNvPr id="10" name="Text Placeholder 9">
            <a:extLst xmlns:a="http://schemas.openxmlformats.org/drawingml/2006/main">
              <a:ext uri="{FF2B5EF4-FFF2-40B4-BE49-F238E27FC236}">
                <a16:creationId xmlns:a16="http://schemas.microsoft.com/office/drawing/2014/main" id="{F8EA070B-6FE4-8288-9006-376112023CB2}"/>
              </a:ext>
            </a:extLst>
          </p:cNvPr>
          <p:cNvSpPr>
            <a:spLocks xmlns:a="http://schemas.openxmlformats.org/drawingml/2006/main" noGrp="1"/>
          </p:cNvSpPr>
          <p:nvPr>
            <p:ph type="body" idx="34"/>
          </p:nvPr>
        </p:nvSpPr>
        <p:spPr>
          <a:xfrm xmlns:a="http://schemas.openxmlformats.org/drawingml/2006/main">
            <a:off x="4800600" y="1905000"/>
            <a:ext cx="2476500" cy="571500"/>
          </a:xfrm>
        </p:spPr>
        <p:txBody>
          <a:bodyPr xmlns:a="http://schemas.openxmlformats.org/drawingml/2006/main"/>
          <a:lstStyle xmlns:a="http://schemas.openxmlformats.org/drawingml/2006/main"/>
          <a:p xmlns:a="http://schemas.openxmlformats.org/drawingml/2006/main">
            <a:r>
              <a:rPr sz="1650" b="1"/>
              <a:t>02 Applications and APIs</a:t>
            </a:r>
          </a:p>
        </p:txBody>
      </p:sp>
      <p:sp>
        <p:nvSpPr>
          <p:cNvPr id="11" name="Text Placeholder 10">
            <a:extLst xmlns:a="http://schemas.openxmlformats.org/drawingml/2006/main">
              <a:ext uri="{FF2B5EF4-FFF2-40B4-BE49-F238E27FC236}">
                <a16:creationId xmlns:a16="http://schemas.microsoft.com/office/drawing/2014/main" id="{2C661EF9-FDE2-B855-C3D3-C460E263B89C}"/>
              </a:ext>
            </a:extLst>
          </p:cNvPr>
          <p:cNvSpPr>
            <a:spLocks xmlns:a="http://schemas.openxmlformats.org/drawingml/2006/main" noGrp="1"/>
          </p:cNvSpPr>
          <p:nvPr>
            <p:ph type="body" idx="35"/>
          </p:nvPr>
        </p:nvSpPr>
        <p:spPr>
          <a:xfrm xmlns:a="http://schemas.openxmlformats.org/drawingml/2006/main">
            <a:off x="4800600" y="2647950"/>
            <a:ext cx="2428875" cy="2333625"/>
          </a:xfrm>
        </p:spPr>
        <p:txBody>
          <a:bodyPr xmlns:a="http://schemas.openxmlformats.org/drawingml/2006/main"/>
          <a:lstStyle xmlns:a="http://schemas.openxmlformats.org/drawingml/2006/main"/>
          <a:p xmlns:a="http://schemas.openxmlformats.org/drawingml/2006/main">
            <a:r>
              <a:rPr sz="1200"/>
              <a:t>APM and OpenTelemetry add traces, topology, browser visibility and synthetics. Application teams own instrumentation and SLOs.</a:t>
            </a:r>
          </a:p>
        </p:txBody>
      </p:sp>
      <p:sp>
        <p:nvSpPr>
          <p:cNvPr id="16" name="Text Placeholder 15">
            <a:extLst xmlns:a="http://schemas.openxmlformats.org/drawingml/2006/main">
              <a:ext uri="{FF2B5EF4-FFF2-40B4-BE49-F238E27FC236}">
                <a16:creationId xmlns:a16="http://schemas.microsoft.com/office/drawing/2014/main" id="{950A60A2-B5CE-818F-F02B-339ABE789E0C}"/>
              </a:ext>
            </a:extLst>
          </p:cNvPr>
          <p:cNvSpPr>
            <a:spLocks xmlns:a="http://schemas.openxmlformats.org/drawingml/2006/main" noGrp="1"/>
          </p:cNvSpPr>
          <p:nvPr>
            <p:ph type="body" idx="37"/>
          </p:nvPr>
        </p:nvSpPr>
        <p:spPr>
          <a:xfrm xmlns:a="http://schemas.openxmlformats.org/drawingml/2006/main">
            <a:off x="8648700" y="1905000"/>
            <a:ext cx="2476500" cy="571500"/>
          </a:xfrm>
        </p:spPr>
        <p:txBody>
          <a:bodyPr xmlns:a="http://schemas.openxmlformats.org/drawingml/2006/main"/>
          <a:lstStyle xmlns:a="http://schemas.openxmlformats.org/drawingml/2006/main"/>
          <a:p xmlns:a="http://schemas.openxmlformats.org/drawingml/2006/main">
            <a:r>
              <a:rPr sz="1650" b="1"/>
              <a:t>03 Logs, metrics and alerting</a:t>
            </a:r>
          </a:p>
        </p:txBody>
      </p:sp>
      <p:sp>
        <p:nvSpPr>
          <p:cNvPr id="17" name="Text Placeholder 16">
            <a:extLst xmlns:a="http://schemas.openxmlformats.org/drawingml/2006/main">
              <a:ext uri="{FF2B5EF4-FFF2-40B4-BE49-F238E27FC236}">
                <a16:creationId xmlns:a16="http://schemas.microsoft.com/office/drawing/2014/main" id="{8B79AA86-1CC6-CEC7-0764-A200D25584E7}"/>
              </a:ext>
            </a:extLst>
          </p:cNvPr>
          <p:cNvSpPr>
            <a:spLocks xmlns:a="http://schemas.openxmlformats.org/drawingml/2006/main" noGrp="1"/>
          </p:cNvSpPr>
          <p:nvPr>
            <p:ph type="body" idx="38"/>
          </p:nvPr>
        </p:nvSpPr>
        <p:spPr>
          <a:xfrm xmlns:a="http://schemas.openxmlformats.org/drawingml/2006/main">
            <a:off x="8648700" y="2647950"/>
            <a:ext cx="2428875" cy="2333625"/>
          </a:xfrm>
        </p:spPr>
        <p:txBody>
          <a:bodyPr xmlns:a="http://schemas.openxmlformats.org/drawingml/2006/main"/>
          <a:lstStyle xmlns:a="http://schemas.openxmlformats.org/drawingml/2006/main"/>
          <a:p xmlns:a="http://schemas.openxmlformats.org/drawingml/2006/main">
            <a:r>
              <a:rPr sz="1200"/>
              <a:t>Monitoring, Logging, Connector Hub, Log Analytics, Management Agent/Gateway and Notifications provide the shared evidence layer.</a:t>
            </a:r>
          </a:p>
        </p:txBody>
      </p:sp>
      <p:sp>
        <p:nvSpPr>
          <p:cNvPr id="266" name="Footer Placeholder 265">
            <a:extLst xmlns:a="http://schemas.openxmlformats.org/drawingml/2006/main">
              <a:ext uri="{FF2B5EF4-FFF2-40B4-BE49-F238E27FC236}">
                <a16:creationId xmlns:a16="http://schemas.microsoft.com/office/drawing/2014/main" id="{BCEBA982-28C2-0F54-5A4E-603D709AAFA5}"/>
              </a:ext>
            </a:extLst>
          </p:cNvPr>
          <p:cNvSpPr>
            <a:spLocks xmlns:a="http://schemas.openxmlformats.org/drawingml/2006/main" noGrp="1"/>
          </p:cNvSpPr>
          <p:nvPr>
            <p:ph type="ftr" idx="40"/>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267" name="Slide Number Placeholder 266">
            <a:extLst xmlns:a="http://schemas.openxmlformats.org/drawingml/2006/main">
              <a:ext uri="{FF2B5EF4-FFF2-40B4-BE49-F238E27FC236}">
                <a16:creationId xmlns:a16="http://schemas.microsoft.com/office/drawing/2014/main" id="{AF33E070-E929-592C-C923-6C0731F1BCC8}"/>
              </a:ext>
            </a:extLst>
          </p:cNvPr>
          <p:cNvSpPr>
            <a:spLocks xmlns:a="http://schemas.openxmlformats.org/drawingml/2006/main" noGrp="1"/>
          </p:cNvSpPr>
          <p:nvPr>
            <p:ph type="sldNum" idx="41"/>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95</a:t>
            </a:fld>
          </a:p>
        </p:txBody>
      </p:sp>
    </p:spTree>
    <p:extLst>
      <p:ext uri="{BB962C8B-B14F-4D97-AF65-F5344CB8AC3E}">
        <p14:creationId xmlns:p14="http://schemas.microsoft.com/office/powerpoint/2010/main" val="2752878873"/>
      </p:ext>
    </p:extLst>
  </p:cSld>
</p:sld>
</file>

<file path=ppt/slides/slide7.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8AC033-04E5-66AD-1555-C279CFD7E3F9}"/>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What remains conditional or requires product-team input</a:t>
            </a:r>
          </a:p>
        </p:txBody>
      </p:sp>
      <p:sp>
        <p:nvSpPr>
          <p:cNvPr id="3" name="Footer Placeholder 2">
            <a:extLst xmlns:a="http://schemas.openxmlformats.org/drawingml/2006/main">
              <a:ext uri="{FF2B5EF4-FFF2-40B4-BE49-F238E27FC236}">
                <a16:creationId xmlns:a16="http://schemas.microsoft.com/office/drawing/2014/main" id="{9F02E041-8057-AB54-B6DD-8AEFECA62BDB}"/>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6" name="Slide Number Placeholder 5">
            <a:extLst xmlns:a="http://schemas.openxmlformats.org/drawingml/2006/main">
              <a:ext uri="{FF2B5EF4-FFF2-40B4-BE49-F238E27FC236}">
                <a16:creationId xmlns:a16="http://schemas.microsoft.com/office/drawing/2014/main" id="{5785BB07-F68C-E7A9-7754-AF872FD5A44F}"/>
              </a:ext>
            </a:extLst>
          </p:cNvPr>
          <p:cNvSpPr>
            <a:spLocks xmlns:a="http://schemas.openxmlformats.org/drawingml/2006/main" noGrp="1"/>
          </p:cNvSpPr>
          <p:nvPr>
            <p:ph type="sldNum" idx="12"/>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125</a:t>
            </a:fld>
          </a:p>
        </p:txBody>
      </p:sp>
      <p:graphicFrame>
        <p:nvGraphicFramePr>
          <p:cNvPr id="33" name="Table 26"/>
          <p:cNvGraphicFramePr/>
          <p:nvPr/>
        </p:nvGraphicFramePr>
        <p:xfrm>
          <a:off xmlns:a="http://schemas.openxmlformats.org/drawingml/2006/main" x="781050" y="1352550"/>
          <a:ext xmlns:a="http://schemas.openxmlformats.org/drawingml/2006/main" cx="10620375" cy="4619625"/>
        </p:xfrm>
        <a:graphic xmlns:a="http://schemas.openxmlformats.org/drawingml/2006/main">
          <a:graphicData uri="http://schemas.openxmlformats.org/drawingml/2006/table">
            <a:tbl>
              <a:tblPr firstRow="1" bandRow="1">
                <a:tableStyleId>{073A0DAA-6AF3-43AB-8588-CEC1D06C72B9}</a:tableStyleId>
              </a:tblPr>
              <a:tblGrid>
                <a:gridCol w="2714625"/>
                <a:gridCol w="3810000"/>
                <a:gridCol w="4095750"/>
              </a:tblGrid>
              <a:tr h="396726">
                <a:tc>
                  <a:txBody>
                    <a:bodyPr/>
                    <a:lstStyle/>
                    <a:p>
                      <a:r>
                        <a:rPr sz="1100"/>
                        <a:t>Partial requirement</a:t>
                      </a:r>
                    </a:p>
                  </a:txBody>
                  <a:tcPr marL="0" marR="0" marT="45720" marB="45720" anchor="ctr">
                    <a:lnL w="12700" cmpd="sng">
                      <a:noFill/>
                    </a:lnL>
                    <a:lnR w="12700" cmpd="sng">
                      <a:noFill/>
                    </a:lnR>
                    <a:lnT w="12700" cmpd="sng">
                      <a:noFill/>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Why partial</a:t>
                      </a:r>
                    </a:p>
                  </a:txBody>
                  <a:tcPr marL="0" marR="0" marT="45720" marB="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sz="1100"/>
                        <a:t>Closure requirement</a:t>
                      </a:r>
                    </a:p>
                  </a:txBody>
                  <a:tcPr marL="0" marR="0" marT="45720" marB="45720" anchor="ctr">
                    <a:lnL w="12700" cmpd="sng">
                      <a:noFill/>
                    </a:lnL>
                    <a:lnR w="12700" cmpd="sng">
                      <a:noFill/>
                    </a:lnR>
                    <a:lnT w="12700" cmpd="sng">
                      <a:noFill/>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r>
                        <a:rPr sz="1100"/>
                        <a:t>Customer-managed K8s deployment</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Distribution, version, RBAC and network path remain open</a:t>
                      </a:r>
                    </a:p>
                  </a:txBody>
                  <a:tcPr marL="0" marR="0" marT="45720" marB="4572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sz="1100"/>
                        <a:t>Manual Helm/manifests PoV + rollback</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r>
                        <a:rPr sz="1100"/>
                        <a:t>APM instrumentation</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Application teams must provide service identity and trace propagation</a:t>
                      </a: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sz="1100"/>
                        <a:t>Priority-app trace-continuity test</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r>
                        <a:rPr sz="1100"/>
                        <a:t>APM commercial mapping</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300 GB = 1 B95634 active-storage unit is a working presumption</a:t>
                      </a: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sz="1100"/>
                        <a:t>Oracle quote and observed-volume validation</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r>
                        <a:rPr sz="1100"/>
                        <a:t>Custom Log Analytics content</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Customer sources may require parsers, labels and dashboards</a:t>
                      </a: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sz="1100"/>
                        <a:t>Parser accuracy + lifecycle ownership</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r>
                        <a:rPr sz="1100"/>
                        <a:t>Sizing, resilience &amp; residency</a:t>
                      </a:r>
                    </a:p>
                  </a:txBody>
                  <a:tcPr marL="0" marR="0" marT="45720" marB="45720" anchor="ctr">
                    <a:lnL w="12700" cmpd="sng">
                      <a:noFill/>
                    </a:lnL>
                    <a:lnR w="12700" cmpd="sng">
                      <a:noFill/>
                    </a:lnR>
                    <a:lnT w="12700" cmpd="sng">
                      <a:solidFill>
                        <a:srgbClr val="8B8580"/>
                      </a:solidFill>
                      <a:prstDash val="solid"/>
                    </a:lnT>
                    <a:lnB w="28575" cmpd="sng">
                      <a:noFill/>
                      <a:prstDash val="solid"/>
                    </a:lnB>
                    <a:lnTlToBr w="12700" cmpd="sng">
                      <a:noFill/>
                      <a:prstDash val="solid"/>
                    </a:lnTlToBr>
                    <a:lnBlToTr w="12700" cmpd="sng">
                      <a:noFill/>
                      <a:prstDash val="solid"/>
                    </a:lnBlToTr>
                    <a:noFill/>
                  </a:tcPr>
                </a:tc>
                <a:tc>
                  <a:txBody>
                    <a:bodyPr/>
                    <a:lstStyle/>
                    <a:p>
                      <a:r>
                        <a:rPr sz="1100"/>
                        <a:t>Volume, retention, regions and recovery remain discovery inputs</a:t>
                      </a: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sz="1100"/>
                        <a:t>Benchmark + approved decisions</a:t>
                      </a:r>
                    </a:p>
                  </a:txBody>
                  <a:tcPr marL="0" marR="0" marT="45720" marB="45720" anchor="ctr">
                    <a:lnL w="12700" cmpd="sng">
                      <a:noFill/>
                    </a:lnL>
                    <a:lnR w="12700" cmpd="sng">
                      <a:noFill/>
                    </a:lnR>
                    <a:lnT w="12700" cmpd="sng">
                      <a:solidFill>
                        <a:srgbClr val="8B8580"/>
                      </a:solidFill>
                      <a:prstDash val="solid"/>
                    </a:lnT>
                    <a:lnB w="28575"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4012524267"/>
      </p:ext>
    </p:extLst>
  </p:cSld>
</p:sld>
</file>

<file path=ppt/slides/slide8.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ABC8B0E2-9520-9DAB-3609-0E52922869BC}"/>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Measured delivery from discovery to rollout</a:t>
            </a:r>
          </a:p>
        </p:txBody>
      </p:sp>
      <p:sp>
        <p:nvSpPr>
          <p:cNvPr id="4" name="Slide Number Placeholder 3">
            <a:extLst xmlns:a="http://schemas.openxmlformats.org/drawingml/2006/main">
              <a:ext uri="{FF2B5EF4-FFF2-40B4-BE49-F238E27FC236}">
                <a16:creationId xmlns:a16="http://schemas.microsoft.com/office/drawing/2014/main" id="{A3A77F5F-204E-33C9-3C2B-B6E56517D14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115</a:t>
            </a:fld>
          </a:p>
        </p:txBody>
      </p:sp>
      <p:sp>
        <p:nvSpPr>
          <p:cNvPr id="3" name="Footer Placeholder 2">
            <a:extLst xmlns:a="http://schemas.openxmlformats.org/drawingml/2006/main">
              <a:ext uri="{FF2B5EF4-FFF2-40B4-BE49-F238E27FC236}">
                <a16:creationId xmlns:a16="http://schemas.microsoft.com/office/drawing/2014/main" id="{9CA7517F-E4F1-74DE-6AEE-64AC421930F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traight Connector 6">
            <a:extLst xmlns:a="http://schemas.openxmlformats.org/drawingml/2006/main">
              <a:ext uri="{FF2B5EF4-FFF2-40B4-BE49-F238E27FC236}">
                <a16:creationId xmlns:a16="http://schemas.microsoft.com/office/drawing/2014/main" id="{156EC204-DB0C-40B5-9FF2-7B3DD584D7EB}"/>
              </a:ext>
            </a:extLst>
          </p:cNvPr>
          <p:cNvSpPr>
            <a:spLocks xmlns:a="http://schemas.openxmlformats.org/drawingml/2006/main" noGrp="1"/>
          </p:cNvSpPr>
          <p:nvPr/>
        </p:nvSpPr>
        <p:spPr>
          <a:xfrm xmlns:a="http://schemas.openxmlformats.org/drawingml/2006/main" rot="0" flipH="0" flipV="1">
            <a:off x="1050625" y="2023062"/>
            <a:ext cx="0" cy="149737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6" name="Text Placeholder 1">
            <a:extLst xmlns:a="http://schemas.openxmlformats.org/drawingml/2006/main">
              <a:ext uri="{FF2B5EF4-FFF2-40B4-BE49-F238E27FC236}">
                <a16:creationId xmlns:a16="http://schemas.microsoft.com/office/drawing/2014/main" id="{8F0D7682-F3B0-2488-9BE1-17DF4EB3FBBC}"/>
              </a:ext>
            </a:extLst>
          </p:cNvPr>
          <p:cNvSpPr>
            <a:spLocks xmlns:a="http://schemas.openxmlformats.org/drawingml/2006/main" noGrp="1"/>
          </p:cNvSpPr>
          <p:nvPr/>
        </p:nvSpPr>
        <p:spPr>
          <a:xfrm xmlns:a="http://schemas.openxmlformats.org/drawingml/2006/main" rot="0" flipH="0" flipV="0">
            <a:off x="1050625" y="196713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Now Confirm sources, product owners and decisions</a:t>
            </a:r>
          </a:p>
        </p:txBody>
      </p:sp>
      <p:sp>
        <p:nvSpPr>
          <p:cNvPr id="10" name="Straight Connector 9">
            <a:extLst xmlns:a="http://schemas.openxmlformats.org/drawingml/2006/main">
              <a:ext uri="{FF2B5EF4-FFF2-40B4-BE49-F238E27FC236}">
                <a16:creationId xmlns:a16="http://schemas.microsoft.com/office/drawing/2014/main" id="{B460D370-E233-48E3-A734-17F2DD7FDB9C}"/>
              </a:ext>
            </a:extLst>
          </p:cNvPr>
          <p:cNvSpPr>
            <a:spLocks xmlns:a="http://schemas.openxmlformats.org/drawingml/2006/main" noGrp="1"/>
          </p:cNvSpPr>
          <p:nvPr/>
        </p:nvSpPr>
        <p:spPr>
          <a:xfrm xmlns:a="http://schemas.openxmlformats.org/drawingml/2006/main" rot="0" flipH="0" flipV="1">
            <a:off x="2776670" y="3429000"/>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6" name="Text Placeholder 1">
            <a:extLst xmlns:a="http://schemas.openxmlformats.org/drawingml/2006/main">
              <a:ext uri="{FF2B5EF4-FFF2-40B4-BE49-F238E27FC236}">
                <a16:creationId xmlns:a16="http://schemas.microsoft.com/office/drawing/2014/main" id="{20D300A2-6218-2EFF-BA88-8A177A37B6B6}"/>
              </a:ext>
            </a:extLst>
          </p:cNvPr>
          <p:cNvSpPr>
            <a:spLocks xmlns:a="http://schemas.openxmlformats.org/drawingml/2006/main" noGrp="1"/>
          </p:cNvSpPr>
          <p:nvPr/>
        </p:nvSpPr>
        <p:spPr>
          <a:xfrm xmlns:a="http://schemas.openxmlformats.org/drawingml/2006/main" rot="0" flipH="0" flipV="0">
            <a:off x="2794222"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Month 1 Measure logs, metrics, traces, clusters and residency</a:t>
            </a:r>
          </a:p>
        </p:txBody>
      </p:sp>
      <p:sp>
        <p:nvSpPr>
          <p:cNvPr id="11" name="Straight Connector 10">
            <a:extLst xmlns:a="http://schemas.openxmlformats.org/drawingml/2006/main">
              <a:ext uri="{FF2B5EF4-FFF2-40B4-BE49-F238E27FC236}">
                <a16:creationId xmlns:a16="http://schemas.microsoft.com/office/drawing/2014/main" id="{8B8F6164-33B1-4F1B-AEB0-E623EA541151}"/>
              </a:ext>
            </a:extLst>
          </p:cNvPr>
          <p:cNvSpPr>
            <a:spLocks xmlns:a="http://schemas.openxmlformats.org/drawingml/2006/main" noGrp="1"/>
          </p:cNvSpPr>
          <p:nvPr/>
        </p:nvSpPr>
        <p:spPr>
          <a:xfrm xmlns:a="http://schemas.openxmlformats.org/drawingml/2006/main" rot="0" flipH="0" flipV="1">
            <a:off x="4502715" y="1967132"/>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7" name="Text Placeholder 1">
            <a:extLst xmlns:a="http://schemas.openxmlformats.org/drawingml/2006/main">
              <a:ext uri="{FF2B5EF4-FFF2-40B4-BE49-F238E27FC236}">
                <a16:creationId xmlns:a16="http://schemas.microsoft.com/office/drawing/2014/main" id="{B116CD03-750F-8CF2-E9C5-820E21F10F7D}"/>
              </a:ext>
            </a:extLst>
          </p:cNvPr>
          <p:cNvSpPr>
            <a:spLocks xmlns:a="http://schemas.openxmlformats.org/drawingml/2006/main" noGrp="1"/>
          </p:cNvSpPr>
          <p:nvPr/>
        </p:nvSpPr>
        <p:spPr>
          <a:xfrm xmlns:a="http://schemas.openxmlformats.org/drawingml/2006/main" rot="0" flipH="0" flipV="0">
            <a:off x="4502715" y="197082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Month 1–2 Configure OCI Observability foundation</a:t>
            </a:r>
          </a:p>
        </p:txBody>
      </p:sp>
      <p:sp>
        <p:nvSpPr>
          <p:cNvPr id="13" name="Straight Connector 12">
            <a:extLst xmlns:a="http://schemas.openxmlformats.org/drawingml/2006/main">
              <a:ext uri="{FF2B5EF4-FFF2-40B4-BE49-F238E27FC236}">
                <a16:creationId xmlns:a16="http://schemas.microsoft.com/office/drawing/2014/main" id="{68A3E01C-9067-4285-A697-2A118CB9649E}"/>
              </a:ext>
            </a:extLst>
          </p:cNvPr>
          <p:cNvSpPr>
            <a:spLocks xmlns:a="http://schemas.openxmlformats.org/drawingml/2006/main" noGrp="1"/>
          </p:cNvSpPr>
          <p:nvPr/>
        </p:nvSpPr>
        <p:spPr>
          <a:xfrm xmlns:a="http://schemas.openxmlformats.org/drawingml/2006/main" rot="0" flipH="0" flipV="1">
            <a:off x="7954805" y="2016035"/>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8" name="Text Placeholder 1">
            <a:extLst xmlns:a="http://schemas.openxmlformats.org/drawingml/2006/main">
              <a:ext uri="{FF2B5EF4-FFF2-40B4-BE49-F238E27FC236}">
                <a16:creationId xmlns:a16="http://schemas.microsoft.com/office/drawing/2014/main" id="{13B5F750-089F-FB01-6FAD-6DED66B9BAD4}"/>
              </a:ext>
            </a:extLst>
          </p:cNvPr>
          <p:cNvSpPr>
            <a:spLocks xmlns:a="http://schemas.openxmlformats.org/drawingml/2006/main" noGrp="1"/>
          </p:cNvSpPr>
          <p:nvPr/>
        </p:nvSpPr>
        <p:spPr>
          <a:xfrm xmlns:a="http://schemas.openxmlformats.org/drawingml/2006/main" rot="0" flipH="0" flipV="0">
            <a:off x="7954805" y="196713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Month 3 Validate LoganAI and optional read-only GenAI PoV</a:t>
            </a:r>
          </a:p>
        </p:txBody>
      </p:sp>
      <p:sp>
        <p:nvSpPr>
          <p:cNvPr id="12" name="Straight Connector 11">
            <a:extLst xmlns:a="http://schemas.openxmlformats.org/drawingml/2006/main">
              <a:ext uri="{FF2B5EF4-FFF2-40B4-BE49-F238E27FC236}">
                <a16:creationId xmlns:a16="http://schemas.microsoft.com/office/drawing/2014/main" id="{B1BFDAF0-D6ED-459A-AC9E-6CDB2033B9D4}"/>
              </a:ext>
            </a:extLst>
          </p:cNvPr>
          <p:cNvSpPr>
            <a:spLocks xmlns:a="http://schemas.openxmlformats.org/drawingml/2006/main" noGrp="1"/>
          </p:cNvSpPr>
          <p:nvPr/>
        </p:nvSpPr>
        <p:spPr>
          <a:xfrm xmlns:a="http://schemas.openxmlformats.org/drawingml/2006/main" rot="0" flipH="0" flipV="1">
            <a:off x="6228760" y="3197219"/>
            <a:ext cx="0" cy="1335845"/>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9" name="Text Placeholder 1">
            <a:extLst xmlns:a="http://schemas.openxmlformats.org/drawingml/2006/main">
              <a:ext uri="{FF2B5EF4-FFF2-40B4-BE49-F238E27FC236}">
                <a16:creationId xmlns:a16="http://schemas.microsoft.com/office/drawing/2014/main" id="{D58A2187-CEBA-3A56-E2C8-EC10D031CC2E}"/>
              </a:ext>
            </a:extLst>
          </p:cNvPr>
          <p:cNvSpPr>
            <a:spLocks xmlns:a="http://schemas.openxmlformats.org/drawingml/2006/main" noGrp="1"/>
          </p:cNvSpPr>
          <p:nvPr/>
        </p:nvSpPr>
        <p:spPr>
          <a:xfrm xmlns:a="http://schemas.openxmlformats.org/drawingml/2006/main" rot="0" flipH="0" flipV="0">
            <a:off x="6228759"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Month 2 Manual Kubernetes monitoring + priority APM</a:t>
            </a:r>
          </a:p>
        </p:txBody>
      </p:sp>
      <p:sp>
        <p:nvSpPr>
          <p:cNvPr id="14" name="Straight Connector 13">
            <a:extLst xmlns:a="http://schemas.openxmlformats.org/drawingml/2006/main">
              <a:ext uri="{FF2B5EF4-FFF2-40B4-BE49-F238E27FC236}">
                <a16:creationId xmlns:a16="http://schemas.microsoft.com/office/drawing/2014/main" id="{40802D63-7EC6-4AB5-9CDE-1135634DF950}"/>
              </a:ext>
            </a:extLst>
          </p:cNvPr>
          <p:cNvSpPr>
            <a:spLocks xmlns:a="http://schemas.openxmlformats.org/drawingml/2006/main" noGrp="1"/>
          </p:cNvSpPr>
          <p:nvPr/>
        </p:nvSpPr>
        <p:spPr>
          <a:xfrm xmlns:a="http://schemas.openxmlformats.org/drawingml/2006/main" rot="0" flipH="0" flipV="1">
            <a:off x="9680850" y="3429000"/>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20" name="Text Placeholder 1">
            <a:extLst xmlns:a="http://schemas.openxmlformats.org/drawingml/2006/main">
              <a:ext uri="{FF2B5EF4-FFF2-40B4-BE49-F238E27FC236}">
                <a16:creationId xmlns:a16="http://schemas.microsoft.com/office/drawing/2014/main" id="{352E93C6-296F-081A-1ED7-8EC12C3EAEE7}"/>
              </a:ext>
            </a:extLst>
          </p:cNvPr>
          <p:cNvSpPr>
            <a:spLocks xmlns:a="http://schemas.openxmlformats.org/drawingml/2006/main" noGrp="1"/>
          </p:cNvSpPr>
          <p:nvPr/>
        </p:nvSpPr>
        <p:spPr>
          <a:xfrm xmlns:a="http://schemas.openxmlformats.org/drawingml/2006/main" rot="0" flipH="0" flipV="0">
            <a:off x="9680850"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After Phase 1 Repeatable OPCO onboarding and handover</a:t>
            </a:r>
          </a:p>
        </p:txBody>
      </p:sp>
      <p:sp>
        <p:nvSpPr>
          <p:cNvPr id="81" name="Graphic 78">
            <a:extLst xmlns:a="http://schemas.openxmlformats.org/drawingml/2006/main">
              <a:ext uri="{FF2B5EF4-FFF2-40B4-BE49-F238E27FC236}">
                <a16:creationId xmlns:a16="http://schemas.microsoft.com/office/drawing/2014/main" id="{E80E9854-ACB0-FA78-B447-080F8FAE86E2}"/>
              </a:ext>
            </a:extLst>
          </p:cNvPr>
          <p:cNvSpPr>
            <a:spLocks xmlns:a="http://schemas.openxmlformats.org/drawingml/2006/main" noGrp="1"/>
          </p:cNvSpPr>
          <p:nvPr/>
        </p:nvSpPr>
        <p:spPr>
          <a:xfrm xmlns:a="http://schemas.openxmlformats.org/drawingml/2006/main">
            <a:off x="-2" y="3125465"/>
            <a:ext cx="12188952" cy="672401"/>
          </a:xfrm>
          <a:custGeom xmlns:a="http://schemas.openxmlformats.org/drawingml/2006/main">
            <a:gdLst>
              <a:gd name="connsiteX0" fmla="*/ 0 w 12188952"/>
              <a:gd name="connsiteY0" fmla="*/ 527004 h 672401"/>
              <a:gd name="connsiteX1" fmla="*/ 5358124 w 12188952"/>
              <a:gd name="connsiteY1" fmla="*/ 8062 h 672401"/>
              <a:gd name="connsiteX2" fmla="*/ 12188952 w 12188952"/>
              <a:gd name="connsiteY2" fmla="*/ 523844 h 672401"/>
              <a:gd name="connsiteX3" fmla="*/ 12188952 w 12188952"/>
              <a:gd name="connsiteY3" fmla="*/ 672402 h 672401"/>
              <a:gd name="connsiteX4" fmla="*/ 6674023 w 12188952"/>
              <a:gd name="connsiteY4" fmla="*/ 150488 h 672401"/>
              <a:gd name="connsiteX5" fmla="*/ 0 w 12188952"/>
              <a:gd name="connsiteY5" fmla="*/ 672402 h 672401"/>
              <a:gd name="connsiteX6" fmla="*/ 0 w 12188952"/>
              <a:gd name="connsiteY6" fmla="*/ 527004 h 672401"/>
            </a:gdLst>
            <a:rect l="l" t="t" r="r" b="b"/>
            <a:pathLst>
              <a:path w="12188952" h="672401">
                <a:moveTo>
                  <a:pt x="0" y="527004"/>
                </a:moveTo>
                <a:cubicBezTo>
                  <a:pt x="1767144" y="203274"/>
                  <a:pt x="3563300" y="45549"/>
                  <a:pt x="5358124" y="8062"/>
                </a:cubicBezTo>
                <a:cubicBezTo>
                  <a:pt x="7644124" y="-39540"/>
                  <a:pt x="9936598" y="122547"/>
                  <a:pt x="12188952" y="523844"/>
                </a:cubicBezTo>
                <a:lnTo>
                  <a:pt x="12188952" y="672402"/>
                </a:lnTo>
                <a:cubicBezTo>
                  <a:pt x="10369561" y="341022"/>
                  <a:pt x="8520522" y="179252"/>
                  <a:pt x="6674023" y="150488"/>
                </a:cubicBezTo>
                <a:cubicBezTo>
                  <a:pt x="4439953" y="113823"/>
                  <a:pt x="2200804" y="276605"/>
                  <a:pt x="0" y="672402"/>
                </a:cubicBezTo>
                <a:cubicBezTo>
                  <a:pt x="0" y="623915"/>
                  <a:pt x="0" y="575491"/>
                  <a:pt x="0" y="527004"/>
                </a:cubicBezTo>
                <a:close/>
              </a:path>
            </a:pathLst>
          </a:custGeom>
          <a:blipFill xmlns:a="http://schemas.openxmlformats.org/drawingml/2006/main">
            <a:blip xmlns:r="http://schemas.openxmlformats.org/officeDocument/2006/relationships" r:embed="R4082fe763f0b489f"/>
            <a:stretch>
              <a:fillRect l="0" t="0" r="0" b="0"/>
            </a:stretch>
          </a:blipFill>
          <a:ln xmlns:a="http://schemas.openxmlformats.org/drawingml/2006/main" w="6345">
            <a:noFill/>
            <a:prstDash val="solid"/>
          </a:ln>
        </p:spPr>
        <p:txBody>
          <a:bodyPr xmlns:a="http://schemas.openxmlformats.org/drawingml/2006/main" anchor="ctr"/>
          <a:lstStyle xmlns:a="http://schemas.openxmlformats.org/drawingml/2006/main"/>
          <a:p xmlns:a="http://schemas.openxmlformats.org/drawingml/2006/main"/>
        </p:txBody>
      </p:sp>
    </p:spTree>
    <p:extLst>
      <p:ext uri="{BB962C8B-B14F-4D97-AF65-F5344CB8AC3E}">
        <p14:creationId xmlns:p14="http://schemas.microsoft.com/office/powerpoint/2010/main" val="3558220840"/>
      </p:ext>
    </p:extLst>
  </p:cSld>
</p:sld>
</file>

<file path=ppt/slides/slide9.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79BB80-2677-0544-A4E8-8C81E63718D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Decisions required to start the Observability proof of value</a:t>
            </a:r>
          </a:p>
        </p:txBody>
      </p:sp>
      <p:sp>
        <p:nvSpPr>
          <p:cNvPr id="22" name="Text Placeholder 21">
            <a:extLst xmlns:a="http://schemas.openxmlformats.org/drawingml/2006/main">
              <a:ext uri="{FF2B5EF4-FFF2-40B4-BE49-F238E27FC236}">
                <a16:creationId xmlns:a16="http://schemas.microsoft.com/office/drawing/2014/main" id="{A9D6F848-75F8-FF26-30C6-79B07BA491F1}"/>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r>
              <a:t>Approve the scoped architecture now; gate pricing and production commitments on measured evidence and the final Oracle quote.</a:t>
            </a:r>
          </a:p>
        </p:txBody>
      </p:sp>
      <p:sp>
        <p:nvSpPr>
          <p:cNvPr id="3" name="Content Placeholder 2">
            <a:extLst xmlns:a="http://schemas.openxmlformats.org/drawingml/2006/main">
              <a:ext uri="{FF2B5EF4-FFF2-40B4-BE49-F238E27FC236}">
                <a16:creationId xmlns:a16="http://schemas.microsoft.com/office/drawing/2014/main" id="{FE208D23-1337-8842-A381-F84FEFFC8368}"/>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p xmlns:a="http://schemas.openxmlformats.org/drawingml/2006/main">
            <a:r>
              <a:t>APPROVE NOW</a:t>
            </a:r>
          </a:p>
          <a:p xmlns:a="http://schemas.openxmlformats.org/drawingml/2006/main">
            <a:r>
              <a:t>• OCI Observability-only delivery boundary</a:t>
            </a:r>
          </a:p>
          <a:p xmlns:a="http://schemas.openxmlformats.org/drawingml/2006/main">
            <a:r>
              <a:t>• Manual Kubernetes Monitoring Solution deployment</a:t>
            </a:r>
          </a:p>
          <a:p xmlns:a="http://schemas.openxmlformats.org/drawingml/2006/main">
            <a:r>
              <a:t>• APM/OpenTelemetry for priority applications and APIs</a:t>
            </a:r>
          </a:p>
          <a:p xmlns:a="http://schemas.openxmlformats.org/drawingml/2006/main">
            <a:r>
              <a:t>• Working APM assumption: 300 GB active = 1 × B95634</a:t>
            </a:r>
          </a:p>
          <a:p xmlns:a="http://schemas.openxmlformats.org/drawingml/2006/main">
            <a:r>
              <a:t>• Product teams own access, instrumentation and remediation</a:t>
            </a:r>
          </a:p>
          <a:p xmlns:a="http://schemas.openxmlformats.org/drawingml/2006/main">
            <a:r>
              <a:t>• Optional GenAI correlation stays with the OCI AI Team</a:t>
            </a:r>
          </a:p>
        </p:txBody>
      </p:sp>
      <p:sp>
        <p:nvSpPr>
          <p:cNvPr id="4" name="Content Placeholder 3">
            <a:extLst xmlns:a="http://schemas.openxmlformats.org/drawingml/2006/main">
              <a:ext uri="{FF2B5EF4-FFF2-40B4-BE49-F238E27FC236}">
                <a16:creationId xmlns:a16="http://schemas.microsoft.com/office/drawing/2014/main" id="{1BF7E6DE-6CC2-196D-7EAF-7F4A84EA6FC2}"/>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p xmlns:a="http://schemas.openxmlformats.org/drawingml/2006/main">
            <a:r>
              <a:t>GATE BEFORE COMMITMENT</a:t>
            </a:r>
          </a:p>
          <a:p xmlns:a="http://schemas.openxmlformats.org/drawingml/2006/main">
            <a:r>
              <a:t>• Oracle quote confirms B95634 mapping and USD rate</a:t>
            </a:r>
          </a:p>
          <a:p xmlns:a="http://schemas.openxmlformats.org/drawingml/2006/main">
            <a:r>
              <a:t>• Measured log, metric, trace and synthetic volumes</a:t>
            </a:r>
          </a:p>
          <a:p xmlns:a="http://schemas.openxmlformats.org/drawingml/2006/main">
            <a:r>
              <a:t>• Supported Kubernetes distribution/version and private egress</a:t>
            </a:r>
          </a:p>
          <a:p xmlns:a="http://schemas.openxmlformats.org/drawingml/2006/main">
            <a:r>
              <a:t>• Parser coverage, data classes, residency and retention</a:t>
            </a:r>
          </a:p>
          <a:p xmlns:a="http://schemas.openxmlformats.org/drawingml/2006/main">
            <a:r>
              <a:t>• Availability, recovery and monitor-the-monitoring evidence</a:t>
            </a:r>
          </a:p>
          <a:p xmlns:a="http://schemas.openxmlformats.org/drawingml/2006/main">
            <a:r>
              <a:t>• LoganAI/GenAI region, IAM, quality and human-approval controls</a:t>
            </a:r>
          </a:p>
        </p:txBody>
      </p:sp>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18"/>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88</a:t>
            </a:fld>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17"/>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409006694"/>
      </p:ext>
    </p:extLst>
  </p:cSld>
</p:sld>
</file>

<file path=ppt/slides/slide10.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ADEEC5-73E7-0B48-41C4-55F4C2CCA504}"/>
              </a:ext>
            </a:extLst>
          </p:cNvPr>
          <p:cNvSpPr>
            <a:spLocks xmlns:a="http://schemas.openxmlformats.org/drawingml/2006/main" noGrp="1"/>
          </p:cNvSpPr>
          <p:nvPr>
            <p:ph type="title" idx="0"/>
          </p:nvPr>
        </p:nvSpPr>
        <p:spPr>
          <a:xfrm xmlns:a="http://schemas.openxmlformats.org/drawingml/2006/main">
            <a:off x="768875" y="3483973"/>
            <a:ext cx="5029200" cy="822960"/>
          </a:xfrm>
        </p:spPr>
        <p:txBody>
          <a:bodyPr xmlns:a="http://schemas.openxmlformats.org/drawingml/2006/main"/>
          <a:lstStyle xmlns:a="http://schemas.openxmlformats.org/drawingml/2006/main"/>
          <a:p xmlns:a="http://schemas.openxmlformats.org/drawingml/2006/main">
            <a:r>
              <a:t>Approve a scoped Observability proof of value</a:t>
            </a:r>
          </a:p>
        </p:txBody>
      </p:sp>
      <p:sp>
        <p:nvSpPr>
          <p:cNvPr id="3" name="Text Placeholder 2">
            <a:extLst xmlns:a="http://schemas.openxmlformats.org/drawingml/2006/main">
              <a:ext uri="{FF2B5EF4-FFF2-40B4-BE49-F238E27FC236}">
                <a16:creationId xmlns:a16="http://schemas.microsoft.com/office/drawing/2014/main" id="{EC3DB056-1E32-1F29-A3F5-665131570313}"/>
              </a:ext>
            </a:extLst>
          </p:cNvPr>
          <p:cNvSpPr>
            <a:spLocks xmlns:a="http://schemas.openxmlformats.org/drawingml/2006/main" noGrp="1"/>
          </p:cNvSpPr>
          <p:nvPr>
            <p:ph type="body" idx="37"/>
          </p:nvPr>
        </p:nvSpPr>
        <p:spPr>
          <a:xfrm xmlns:a="http://schemas.openxmlformats.org/drawingml/2006/main">
            <a:off x="762000" y="4773585"/>
            <a:ext cx="5029200" cy="266291"/>
          </a:xfrm>
        </p:spPr>
        <p:txBody>
          <a:bodyPr xmlns:a="http://schemas.openxmlformats.org/drawingml/2006/main"/>
          <a:lstStyle xmlns:a="http://schemas.openxmlformats.org/drawingml/2006/main"/>
          <a:p xmlns:a="http://schemas.openxmlformats.org/drawingml/2006/main">
            <a:r>
              <a:t>Next action</a:t>
            </a:r>
          </a:p>
        </p:txBody>
      </p:sp>
      <p:sp>
        <p:nvSpPr>
          <p:cNvPr id="4" name="Text Placeholder 3">
            <a:extLst xmlns:a="http://schemas.openxmlformats.org/drawingml/2006/main">
              <a:ext uri="{FF2B5EF4-FFF2-40B4-BE49-F238E27FC236}">
                <a16:creationId xmlns:a16="http://schemas.microsoft.com/office/drawing/2014/main" id="{CD831383-4CC3-AACE-12EE-7C034C8E48A9}"/>
              </a:ext>
            </a:extLst>
          </p:cNvPr>
          <p:cNvSpPr>
            <a:spLocks xmlns:a="http://schemas.openxmlformats.org/drawingml/2006/main" noGrp="1"/>
          </p:cNvSpPr>
          <p:nvPr>
            <p:ph type="body" idx="36"/>
          </p:nvPr>
        </p:nvSpPr>
        <p:spPr>
          <a:xfrm xmlns:a="http://schemas.openxmlformats.org/drawingml/2006/main">
            <a:off x="762000" y="5111178"/>
            <a:ext cx="5029200" cy="895181"/>
          </a:xfrm>
        </p:spPr>
        <p:txBody>
          <a:bodyPr xmlns:a="http://schemas.openxmlformats.org/drawingml/2006/main"/>
          <a:lstStyle xmlns:a="http://schemas.openxmlformats.org/drawingml/2006/main"/>
          <a:p xmlns:a="http://schemas.openxmlformats.org/drawingml/2006/main">
            <a:r>
              <a:t>Launch a bounded Phase 1: manually onboard representative Kubernetes clusters, instrument priority applications/APIs, validate Log Analytics and APM sizing, and confirm the Oracle commercial mapping before rollout.</a:t>
            </a:r>
          </a:p>
        </p:txBody>
      </p:sp>
      <p:sp>
        <p:nvSpPr>
          <p:cNvPr id="12" name="Footer Placeholder 11">
            <a:extLst xmlns:a="http://schemas.openxmlformats.org/drawingml/2006/main">
              <a:ext uri="{FF2B5EF4-FFF2-40B4-BE49-F238E27FC236}">
                <a16:creationId xmlns:a16="http://schemas.microsoft.com/office/drawing/2014/main" id="{4E7517AB-6B80-2E20-DB16-AB6DF856EA4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3" name="Slide Number Placeholder 12">
            <a:extLst xmlns:a="http://schemas.openxmlformats.org/drawingml/2006/main">
              <a:ext uri="{FF2B5EF4-FFF2-40B4-BE49-F238E27FC236}">
                <a16:creationId xmlns:a16="http://schemas.microsoft.com/office/drawing/2014/main" id="{5A6DB53D-050F-84A0-9415-F53B1F12FB7D}"/>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121</a:t>
            </a:fld>
          </a:p>
        </p:txBody>
      </p:sp>
    </p:spTree>
    <p:extLst>
      <p:ext uri="{BB962C8B-B14F-4D97-AF65-F5344CB8AC3E}">
        <p14:creationId xmlns:p14="http://schemas.microsoft.com/office/powerpoint/2010/main" val="3910000547"/>
      </p:ext>
    </p:extLst>
  </p:cSld>
</p:sld>
</file>

<file path=ppt/theme/theme1.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2026-07-31T19:21:09.7300000Z</dcterms:created>
  <dcterms:modified xsi:type="dcterms:W3CDTF">2026-07-31T19:21:09.7300000Z</dcterms:modified>
</coreProperties>
</file>