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47992b98b94ea2" /><Relationship Type="http://schemas.openxmlformats.org/officeDocument/2006/relationships/extended-properties" Target="/docProps/app.xml" Id="R4eb3e9ee025d4d47" /><Relationship Type="http://schemas.openxmlformats.org/officeDocument/2006/relationships/officeDocument" Target="/ppt/presentation.xml" Id="R2a54d6f7048a41fa" /></Relationships>
</file>

<file path=ppt/presentation.xml><?xml version="1.0" encoding="utf-8"?>
<p:presentation xmlns:p="http://schemas.openxmlformats.org/presentationml/2006/main">
  <p:sldMasterIdLst>
    <p:sldMasterId xmlns:r="http://schemas.openxmlformats.org/officeDocument/2006/relationships" id="2147483648" r:id="Rb4dff154ddde44a5"/>
  </p:sldMasterIdLst>
  <p:notesMasterIdLst>
    <p:notesMasterId xmlns:r="http://schemas.openxmlformats.org/officeDocument/2006/relationships" r:id="R6e69315045e945ee"/>
  </p:notesMasterIdLst>
  <p:sldIdLst>
    <p:sldId xmlns:r="http://schemas.openxmlformats.org/officeDocument/2006/relationships" id="256" r:id="Rcf31ca5f505f41e6"/>
    <p:sldId xmlns:r="http://schemas.openxmlformats.org/officeDocument/2006/relationships" id="257" r:id="Raf5e4f4a37684bc8"/>
    <p:sldId xmlns:r="http://schemas.openxmlformats.org/officeDocument/2006/relationships" id="258" r:id="R64fdb98726ac46b6"/>
    <p:sldId xmlns:r="http://schemas.openxmlformats.org/officeDocument/2006/relationships" id="259" r:id="Rd7afed5bc1f041f5"/>
    <p:sldId xmlns:r="http://schemas.openxmlformats.org/officeDocument/2006/relationships" id="260" r:id="R95fbf17be10b463c"/>
    <p:sldId xmlns:r="http://schemas.openxmlformats.org/officeDocument/2006/relationships" id="261" r:id="Ref20053a2892496c"/>
    <p:sldId xmlns:r="http://schemas.openxmlformats.org/officeDocument/2006/relationships" id="262" r:id="R838d02d99e2b48b5"/>
    <p:sldId xmlns:r="http://schemas.openxmlformats.org/officeDocument/2006/relationships" id="263" r:id="Rfe9555c07f72408b"/>
    <p:sldId xmlns:r="http://schemas.openxmlformats.org/officeDocument/2006/relationships" id="264" r:id="R882a3146bcf24b5b"/>
    <p:sldId xmlns:r="http://schemas.openxmlformats.org/officeDocument/2006/relationships" id="265" r:id="Ra8fe415a119f4624"/>
  </p:sldIdLst>
  <p:sldSz cx="12192000" cy="6858000"/>
  <p:notesSz cx="6858000" cy="9144000"/>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6d711423d3c4113" /><Relationship Type="http://schemas.openxmlformats.org/officeDocument/2006/relationships/slideMaster" Target="/ppt/slideMasters/slideMaster1.xml" Id="Rb4dff154ddde44a5" /><Relationship Type="http://schemas.openxmlformats.org/officeDocument/2006/relationships/notesMaster" Target="/ppt/notesMasters/notesMaster1.xml" Id="R6e69315045e945ee" /><Relationship Type="http://schemas.openxmlformats.org/officeDocument/2006/relationships/presProps" Target="/ppt/presProps.xml" Id="Rc57a23790cc84dc4" /><Relationship Type="http://schemas.openxmlformats.org/officeDocument/2006/relationships/viewProps" Target="/ppt/viewProps.xml" Id="Rea54f7d58cb64173" /><Relationship Type="http://schemas.openxmlformats.org/officeDocument/2006/relationships/tableStyles" Target="/ppt/tableStyles.xml" Id="R4d59316c7ef04c64" /><Relationship Type="http://schemas.microsoft.com/office/2018/10/relationships/authors" Target="/ppt/authors.xml" Id="Ra87f60d9b65e4c49" /><Relationship Type="http://schemas.openxmlformats.org/officeDocument/2006/relationships/slide" Target="/ppt/slides/slide1.xml" Id="Rcf31ca5f505f41e6" /><Relationship Type="http://schemas.openxmlformats.org/officeDocument/2006/relationships/slide" Target="/ppt/slides/slide2.xml" Id="Raf5e4f4a37684bc8" /><Relationship Type="http://schemas.openxmlformats.org/officeDocument/2006/relationships/slide" Target="/ppt/slides/slide3.xml" Id="R64fdb98726ac46b6" /><Relationship Type="http://schemas.openxmlformats.org/officeDocument/2006/relationships/slide" Target="/ppt/slides/slide4.xml" Id="Rd7afed5bc1f041f5" /><Relationship Type="http://schemas.openxmlformats.org/officeDocument/2006/relationships/slide" Target="/ppt/slides/slide5.xml" Id="R95fbf17be10b463c" /><Relationship Type="http://schemas.openxmlformats.org/officeDocument/2006/relationships/slide" Target="/ppt/slides/slide6.xml" Id="Ref20053a2892496c" /><Relationship Type="http://schemas.openxmlformats.org/officeDocument/2006/relationships/slide" Target="/ppt/slides/slide7.xml" Id="R838d02d99e2b48b5" /><Relationship Type="http://schemas.openxmlformats.org/officeDocument/2006/relationships/slide" Target="/ppt/slides/slide8.xml" Id="Rfe9555c07f72408b" /><Relationship Type="http://schemas.openxmlformats.org/officeDocument/2006/relationships/slide" Target="/ppt/slides/slide9.xml" Id="R882a3146bcf24b5b" /><Relationship Type="http://schemas.openxmlformats.org/officeDocument/2006/relationships/slide" Target="/ppt/slides/slide10.xml" Id="Ra8fe415a119f46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383e99b2644e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e21a7251cf4984" /><Relationship Type="http://schemas.openxmlformats.org/officeDocument/2006/relationships/notesMaster" Target="/ppt/notesMasters/notesMaster1.xml" Id="R91e442fae8ac47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707cf8943547db" /><Relationship Type="http://schemas.openxmlformats.org/officeDocument/2006/relationships/notesMaster" Target="/ppt/notesMasters/notesMaster1.xml" Id="Rdade0531c2da46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ee8cb32ee34517" /><Relationship Type="http://schemas.openxmlformats.org/officeDocument/2006/relationships/notesMaster" Target="/ppt/notesMasters/notesMaster1.xml" Id="R174af2b4460f44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61be0ea96a4739" /><Relationship Type="http://schemas.openxmlformats.org/officeDocument/2006/relationships/notesMaster" Target="/ppt/notesMasters/notesMaster1.xml" Id="R7c663694854c4b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f0de05c536485e" /><Relationship Type="http://schemas.openxmlformats.org/officeDocument/2006/relationships/notesMaster" Target="/ppt/notesMasters/notesMaster1.xml" Id="Ra0cc1b68f7dc46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df986c816b47c9" /><Relationship Type="http://schemas.openxmlformats.org/officeDocument/2006/relationships/notesMaster" Target="/ppt/notesMasters/notesMaster1.xml" Id="Ra417bc6916474f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7bf09a4e9e497d" /><Relationship Type="http://schemas.openxmlformats.org/officeDocument/2006/relationships/notesMaster" Target="/ppt/notesMasters/notesMaster1.xml" Id="Rbf835c02ced547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9ccb4990dc4fe1" /><Relationship Type="http://schemas.openxmlformats.org/officeDocument/2006/relationships/notesMaster" Target="/ppt/notesMasters/notesMaster1.xml" Id="R3ea6af7b39fd4f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4525196d9b4d5b" /><Relationship Type="http://schemas.openxmlformats.org/officeDocument/2006/relationships/notesMaster" Target="/ppt/notesMasters/notesMaster1.xml" Id="R91b7fbdc74f043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5b46252d0d4f94" /><Relationship Type="http://schemas.openxmlformats.org/officeDocument/2006/relationships/notesMaster" Target="/ppt/notesMasters/notesMaster1.xml" Id="R1352e17d406244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https://docs.oracle.com/en/enterprise-manager/cloud-control/enterprise-manager-cloud-control/13.5/emcon/enterprise-manager-architecture.html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https://docs.oracle.com/en-us/iaas/log-analytics/doc/logging-analytics1.html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https://docs.oracle.com/en-us/iaas/log-analytics/doc/kubernetes-solution.html (accessed 2026-07-30)</a:t>
            </a:r>
          </a:p>
          <a:p xmlns:a="http://schemas.openxmlformats.org/drawingml/2006/main">
            <a:r>
              <a:t>- https://docs.oracle.com/en-us/iaas/application-performance-monitoring/home.htm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https://docs.oracle.com/en/enterprise-manager/cloud-control/enterprise-manager-cloud-control/13.5/oemli/enterprise-database-management.html (accessed 2026-07-30)</a:t>
            </a:r>
          </a:p>
          <a:p xmlns:a="http://schemas.openxmlformats.org/drawingml/2006/main">
            <a:r>
              <a:t>- https://docs.oracle.com/en-us/iaas/log-analytics/doc/use-loganai.html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https://docs.oracle.com/en-us/iaas/log-analytics/doc/kubernetes-solution.html (accessed 2026-07-30)</a:t>
            </a:r>
          </a:p>
          <a:p xmlns:a="http://schemas.openxmlformats.org/drawingml/2006/main">
            <a:r>
              <a:t>- https://docs.oracle.com/en-us/iaas/log-analytics/doc/prerequisites-using-loganai.html (accessed 2026-07-30)</a:t>
            </a:r>
          </a:p>
          <a:p xmlns:a="http://schemas.openxmlformats.org/drawingml/2006/main">
            <a:r>
              <a:t>- https://docs.oracle.com/en/enterprise-manager/cloud-control/enterprise-manager-cloud-control/13.5/oemli/enterprise-database-management.html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f7c274c8184a2d" /><Relationship Type="http://schemas.openxmlformats.org/officeDocument/2006/relationships/image" Target="/ppt/media/image.png" Id="R399a1847bd85438f" /><Relationship Type="http://schemas.openxmlformats.org/officeDocument/2006/relationships/image" Target="/ppt/media/image.svg" Id="R19afad64b4fa4f62" /><Relationship Type="http://schemas.openxmlformats.org/officeDocument/2006/relationships/image" Target="/ppt/media/image.emf" Id="R7bd63d96dc2c4c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c6ac3df93044ad" /><Relationship Type="http://schemas.openxmlformats.org/officeDocument/2006/relationships/image" Target="/ppt/media/image2.png" Id="R9ddbf3b6815e45ea" /><Relationship Type="http://schemas.openxmlformats.org/officeDocument/2006/relationships/image" Target="/ppt/media/image.jpeg" Id="Re66df6d75bcd4438" /><Relationship Type="http://schemas.openxmlformats.org/officeDocument/2006/relationships/image" Target="/ppt/media/image2.svg" Id="R648f289840f34a3c" /><Relationship Type="http://schemas.openxmlformats.org/officeDocument/2006/relationships/image" Target="/ppt/media/image.emf" Id="R03f51304c7f54f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ef956fca2a4ded" /><Relationship Type="http://schemas.openxmlformats.org/officeDocument/2006/relationships/image" Target="/ppt/media/image3.png" Id="Rb44d7802a248489b" /><Relationship Type="http://schemas.openxmlformats.org/officeDocument/2006/relationships/image" Target="/ppt/media/image.emf" Id="R134a458be5f447d2" /><Relationship Type="http://schemas.openxmlformats.org/officeDocument/2006/relationships/image" Target="/ppt/media/image.svg" Id="R4f85c61b302a46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249a59c17c4f3e" /><Relationship Type="http://schemas.openxmlformats.org/officeDocument/2006/relationships/image" Target="/ppt/media/image4.png" Id="R82a1c0a2ebb24a8c" /><Relationship Type="http://schemas.openxmlformats.org/officeDocument/2006/relationships/image" Target="/ppt/media/image.jpeg" Id="R4cd06ce1394f4e1b" /><Relationship Type="http://schemas.openxmlformats.org/officeDocument/2006/relationships/image" Target="/ppt/media/image2.svg" Id="R112dfd8beeac42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fae80f0da94e7c" /><Relationship Type="http://schemas.openxmlformats.org/officeDocument/2006/relationships/image" Target="/ppt/media/image.emf" Id="R661f00da85204388" /><Relationship Type="http://schemas.openxmlformats.org/officeDocument/2006/relationships/image" Target="/ppt/media/image.svg" Id="Re8182986c4f74a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05d2adacaa425e" /><Relationship Type="http://schemas.openxmlformats.org/officeDocument/2006/relationships/image" Target="/ppt/media/image2.jpeg" Id="R5cf50bbec9ad4d4d" /><Relationship Type="http://schemas.openxmlformats.org/officeDocument/2006/relationships/image" Target="/ppt/media/image.emf" Id="R833667a55d484ca2" /><Relationship Type="http://schemas.openxmlformats.org/officeDocument/2006/relationships/image" Target="/ppt/media/image.svg" Id="R5a4e103e34b5410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4fdfd0501d1453e" /><Relationship Type="http://schemas.openxmlformats.org/officeDocument/2006/relationships/image" Target="/ppt/media/image.jpeg" Id="Rc5489977f9ad47c5" /><Relationship Type="http://schemas.openxmlformats.org/officeDocument/2006/relationships/image" Target="/ppt/media/image.emf" Id="R1e9a39ea6b3342eb" /><Relationship Type="http://schemas.openxmlformats.org/officeDocument/2006/relationships/image" Target="/ppt/media/image.svg" Id="R22d5852f31a4468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c5efc74998e46ce" /><Relationship Type="http://schemas.openxmlformats.org/officeDocument/2006/relationships/image" Target="/ppt/media/image3.jpeg" Id="R1f835623a7b84a04" /><Relationship Type="http://schemas.openxmlformats.org/officeDocument/2006/relationships/image" Target="/ppt/media/image.emf" Id="R6a3003298fb241ce" /><Relationship Type="http://schemas.openxmlformats.org/officeDocument/2006/relationships/image" Target="/ppt/media/image.svg" Id="R2314240059814fd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6110344bb09443a" /><Relationship Type="http://schemas.openxmlformats.org/officeDocument/2006/relationships/image" Target="/ppt/media/image4.jpeg" Id="R5f41f3a4a95d463b" /><Relationship Type="http://schemas.openxmlformats.org/officeDocument/2006/relationships/image" Target="/ppt/media/image.emf" Id="R944471bfc2f94d83" /><Relationship Type="http://schemas.openxmlformats.org/officeDocument/2006/relationships/image" Target="/ppt/media/image.svg" Id="Rf84609f105fc41e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c30b2ef7e53427b" /><Relationship Type="http://schemas.openxmlformats.org/officeDocument/2006/relationships/image" Target="/ppt/media/image5.jpeg" Id="R2b90ca1611024ef4" /><Relationship Type="http://schemas.openxmlformats.org/officeDocument/2006/relationships/image" Target="/ppt/media/image.emf" Id="R992706fcfd3340b9" /><Relationship Type="http://schemas.openxmlformats.org/officeDocument/2006/relationships/image" Target="/ppt/media/image.svg" Id="Ra8f4281fec6140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f612b7263234144" /><Relationship Type="http://schemas.openxmlformats.org/officeDocument/2006/relationships/image" Target="/ppt/media/image6.jpeg" Id="R5f019ce39a4549d5" /><Relationship Type="http://schemas.openxmlformats.org/officeDocument/2006/relationships/image" Target="/ppt/media/image.emf" Id="R4794175bcb1646b4" /><Relationship Type="http://schemas.openxmlformats.org/officeDocument/2006/relationships/image" Target="/ppt/media/image.svg" Id="Rd7c912131eb74fe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8a540941cc0469d" /><Relationship Type="http://schemas.openxmlformats.org/officeDocument/2006/relationships/image" Target="/ppt/media/image7.jpeg" Id="R625fc7f3608f45b7" /><Relationship Type="http://schemas.openxmlformats.org/officeDocument/2006/relationships/image" Target="/ppt/media/image.emf" Id="R6aabb47bc1e14367" /><Relationship Type="http://schemas.openxmlformats.org/officeDocument/2006/relationships/image" Target="/ppt/media/image.svg" Id="Ra5e0d0122a9c401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d23a74f0a5684ceb" /><Relationship Type="http://schemas.openxmlformats.org/officeDocument/2006/relationships/image" Target="/ppt/media/image8.jpeg" Id="Rf75984bd2b75443a" /><Relationship Type="http://schemas.openxmlformats.org/officeDocument/2006/relationships/image" Target="/ppt/media/image.emf" Id="R4a8a8bc0ee864910" /><Relationship Type="http://schemas.openxmlformats.org/officeDocument/2006/relationships/image" Target="/ppt/media/image.svg" Id="R35a155e277b1463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096c6b11d7f3414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a29e9ef2205a4de4" /><Relationship Type="http://schemas.openxmlformats.org/officeDocument/2006/relationships/image" Target="/ppt/media/image.emf" Id="Rb7c8c50283b14ca9"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437bb865780a4477" /><Relationship Type="http://schemas.openxmlformats.org/officeDocument/2006/relationships/image" Target="/ppt/media/image.emf" Id="Re4965dbe2d19432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5ef59c11da54e64" /><Relationship Type="http://schemas.openxmlformats.org/officeDocument/2006/relationships/image" Target="/ppt/media/image5.png" Id="R30c6783b5fbd4688"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034ecccb7728437d" /><Relationship Type="http://schemas.openxmlformats.org/officeDocument/2006/relationships/image" Target="/ppt/media/image6.png" Id="R7ce9bc4f16c74a66"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7fc5699f946d40c4" /><Relationship Type="http://schemas.openxmlformats.org/officeDocument/2006/relationships/image" Target="/ppt/media/image9.jpeg" Id="R3b2a4c2e8fd34159"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a5dc8ed2564045c3" /><Relationship Type="http://schemas.openxmlformats.org/officeDocument/2006/relationships/image" Target="/ppt/media/image10.jpeg" Id="R1c34949b8db64ee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d0992e56f18c4fdb" /><Relationship Type="http://schemas.openxmlformats.org/officeDocument/2006/relationships/image" Target="/ppt/media/image11.jpeg" Id="R3ae8700d82704797"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b1a621ef5c9d4bbb" /><Relationship Type="http://schemas.openxmlformats.org/officeDocument/2006/relationships/image" Target="/ppt/media/image12.jpeg" Id="R2c6b8e32b68e4da5"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fdf35ceaf957430f" /><Relationship Type="http://schemas.openxmlformats.org/officeDocument/2006/relationships/image" Target="/ppt/media/image13.jpeg" Id="R59ae64cbbdbd4b86"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acceec1cddf94ed4" /><Relationship Type="http://schemas.openxmlformats.org/officeDocument/2006/relationships/image" Target="/ppt/media/image14.jpeg" Id="R200a9ec8e4514de0"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6892366ca2cc4693" /><Relationship Type="http://schemas.openxmlformats.org/officeDocument/2006/relationships/image" Target="/ppt/media/image15.jpeg" Id="R08070e3be0324b0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c35ce0a7d56c47db" /><Relationship Type="http://schemas.openxmlformats.org/officeDocument/2006/relationships/image" Target="/ppt/media/image16.jpeg" Id="R09b3f2d367974f6b"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1ff8bfb6c3e14b9a" /><Relationship Type="http://schemas.openxmlformats.org/officeDocument/2006/relationships/image" Target="/ppt/media/image7.png" Id="R323ce3389d7b43c7" /><Relationship Type="http://schemas.openxmlformats.org/officeDocument/2006/relationships/image" Target="/ppt/media/image.emf" Id="Ra04234581387497b"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d61a388b397c4466" /><Relationship Type="http://schemas.openxmlformats.org/officeDocument/2006/relationships/image" Target="/ppt/media/image8.png" Id="R99253bd943fb44f8" /><Relationship Type="http://schemas.openxmlformats.org/officeDocument/2006/relationships/image" Target="/ppt/media/image.emf" Id="R17d8a003f1014864"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f9180d5bc80b4b32" /><Relationship Type="http://schemas.openxmlformats.org/officeDocument/2006/relationships/image" Target="/ppt/media/image3.svg" Id="Rbe3f549f18c94267" /><Relationship Type="http://schemas.openxmlformats.org/officeDocument/2006/relationships/image" Target="/ppt/media/image3.jpeg" Id="R4dc83147741c4aa0"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2bab33ed28304836" /><Relationship Type="http://schemas.openxmlformats.org/officeDocument/2006/relationships/image" Target="/ppt/media/image3.jpeg" Id="Rb25f86c971b64071" /><Relationship Type="http://schemas.openxmlformats.org/officeDocument/2006/relationships/image" Target="/ppt/media/image3.svg" Id="R8fc5763a2df44563"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aa077c055eda419a" /><Relationship Type="http://schemas.openxmlformats.org/officeDocument/2006/relationships/image" Target="/ppt/media/image3.jpeg" Id="Rb8ae382b1c294b6f" /><Relationship Type="http://schemas.openxmlformats.org/officeDocument/2006/relationships/image" Target="/ppt/media/image3.svg" Id="Rbfe8652dc1de4959"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327debf6b9974444" /><Relationship Type="http://schemas.openxmlformats.org/officeDocument/2006/relationships/image" Target="/ppt/media/image3.jpeg" Id="Rb8d1099d7c6e4566" /><Relationship Type="http://schemas.openxmlformats.org/officeDocument/2006/relationships/image" Target="/ppt/media/image3.svg" Id="Rc06e961b532b4220"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e28cca7af2814aae" /><Relationship Type="http://schemas.openxmlformats.org/officeDocument/2006/relationships/image" Target="/ppt/media/image4.svg" Id="R6f13f03aa3ca4058" /><Relationship Type="http://schemas.openxmlformats.org/officeDocument/2006/relationships/image" Target="/ppt/media/image4.jpeg" Id="R7a8f02deaf264172" /><Relationship Type="http://schemas.openxmlformats.org/officeDocument/2006/relationships/image" Target="/ppt/media/image.emf" Id="Ra58c74580d9d4f76"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58598469be5649cc" /><Relationship Type="http://schemas.openxmlformats.org/officeDocument/2006/relationships/image" Target="/ppt/media/image5.svg" Id="Ra2980f579fbc4c2b" /><Relationship Type="http://schemas.openxmlformats.org/officeDocument/2006/relationships/image" Target="/ppt/media/image5.jpeg" Id="Rf2172e43be594c99"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46378027c8f445a9" /><Relationship Type="http://schemas.openxmlformats.org/officeDocument/2006/relationships/image" Target="/ppt/media/image6.svg" Id="Rccef406b6a9a4d79" /><Relationship Type="http://schemas.openxmlformats.org/officeDocument/2006/relationships/image" Target="/ppt/media/image6.jpeg" Id="R4f6057e1fe89466d" /><Relationship Type="http://schemas.openxmlformats.org/officeDocument/2006/relationships/image" Target="/ppt/media/image.emf" Id="R8662b24275d9493e"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148fae8a58c2469a" /><Relationship Type="http://schemas.openxmlformats.org/officeDocument/2006/relationships/image" Target="/ppt/media/image.emf" Id="R765f2f62bc9f4bd5" /><Relationship Type="http://schemas.openxmlformats.org/officeDocument/2006/relationships/image" Target="/ppt/media/image7.svg" Id="R22e691fb328343b5" /><Relationship Type="http://schemas.openxmlformats.org/officeDocument/2006/relationships/image" Target="/ppt/media/image7.jpeg" Id="Rdf55dded6d1e4387"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14e936b634b347a9"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0ec6b83cdd9b4e73"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191164313ad04576"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1f0d722d78a0424e" /><Relationship Type="http://schemas.openxmlformats.org/officeDocument/2006/relationships/image" Target="/ppt/media/image3.jpeg" Id="R93b52b7358ad4bdc" /><Relationship Type="http://schemas.openxmlformats.org/officeDocument/2006/relationships/image" Target="/ppt/media/image3.svg" Id="Rf3a424a10e944ed4"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b5397e8d41524cc8" /><Relationship Type="http://schemas.openxmlformats.org/officeDocument/2006/relationships/image" Target="/ppt/media/image3.jpeg" Id="R5de51c92c1eb4fc0" /><Relationship Type="http://schemas.openxmlformats.org/officeDocument/2006/relationships/image" Target="/ppt/media/image3.svg" Id="R703286e671b2468e"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79288f9a69db41ca" /><Relationship Type="http://schemas.openxmlformats.org/officeDocument/2006/relationships/image" Target="/ppt/media/image3.jpeg" Id="R1209e9479a6e4b63" /><Relationship Type="http://schemas.openxmlformats.org/officeDocument/2006/relationships/image" Target="/ppt/media/image3.svg" Id="Rb1f4103b9a7243d2"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63e28c4f2a254331" /><Relationship Type="http://schemas.openxmlformats.org/officeDocument/2006/relationships/image" Target="/ppt/media/image3.jpeg" Id="R8267a97b7c2a43f0" /><Relationship Type="http://schemas.openxmlformats.org/officeDocument/2006/relationships/image" Target="/ppt/media/image3.svg" Id="Re46db3675acd48c9"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f9d29b30fb004956" /><Relationship Type="http://schemas.openxmlformats.org/officeDocument/2006/relationships/image" Target="/ppt/media/image3.jpeg" Id="R08d515ab795b453a" /><Relationship Type="http://schemas.openxmlformats.org/officeDocument/2006/relationships/image" Target="/ppt/media/image3.svg" Id="R8702c3853c6849c3"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3ef3405964fc4780" /><Relationship Type="http://schemas.openxmlformats.org/officeDocument/2006/relationships/image" Target="/ppt/media/image3.jpeg" Id="R67c53c0721d3428f" /><Relationship Type="http://schemas.openxmlformats.org/officeDocument/2006/relationships/image" Target="/ppt/media/image3.svg" Id="Rdbdb5f1c5a54477c"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710ddf07abb04092" /><Relationship Type="http://schemas.openxmlformats.org/officeDocument/2006/relationships/image" Target="/ppt/media/image3.jpeg" Id="R54af4cb118654abe" /><Relationship Type="http://schemas.openxmlformats.org/officeDocument/2006/relationships/image" Target="/ppt/media/image3.svg" Id="R48b30eb576014bd7"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ffd18a393a16438a" /><Relationship Type="http://schemas.openxmlformats.org/officeDocument/2006/relationships/image" Target="/ppt/media/image3.jpeg" Id="R1e6d0ee9fdfb471c" /><Relationship Type="http://schemas.openxmlformats.org/officeDocument/2006/relationships/image" Target="/ppt/media/image3.svg" Id="R539291ee41644907"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e859c384ec874522" /><Relationship Type="http://schemas.openxmlformats.org/officeDocument/2006/relationships/image" Target="/ppt/media/image3.jpeg" Id="Ra8f8cea2f51e480b" /><Relationship Type="http://schemas.openxmlformats.org/officeDocument/2006/relationships/image" Target="/ppt/media/image3.svg" Id="R023923dd966149ec" /><Relationship Type="http://schemas.openxmlformats.org/officeDocument/2006/relationships/image" Target="/ppt/media/image.emf" Id="R72d37b1e928b42f0"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cc16f1fba8484754" /><Relationship Type="http://schemas.openxmlformats.org/officeDocument/2006/relationships/image" Target="/ppt/media/image8.svg" Id="R1682174b3f5a4513" /><Relationship Type="http://schemas.openxmlformats.org/officeDocument/2006/relationships/image" Target="/ppt/media/image8.jpeg" Id="R2baaca22e83b46c8"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7515aab834d44fdb" /><Relationship Type="http://schemas.openxmlformats.org/officeDocument/2006/relationships/image" Target="/ppt/media/image9.svg" Id="R8b14438434274b25" /><Relationship Type="http://schemas.openxmlformats.org/officeDocument/2006/relationships/image" Target="/ppt/media/image9.jpeg" Id="R58ed5afb0120453f"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3b7d44881e0d45b6" /><Relationship Type="http://schemas.openxmlformats.org/officeDocument/2006/relationships/image" Target="/ppt/media/image9.jpeg" Id="R21d3150f0dfc4fdd" /><Relationship Type="http://schemas.openxmlformats.org/officeDocument/2006/relationships/image" Target="/ppt/media/image9.svg" Id="Rdda59cb3e19043ee"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xml" Id="Rb7685384a88741b2" /><Relationship Type="http://schemas.openxmlformats.org/officeDocument/2006/relationships/image" Target="/ppt/media/image9.jpeg" Id="R7a4885ab55a14d0e" /><Relationship Type="http://schemas.openxmlformats.org/officeDocument/2006/relationships/image" Target="/ppt/media/image9.svg" Id="Rbebe5d85354242a4"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xml" Id="R4ad6612a2f80490a"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xml" Id="Rbf7c2a7308aa45c5"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xml" Id="R6e674b2d6e604be9"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xml" Id="Re5c155d5a3c34264"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xml" Id="R2d025e6006cb4f4b"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xml" Id="R78a06ef217794f9f"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xml" Id="R2eb447cc69ba424c"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xml" Id="R1e2d0126da244027"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xml" Id="Rf865eea5464f49f7"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xml" Id="R9decf2740c2747c0"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xml" Id="Rd464a999d645451d"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1.xml" Id="Rb6445fa1dbb44ecf"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1.xml" Id="R43642f05778646c7"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1.xml" Id="R660bdb0b82d545ae"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1.xml" Id="R13273e03d244473a"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1.xml" Id="R0deaa56ae6ed43dd"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1.xml" Id="R374827b1086641c3"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1.xml" Id="R7735584021ac4cc6"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1.xml" Id="R6ceb7370976f4061"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1.xml" Id="Ra1a999e602354beb"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1.xml" Id="Rf14cbdb45c4648b8"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1.xml" Id="Ra0ba7c6393884b52"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1.xml" Id="R8db936503f4d433e"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1.xml" Id="R96415a7b18b44135" /></Relationships>
</file>

<file path=ppt/slideLayouts/_rels/slideLayout77.xml.rels>&#65279;<?xml version="1.0" encoding="utf-8"?><Relationships xmlns="http://schemas.openxmlformats.org/package/2006/relationships"><Relationship Type="http://schemas.openxmlformats.org/officeDocument/2006/relationships/slideMaster" Target="/ppt/slideMasters/slideMaster1.xml" Id="R88ce6a17a98b457c" /></Relationships>
</file>

<file path=ppt/slideLayouts/_rels/slideLayout78.xml.rels>&#65279;<?xml version="1.0" encoding="utf-8"?><Relationships xmlns="http://schemas.openxmlformats.org/package/2006/relationships"><Relationship Type="http://schemas.openxmlformats.org/officeDocument/2006/relationships/slideMaster" Target="/ppt/slideMasters/slideMaster1.xml" Id="Rae271dd6512b428b" /></Relationships>
</file>

<file path=ppt/slideLayouts/_rels/slideLayout79.xml.rels>&#65279;<?xml version="1.0" encoding="utf-8"?><Relationships xmlns="http://schemas.openxmlformats.org/package/2006/relationships"><Relationship Type="http://schemas.openxmlformats.org/officeDocument/2006/relationships/slideMaster" Target="/ppt/slideMasters/slideMaster1.xml" Id="R0e6f1075eb774012" /><Relationship Type="http://schemas.openxmlformats.org/officeDocument/2006/relationships/image" Target="/ppt/media/image.emf" Id="R5ef489d3ed3d4bfd" /></Relationships>
</file>

<file path=ppt/slideLayouts/_rels/slideLayout80.xml.rels>&#65279;<?xml version="1.0" encoding="utf-8"?><Relationships xmlns="http://schemas.openxmlformats.org/package/2006/relationships"><Relationship Type="http://schemas.openxmlformats.org/officeDocument/2006/relationships/slideMaster" Target="/ppt/slideMasters/slideMaster1.xml" Id="R89f2abc4721b4e4c" /><Relationship Type="http://schemas.openxmlformats.org/officeDocument/2006/relationships/image" Target="/ppt/media/image.emf" Id="Rc7cdb381e63d4234" /></Relationships>
</file>

<file path=ppt/slideLayouts/_rels/slideLayout81.xml.rels>&#65279;<?xml version="1.0" encoding="utf-8"?><Relationships xmlns="http://schemas.openxmlformats.org/package/2006/relationships"><Relationship Type="http://schemas.openxmlformats.org/officeDocument/2006/relationships/slideMaster" Target="/ppt/slideMasters/slideMaster1.xml" Id="Rd6d50283d79b465b"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1.xml" Id="R8e714e9f2c2f4634" /></Relationships>
</file>

<file path=ppt/slideLayouts/_rels/slideLayout83.xml.rels>&#65279;<?xml version="1.0" encoding="utf-8"?><Relationships xmlns="http://schemas.openxmlformats.org/package/2006/relationships"><Relationship Type="http://schemas.openxmlformats.org/officeDocument/2006/relationships/slideMaster" Target="/ppt/slideMasters/slideMaster1.xml" Id="R935808a70ead47af" /></Relationships>
</file>

<file path=ppt/slideLayouts/_rels/slideLayout84.xml.rels>&#65279;<?xml version="1.0" encoding="utf-8"?><Relationships xmlns="http://schemas.openxmlformats.org/package/2006/relationships"><Relationship Type="http://schemas.openxmlformats.org/officeDocument/2006/relationships/slideMaster" Target="/ppt/slideMasters/slideMaster1.xml" Id="R2ed594359c654896" /></Relationships>
</file>

<file path=ppt/slideLayouts/_rels/slideLayout85.xml.rels>&#65279;<?xml version="1.0" encoding="utf-8"?><Relationships xmlns="http://schemas.openxmlformats.org/package/2006/relationships"><Relationship Type="http://schemas.openxmlformats.org/officeDocument/2006/relationships/slideMaster" Target="/ppt/slideMasters/slideMaster1.xml" Id="R98f7f83266ec4f2c" /></Relationships>
</file>

<file path=ppt/slideLayouts/_rels/slideLayout86.xml.rels>&#65279;<?xml version="1.0" encoding="utf-8"?><Relationships xmlns="http://schemas.openxmlformats.org/package/2006/relationships"><Relationship Type="http://schemas.openxmlformats.org/officeDocument/2006/relationships/slideMaster" Target="/ppt/slideMasters/slideMaster1.xml" Id="R9941ff340278444b" /></Relationships>
</file>

<file path=ppt/slideLayouts/_rels/slideLayout87.xml.rels>&#65279;<?xml version="1.0" encoding="utf-8"?><Relationships xmlns="http://schemas.openxmlformats.org/package/2006/relationships"><Relationship Type="http://schemas.openxmlformats.org/officeDocument/2006/relationships/slideMaster" Target="/ppt/slideMasters/slideMaster1.xml" Id="R23554b2466ed4440" /></Relationships>
</file>

<file path=ppt/slideLayouts/_rels/slideLayout88.xml.rels>&#65279;<?xml version="1.0" encoding="utf-8"?><Relationships xmlns="http://schemas.openxmlformats.org/package/2006/relationships"><Relationship Type="http://schemas.openxmlformats.org/officeDocument/2006/relationships/slideMaster" Target="/ppt/slideMasters/slideMaster1.xml" Id="Rebd4fe56c77b43f6" /></Relationships>
</file>

<file path=ppt/slideLayouts/_rels/slideLayout89.xml.rels>&#65279;<?xml version="1.0" encoding="utf-8"?><Relationships xmlns="http://schemas.openxmlformats.org/package/2006/relationships"><Relationship Type="http://schemas.openxmlformats.org/officeDocument/2006/relationships/slideMaster" Target="/ppt/slideMasters/slideMaster1.xml" Id="Rf5cb2571878b4f36" /></Relationships>
</file>

<file path=ppt/slideLayouts/_rels/slideLayout90.xml.rels>&#65279;<?xml version="1.0" encoding="utf-8"?><Relationships xmlns="http://schemas.openxmlformats.org/package/2006/relationships"><Relationship Type="http://schemas.openxmlformats.org/officeDocument/2006/relationships/slideMaster" Target="/ppt/slideMasters/slideMaster1.xml" Id="Ra2f52d07009b4d00" /></Relationships>
</file>

<file path=ppt/slideLayouts/_rels/slideLayout91.xml.rels>&#65279;<?xml version="1.0" encoding="utf-8"?><Relationships xmlns="http://schemas.openxmlformats.org/package/2006/relationships"><Relationship Type="http://schemas.openxmlformats.org/officeDocument/2006/relationships/slideMaster" Target="/ppt/slideMasters/slideMaster1.xml" Id="Rc37ae253f2d34c3f" /></Relationships>
</file>

<file path=ppt/slideLayouts/_rels/slideLayout92.xml.rels>&#65279;<?xml version="1.0" encoding="utf-8"?><Relationships xmlns="http://schemas.openxmlformats.org/package/2006/relationships"><Relationship Type="http://schemas.openxmlformats.org/officeDocument/2006/relationships/slideMaster" Target="/ppt/slideMasters/slideMaster1.xml" Id="R88bf98ac82ca4e8d" /></Relationships>
</file>

<file path=ppt/slideLayouts/_rels/slideLayout93.xml.rels>&#65279;<?xml version="1.0" encoding="utf-8"?><Relationships xmlns="http://schemas.openxmlformats.org/package/2006/relationships"><Relationship Type="http://schemas.openxmlformats.org/officeDocument/2006/relationships/slideMaster" Target="/ppt/slideMasters/slideMaster1.xml" Id="Rded019d661f64064" /></Relationships>
</file>

<file path=ppt/slideLayouts/_rels/slideLayout94.xml.rels>&#65279;<?xml version="1.0" encoding="utf-8"?><Relationships xmlns="http://schemas.openxmlformats.org/package/2006/relationships"><Relationship Type="http://schemas.openxmlformats.org/officeDocument/2006/relationships/slideMaster" Target="/ppt/slideMasters/slideMaster1.xml" Id="Re14653ea201e4ba6" /></Relationships>
</file>

<file path=ppt/slideLayouts/_rels/slideLayout95.xml.rels>&#65279;<?xml version="1.0" encoding="utf-8"?><Relationships xmlns="http://schemas.openxmlformats.org/package/2006/relationships"><Relationship Type="http://schemas.openxmlformats.org/officeDocument/2006/relationships/slideMaster" Target="/ppt/slideMasters/slideMaster1.xml" Id="Rbe53d6a122eb44b1" /></Relationships>
</file>

<file path=ppt/slideLayouts/_rels/slideLayout96.xml.rels>&#65279;<?xml version="1.0" encoding="utf-8"?><Relationships xmlns="http://schemas.openxmlformats.org/package/2006/relationships"><Relationship Type="http://schemas.openxmlformats.org/officeDocument/2006/relationships/slideMaster" Target="/ppt/slideMasters/slideMaster1.xml" Id="Racefaa37496d4b1b" /><Relationship Type="http://schemas.openxmlformats.org/officeDocument/2006/relationships/image" Target="/ppt/media/image9.png" Id="R3b22a8130f6f4ad9" /></Relationships>
</file>

<file path=ppt/slideLayouts/_rels/slideLayout97.xml.rels>&#65279;<?xml version="1.0" encoding="utf-8"?><Relationships xmlns="http://schemas.openxmlformats.org/package/2006/relationships"><Relationship Type="http://schemas.openxmlformats.org/officeDocument/2006/relationships/slideMaster" Target="/ppt/slideMasters/slideMaster1.xml" Id="Rfab6cffbf5104cf3" /><Relationship Type="http://schemas.openxmlformats.org/officeDocument/2006/relationships/image" Target="/ppt/media/image9.png" Id="R2f4358ce82d34cb0" /></Relationships>
</file>

<file path=ppt/slideLayouts/_rels/slideLayout98.xml.rels>&#65279;<?xml version="1.0" encoding="utf-8"?><Relationships xmlns="http://schemas.openxmlformats.org/package/2006/relationships"><Relationship Type="http://schemas.openxmlformats.org/officeDocument/2006/relationships/slideMaster" Target="/ppt/slideMasters/slideMaster1.xml" Id="R53231e4f72754af2" /><Relationship Type="http://schemas.openxmlformats.org/officeDocument/2006/relationships/image" Target="/ppt/media/image.emf" Id="Raebf026397c5458c" /><Relationship Type="http://schemas.openxmlformats.org/officeDocument/2006/relationships/image" Target="/ppt/media/image8.jpeg" Id="R9d2f8d72c2d440b8" /><Relationship Type="http://schemas.openxmlformats.org/officeDocument/2006/relationships/image" Target="/ppt/media/image8.svg" Id="Re9d79eee377d4a03" /></Relationships>
</file>

<file path=ppt/slideLayouts/_rels/slideLayout99.xml.rels>&#65279;<?xml version="1.0" encoding="utf-8"?><Relationships xmlns="http://schemas.openxmlformats.org/package/2006/relationships"><Relationship Type="http://schemas.openxmlformats.org/officeDocument/2006/relationships/slideMaster" Target="/ppt/slideMasters/slideMaster1.xml" Id="R76ecda9b0bf24516" /><Relationship Type="http://schemas.openxmlformats.org/officeDocument/2006/relationships/image" Target="/ppt/media/image.emf" Id="Rcf742eb98ea549c0" /><Relationship Type="http://schemas.openxmlformats.org/officeDocument/2006/relationships/image" Target="/ppt/media/image8.jpeg" Id="Rde73524a37064e79" /><Relationship Type="http://schemas.openxmlformats.org/officeDocument/2006/relationships/image" Target="/ppt/media/image8.svg" Id="Re6c401c6d0a148e1" /></Relationships>
</file>

<file path=ppt/slideLayouts/_rels/slideLayout100.xml.rels>&#65279;<?xml version="1.0" encoding="utf-8"?><Relationships xmlns="http://schemas.openxmlformats.org/package/2006/relationships"><Relationship Type="http://schemas.openxmlformats.org/officeDocument/2006/relationships/slideMaster" Target="/ppt/slideMasters/slideMaster1.xml" Id="Rb4d8ac8cd46d4873" /></Relationships>
</file>

<file path=ppt/slideLayouts/_rels/slideLayout101.xml.rels>&#65279;<?xml version="1.0" encoding="utf-8"?><Relationships xmlns="http://schemas.openxmlformats.org/package/2006/relationships"><Relationship Type="http://schemas.openxmlformats.org/officeDocument/2006/relationships/slideMaster" Target="/ppt/slideMasters/slideMaster1.xml" Id="R6f245431e1b74929" /></Relationships>
</file>

<file path=ppt/slideLayouts/_rels/slideLayout102.xml.rels>&#65279;<?xml version="1.0" encoding="utf-8"?><Relationships xmlns="http://schemas.openxmlformats.org/package/2006/relationships"><Relationship Type="http://schemas.openxmlformats.org/officeDocument/2006/relationships/slideMaster" Target="/ppt/slideMasters/slideMaster1.xml" Id="R1b702fe9d57546f6" /></Relationships>
</file>

<file path=ppt/slideLayouts/_rels/slideLayout103.xml.rels>&#65279;<?xml version="1.0" encoding="utf-8"?><Relationships xmlns="http://schemas.openxmlformats.org/package/2006/relationships"><Relationship Type="http://schemas.openxmlformats.org/officeDocument/2006/relationships/slideMaster" Target="/ppt/slideMasters/slideMaster1.xml" Id="R97767bb744c048c5" /></Relationships>
</file>

<file path=ppt/slideLayouts/_rels/slideLayout104.xml.rels>&#65279;<?xml version="1.0" encoding="utf-8"?><Relationships xmlns="http://schemas.openxmlformats.org/package/2006/relationships"><Relationship Type="http://schemas.openxmlformats.org/officeDocument/2006/relationships/slideMaster" Target="/ppt/slideMasters/slideMaster1.xml" Id="Rc6585592d3384573" /></Relationships>
</file>

<file path=ppt/slideLayouts/_rels/slideLayout105.xml.rels>&#65279;<?xml version="1.0" encoding="utf-8"?><Relationships xmlns="http://schemas.openxmlformats.org/package/2006/relationships"><Relationship Type="http://schemas.openxmlformats.org/officeDocument/2006/relationships/slideMaster" Target="/ppt/slideMasters/slideMaster1.xml" Id="R0a7167acb2a44e7b" /></Relationships>
</file>

<file path=ppt/slideLayouts/_rels/slideLayout106.xml.rels>&#65279;<?xml version="1.0" encoding="utf-8"?><Relationships xmlns="http://schemas.openxmlformats.org/package/2006/relationships"><Relationship Type="http://schemas.openxmlformats.org/officeDocument/2006/relationships/slideMaster" Target="/ppt/slideMasters/slideMaster1.xml" Id="R585a4ecbe8e64311" /><Relationship Type="http://schemas.openxmlformats.org/officeDocument/2006/relationships/image" Target="/ppt/media/image17.jpeg" Id="R644b1eb4eb0649d9" /></Relationships>
</file>

<file path=ppt/slideLayouts/_rels/slideLayout107.xml.rels>&#65279;<?xml version="1.0" encoding="utf-8"?><Relationships xmlns="http://schemas.openxmlformats.org/package/2006/relationships"><Relationship Type="http://schemas.openxmlformats.org/officeDocument/2006/relationships/slideMaster" Target="/ppt/slideMasters/slideMaster1.xml" Id="R8308f29455664352" /><Relationship Type="http://schemas.openxmlformats.org/officeDocument/2006/relationships/image" Target="/ppt/media/image18.jpeg" Id="Re5fd95c6e10f494a" /></Relationships>
</file>

<file path=ppt/slideLayouts/_rels/slideLayout108.xml.rels>&#65279;<?xml version="1.0" encoding="utf-8"?><Relationships xmlns="http://schemas.openxmlformats.org/package/2006/relationships"><Relationship Type="http://schemas.openxmlformats.org/officeDocument/2006/relationships/slideMaster" Target="/ppt/slideMasters/slideMaster1.xml" Id="Rad0cbcda50b84bce" /><Relationship Type="http://schemas.openxmlformats.org/officeDocument/2006/relationships/image" Target="/ppt/media/image19.jpeg" Id="Re5a99d237aa44217" /></Relationships>
</file>

<file path=ppt/slideLayouts/_rels/slideLayout109.xml.rels>&#65279;<?xml version="1.0" encoding="utf-8"?><Relationships xmlns="http://schemas.openxmlformats.org/package/2006/relationships"><Relationship Type="http://schemas.openxmlformats.org/officeDocument/2006/relationships/slideMaster" Target="/ppt/slideMasters/slideMaster1.xml" Id="R21de6a3c40434258" /><Relationship Type="http://schemas.openxmlformats.org/officeDocument/2006/relationships/image" Target="/ppt/media/image20.jpeg" Id="R1f16308aec2741d1" /></Relationships>
</file>

<file path=ppt/slideLayouts/_rels/slideLayout110.xml.rels>&#65279;<?xml version="1.0" encoding="utf-8"?><Relationships xmlns="http://schemas.openxmlformats.org/package/2006/relationships"><Relationship Type="http://schemas.openxmlformats.org/officeDocument/2006/relationships/slideMaster" Target="/ppt/slideMasters/slideMaster1.xml" Id="Reaa358406d1d4ff4" /><Relationship Type="http://schemas.openxmlformats.org/officeDocument/2006/relationships/image" Target="/ppt/media/image10.svg" Id="Rb113a8fd2ba44227" /><Relationship Type="http://schemas.openxmlformats.org/officeDocument/2006/relationships/image" Target="/ppt/media/image10.jpeg" Id="Rba40df67234a4a37" /></Relationships>
</file>

<file path=ppt/slideLayouts/_rels/slideLayout111.xml.rels>&#65279;<?xml version="1.0" encoding="utf-8"?><Relationships xmlns="http://schemas.openxmlformats.org/package/2006/relationships"><Relationship Type="http://schemas.openxmlformats.org/officeDocument/2006/relationships/slideMaster" Target="/ppt/slideMasters/slideMaster1.xml" Id="Rfe92b6201af64e66" /><Relationship Type="http://schemas.openxmlformats.org/officeDocument/2006/relationships/image" Target="/ppt/media/image11.svg" Id="Ra097b5693a83407a" /><Relationship Type="http://schemas.openxmlformats.org/officeDocument/2006/relationships/image" Target="/ppt/media/image11.jpeg" Id="Rcfc40714c1fd4b88" /></Relationships>
</file>

<file path=ppt/slideLayouts/_rels/slideLayout112.xml.rels>&#65279;<?xml version="1.0" encoding="utf-8"?><Relationships xmlns="http://schemas.openxmlformats.org/package/2006/relationships"><Relationship Type="http://schemas.openxmlformats.org/officeDocument/2006/relationships/slideMaster" Target="/ppt/slideMasters/slideMaster1.xml" Id="R04c64afa91154032" /></Relationships>
</file>

<file path=ppt/slideLayouts/slideLayout1.xml><?xml version="1.0" encoding="utf-8"?>
<p:sldLayout xmlns:p="http://schemas.openxmlformats.org/presentationml/2006/main" preserve="1" userDrawn="1">
  <p:cSld name="Dark - Title_Pillar">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Picture 12"/>
          <p:cNvPicPr>
            <a:picLocks xmlns:a="http://schemas.openxmlformats.org/drawingml/2006/main" noChangeAspect="1"/>
          </p:cNvPicPr>
          <p:nvPr/>
        </p:nvPicPr>
        <p:blipFill>
          <a:blip xmlns:r="http://schemas.openxmlformats.org/officeDocument/2006/relationships" xmlns:a="http://schemas.openxmlformats.org/drawingml/2006/main" r:embed="R399a1847bd85438f"/>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37" name="Oracle Logo"/>
          <p:cNvPicPr>
            <a:picLocks xmlns:a="http://schemas.openxmlformats.org/drawingml/2006/main" noChangeAspect="1"/>
          </p:cNvPicPr>
          <p:nvPr/>
        </p:nvPicPr>
        <p:blipFill>
          <a:blip xmlns:r="http://schemas.openxmlformats.org/officeDocument/2006/relationships" xmlns:a="http://schemas.openxmlformats.org/drawingml/2006/main" r:embed="R7bd63d96dc2c4cc2">
            <a:extLst>
              <a:ext uri="{96DAC541-7B7A-43D3-8B79-37D633B846F1}">
                <asvg:svgBlip xmlns:asvg="http://schemas.microsoft.com/office/drawing/2016/SVG/main" r:embed="R19afad64b4fa4f6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38" name="OTag"/>
          <p:cNvPicPr>
            <a:picLocks xmlns:a="http://schemas.openxmlformats.org/drawingml/2006/main" noChangeAspect="1"/>
          </p:cNvPicPr>
          <p:nvPr/>
        </p:nvPicPr>
        <p:blipFill>
          <a:blip xmlns:r="http://schemas.openxmlformats.org/officeDocument/2006/relationships" xmlns:a="http://schemas.openxmlformats.org/drawingml/2006/main" r:embed="R7bd63d96dc2c4cc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xml><?xml version="1.0" encoding="utf-8"?>
<p:sldLayout xmlns:p="http://schemas.openxmlformats.org/presentationml/2006/main" preserve="1" userDrawn="1">
  <p:cSld name="Light - Title_Pillar">
    <p:bg>
      <p:bgRef idx="1001">
        <a:schemeClr xmlns:a="http://schemas.openxmlformats.org/drawingml/2006/main" val="bg2"/>
      </p:bgRef>
    </p:bg>
    <p:spTree>
      <p:nvGrpSpPr>
        <p:cNvPr id="1" name=""/>
        <p:cNvGrpSpPr/>
        <p:nvPr/>
      </p:nvGrpSpPr>
      <p:grpSpPr>
        <a:xfrm xmlns:a="http://schemas.openxmlformats.org/drawingml/2006/main"/>
      </p:grpSpPr>
      <p:pic>
        <p:nvPicPr>
          <p:cNvPr id="13" name="Picture 11"/>
          <p:cNvPicPr>
            <a:picLocks xmlns:a="http://schemas.openxmlformats.org/drawingml/2006/main" noChangeAspect="1"/>
          </p:cNvPicPr>
          <p:nvPr/>
        </p:nvPicPr>
        <p:blipFill>
          <a:blip xmlns:r="http://schemas.openxmlformats.org/officeDocument/2006/relationships" xmlns:a="http://schemas.openxmlformats.org/drawingml/2006/main" r:embed="R9ddbf3b6815e45e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pic>
        <p:nvPicPr>
          <p:cNvPr id="21" name="Oracle Logo"/>
          <p:cNvPicPr>
            <a:picLocks xmlns:a="http://schemas.openxmlformats.org/drawingml/2006/main" noChangeAspect="1"/>
          </p:cNvPicPr>
          <p:nvPr/>
        </p:nvPicPr>
        <p:blipFill>
          <a:blip xmlns:r="http://schemas.openxmlformats.org/officeDocument/2006/relationships" xmlns:a="http://schemas.openxmlformats.org/drawingml/2006/main" r:embed="Re66df6d75bcd4438">
            <a:extLst>
              <a:ext uri="{96DAC541-7B7A-43D3-8B79-37D633B846F1}">
                <asvg:svgBlip xmlns:asvg="http://schemas.microsoft.com/office/drawing/2016/SVG/main" r:embed="R648f289840f34a3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03f51304c7f54ff1"/>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xml><?xml version="1.0" encoding="utf-8"?>
<p:sldLayout xmlns:p="http://schemas.openxmlformats.org/presentationml/2006/main" preserve="1" userDrawn="1">
  <p:cSld name="Dark - Title_2">
    <p:bg>
      <p:bgRef idx="1001">
        <a:schemeClr xmlns:a="http://schemas.openxmlformats.org/drawingml/2006/main" val="bg1"/>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b44d7802a248489b"/>
          <a:srcRect xmlns:a="http://schemas.openxmlformats.org/drawingml/2006/main" l="34250" t="0" r="0" b="38000"/>
          <a:stretch xmlns:a="http://schemas.openxmlformats.org/drawingml/2006/main"/>
        </p:blipFill>
        <p:spPr>
          <a:xfrm xmlns:a="http://schemas.openxmlformats.org/drawingml/2006/main">
            <a:off x="4175780" y="0"/>
            <a:ext cx="8016219" cy="4251947"/>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134a458be5f447d2">
            <a:extLst>
              <a:ext uri="{96DAC541-7B7A-43D3-8B79-37D633B846F1}">
                <asvg:svgBlip xmlns:asvg="http://schemas.microsoft.com/office/drawing/2016/SVG/main" r:embed="R4f85c61b302a465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4.xml><?xml version="1.0" encoding="utf-8"?>
<p:sldLayout xmlns:p="http://schemas.openxmlformats.org/presentationml/2006/main" preserve="1" userDrawn="1">
  <p:cSld name="Light - Title_2">
    <p:bg>
      <p:bgRef idx="1001">
        <a:schemeClr xmlns:a="http://schemas.openxmlformats.org/drawingml/2006/main" val="bg2"/>
      </p:bgRef>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1"/>
          <p:cNvPicPr>
            <a:picLocks xmlns:a="http://schemas.openxmlformats.org/drawingml/2006/main" noChangeAspect="1"/>
          </p:cNvPicPr>
          <p:nvPr/>
        </p:nvPicPr>
        <p:blipFill>
          <a:blip xmlns:r="http://schemas.openxmlformats.org/officeDocument/2006/relationships" xmlns:a="http://schemas.openxmlformats.org/drawingml/2006/main" r:embed="R82a1c0a2ebb24a8c"/>
          <a:srcRect xmlns:a="http://schemas.openxmlformats.org/drawingml/2006/main" l="32750" t="0" r="0" b="38000"/>
          <a:stretch xmlns:a="http://schemas.openxmlformats.org/drawingml/2006/main"/>
        </p:blipFill>
        <p:spPr>
          <a:xfrm xmlns:a="http://schemas.openxmlformats.org/drawingml/2006/main">
            <a:off x="3992902" y="0"/>
            <a:ext cx="8199097" cy="4251948"/>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4cd06ce1394f4e1b">
            <a:extLst>
              <a:ext uri="{96DAC541-7B7A-43D3-8B79-37D633B846F1}">
                <asvg:svgBlip xmlns:asvg="http://schemas.microsoft.com/office/drawing/2016/SVG/main" r:embed="R112dfd8beeac42a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5.xml><?xml version="1.0" encoding="utf-8"?>
<p:sldLayout xmlns:p="http://schemas.openxmlformats.org/presentationml/2006/main" preserve="1" userDrawn="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661f00da85204388">
            <a:extLst>
              <a:ext uri="{96DAC541-7B7A-43D3-8B79-37D633B846F1}">
                <asvg:svgBlip xmlns:asvg="http://schemas.microsoft.com/office/drawing/2016/SVG/main" r:embed="Re8182986c4f74aa5"/>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6.xml><?xml version="1.0" encoding="utf-8"?>
<p:sldLayout xmlns:p="http://schemas.openxmlformats.org/presentationml/2006/main" preserve="1" userDrawn="1">
  <p:cSld name="Title/Cover_3">
    <p:bg>
      <p:bgPr>
        <a:blipFill xmlns:a="http://schemas.openxmlformats.org/drawingml/2006/main" rotWithShape="1">
          <a:blip xmlns:r="http://schemas.openxmlformats.org/officeDocument/2006/relationships" r:embed="R5cf50bbec9ad4d4d">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Title (up to two lines)</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833667a55d484ca2">
            <a:extLst>
              <a:ext uri="{96DAC541-7B7A-43D3-8B79-37D633B846F1}">
                <asvg:svgBlip xmlns:asvg="http://schemas.microsoft.com/office/drawing/2016/SVG/main" r:embed="R5a4e103e34b5410d"/>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xml><?xml version="1.0" encoding="utf-8"?>
<p:sldLayout xmlns:p="http://schemas.openxmlformats.org/presentationml/2006/main" preserve="1" userDrawn="1">
  <p:cSld name="Title/Cover_4">
    <p:bg>
      <p:bgPr>
        <a:blipFill xmlns:a="http://schemas.openxmlformats.org/drawingml/2006/main" rotWithShape="1">
          <a:blip xmlns:r="http://schemas.openxmlformats.org/officeDocument/2006/relationships" r:embed="Rc5489977f9ad47c5">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1e9a39ea6b3342eb">
            <a:extLst>
              <a:ext uri="{96DAC541-7B7A-43D3-8B79-37D633B846F1}">
                <asvg:svgBlip xmlns:asvg="http://schemas.microsoft.com/office/drawing/2016/SVG/main" r:embed="R22d5852f31a4468b"/>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8.xml><?xml version="1.0" encoding="utf-8"?>
<p:sldLayout xmlns:p="http://schemas.openxmlformats.org/presentationml/2006/main" preserve="1" userDrawn="1">
  <p:cSld name="Title/Cover_5">
    <p:bg>
      <p:bgPr>
        <a:blipFill xmlns:a="http://schemas.openxmlformats.org/drawingml/2006/main" rotWithShape="1">
          <a:blip xmlns:r="http://schemas.openxmlformats.org/officeDocument/2006/relationships" r:embed="R1f835623a7b84a04">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6a3003298fb241ce">
            <a:extLst>
              <a:ext uri="{96DAC541-7B7A-43D3-8B79-37D633B846F1}">
                <asvg:svgBlip xmlns:asvg="http://schemas.microsoft.com/office/drawing/2016/SVG/main" r:embed="R2314240059814fd0"/>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9.xml><?xml version="1.0" encoding="utf-8"?>
<p:sldLayout xmlns:p="http://schemas.openxmlformats.org/presentationml/2006/main" preserve="1" userDrawn="1">
  <p:cSld name="Cover/Title_6">
    <p:bg>
      <p:bgPr>
        <a:blipFill xmlns:a="http://schemas.openxmlformats.org/drawingml/2006/main" rotWithShape="1">
          <a:blip xmlns:r="http://schemas.openxmlformats.org/officeDocument/2006/relationships" r:embed="R5f41f3a4a95d463b">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944471bfc2f94d83">
            <a:extLst>
              <a:ext uri="{96DAC541-7B7A-43D3-8B79-37D633B846F1}">
                <asvg:svgBlip xmlns:asvg="http://schemas.microsoft.com/office/drawing/2016/SVG/main" r:embed="Rf84609f105fc41e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0.xml><?xml version="1.0" encoding="utf-8"?>
<p:sldLayout xmlns:p="http://schemas.openxmlformats.org/presentationml/2006/main" preserve="1" userDrawn="1">
  <p:cSld name="Title/Cover_7">
    <p:bg>
      <p:bgPr>
        <a:blipFill xmlns:a="http://schemas.openxmlformats.org/drawingml/2006/main" rotWithShape="1">
          <a:blip xmlns:r="http://schemas.openxmlformats.org/officeDocument/2006/relationships" r:embed="R2b90ca1611024ef4">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992706fcfd3340b9">
            <a:extLst>
              <a:ext uri="{96DAC541-7B7A-43D3-8B79-37D633B846F1}">
                <asvg:svgBlip xmlns:asvg="http://schemas.microsoft.com/office/drawing/2016/SVG/main" r:embed="Ra8f4281fec61403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1.xml><?xml version="1.0" encoding="utf-8"?>
<p:sldLayout xmlns:p="http://schemas.openxmlformats.org/presentationml/2006/main" preserve="1" userDrawn="1">
  <p:cSld name="Title/Cover_8">
    <p:bg>
      <p:bgPr>
        <a:blipFill xmlns:a="http://schemas.openxmlformats.org/drawingml/2006/main" rotWithShape="1">
          <a:blip xmlns:r="http://schemas.openxmlformats.org/officeDocument/2006/relationships" r:embed="R5f019ce39a4549d5">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4794175bcb1646b4">
            <a:extLst>
              <a:ext uri="{96DAC541-7B7A-43D3-8B79-37D633B846F1}">
                <asvg:svgBlip xmlns:asvg="http://schemas.microsoft.com/office/drawing/2016/SVG/main" r:embed="Rd7c912131eb74fe0"/>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2.xml><?xml version="1.0" encoding="utf-8"?>
<p:sldLayout xmlns:p="http://schemas.openxmlformats.org/presentationml/2006/main" preserve="1" userDrawn="1">
  <p:cSld name="Title/Cover_9">
    <p:bg>
      <p:bgPr>
        <a:blipFill xmlns:a="http://schemas.openxmlformats.org/drawingml/2006/main" rotWithShape="1">
          <a:blip xmlns:r="http://schemas.openxmlformats.org/officeDocument/2006/relationships" r:embed="R625fc7f3608f45b7">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6aabb47bc1e14367">
            <a:extLst>
              <a:ext uri="{96DAC541-7B7A-43D3-8B79-37D633B846F1}">
                <asvg:svgBlip xmlns:asvg="http://schemas.microsoft.com/office/drawing/2016/SVG/main" r:embed="Ra5e0d0122a9c401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3.xml><?xml version="1.0" encoding="utf-8"?>
<p:sldLayout xmlns:p="http://schemas.openxmlformats.org/presentationml/2006/main" preserve="1" userDrawn="1">
  <p:cSld name="Title/Cover_10">
    <p:bg>
      <p:bgPr>
        <a:blipFill xmlns:a="http://schemas.openxmlformats.org/drawingml/2006/main" rotWithShape="1">
          <a:blip xmlns:r="http://schemas.openxmlformats.org/officeDocument/2006/relationships" r:embed="Rf75984bd2b75443a">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4a8a8bc0ee864910">
            <a:extLst>
              <a:ext uri="{96DAC541-7B7A-43D3-8B79-37D633B846F1}">
                <asvg:svgBlip xmlns:asvg="http://schemas.microsoft.com/office/drawing/2016/SVG/main" r:embed="R35a155e277b1463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4.xml><?xml version="1.0" encoding="utf-8"?>
<p:sldLayout xmlns:p="http://schemas.openxmlformats.org/presentationml/2006/main" preserve="1" userDrawn="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5.xml><?xml version="1.0" encoding="utf-8"?>
<p:sldLayout xmlns:p="http://schemas.openxmlformats.org/presentationml/2006/main" preserve="1" userDrawn="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b7c8c50283b14ca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6.xml><?xml version="1.0" encoding="utf-8"?>
<p:sldLayout xmlns:p="http://schemas.openxmlformats.org/presentationml/2006/main" preserve="1" userDrawn="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e4965dbe2d19432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7.xml><?xml version="1.0" encoding="utf-8"?>
<p:sldLayout xmlns:p="http://schemas.openxmlformats.org/presentationml/2006/main" preserve="1" userDrawn="1">
  <p:cSld name="Light - Divider">
    <p:bg>
      <p:bgRef idx="1001">
        <a:schemeClr xmlns:a="http://schemas.openxmlformats.org/drawingml/2006/main" val="bg2"/>
      </p:bgRef>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30c6783b5fbd4688"/>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8.xml><?xml version="1.0" encoding="utf-8"?>
<p:sldLayout xmlns:p="http://schemas.openxmlformats.org/presentationml/2006/main" preserve="1" userDrawn="1">
  <p:cSld name="Dark - Divid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7ce9bc4f16c74a66"/>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9.xml><?xml version="1.0" encoding="utf-8"?>
<p:sldLayout xmlns:p="http://schemas.openxmlformats.org/presentationml/2006/main" preserve="1" userDrawn="1">
  <p:cSld name="Divider_3">
    <p:bg>
      <p:bgPr>
        <a:blipFill xmlns:a="http://schemas.openxmlformats.org/drawingml/2006/main" rotWithShape="1">
          <a:blip xmlns:r="http://schemas.openxmlformats.org/officeDocument/2006/relationships" r:embed="R3b2a4c2e8fd34159">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section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0.xml><?xml version="1.0" encoding="utf-8"?>
<p:sldLayout xmlns:p="http://schemas.openxmlformats.org/presentationml/2006/main" preserve="1" userDrawn="1">
  <p:cSld name="Divider_4">
    <p:bg>
      <p:bgPr>
        <a:blipFill xmlns:a="http://schemas.openxmlformats.org/drawingml/2006/main" rotWithShape="1">
          <a:blip xmlns:r="http://schemas.openxmlformats.org/officeDocument/2006/relationships" r:embed="R1c34949b8db64ee8">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1.xml><?xml version="1.0" encoding="utf-8"?>
<p:sldLayout xmlns:p="http://schemas.openxmlformats.org/presentationml/2006/main" preserve="1" userDrawn="1">
  <p:cSld name="Divider_5">
    <p:bg>
      <p:bgPr>
        <a:blipFill xmlns:a="http://schemas.openxmlformats.org/drawingml/2006/main" rotWithShape="1">
          <a:blip xmlns:r="http://schemas.openxmlformats.org/officeDocument/2006/relationships" r:embed="R3ae8700d82704797">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2.xml><?xml version="1.0" encoding="utf-8"?>
<p:sldLayout xmlns:p="http://schemas.openxmlformats.org/presentationml/2006/main" preserve="1" userDrawn="1">
  <p:cSld name="Divider_6">
    <p:bg>
      <p:bgPr>
        <a:blipFill xmlns:a="http://schemas.openxmlformats.org/drawingml/2006/main" rotWithShape="1">
          <a:blip xmlns:r="http://schemas.openxmlformats.org/officeDocument/2006/relationships" r:embed="R2c6b8e32b68e4da5">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3.xml><?xml version="1.0" encoding="utf-8"?>
<p:sldLayout xmlns:p="http://schemas.openxmlformats.org/presentationml/2006/main" preserve="1" userDrawn="1">
  <p:cSld name="Divider_7">
    <p:bg>
      <p:bgPr>
        <a:blipFill xmlns:a="http://schemas.openxmlformats.org/drawingml/2006/main" rotWithShape="1">
          <a:blip xmlns:r="http://schemas.openxmlformats.org/officeDocument/2006/relationships" r:embed="R59ae64cbbdbd4b8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4.xml><?xml version="1.0" encoding="utf-8"?>
<p:sldLayout xmlns:p="http://schemas.openxmlformats.org/presentationml/2006/main" preserve="1" userDrawn="1">
  <p:cSld name="Divider_8">
    <p:bg>
      <p:bgPr>
        <a:blipFill xmlns:a="http://schemas.openxmlformats.org/drawingml/2006/main" rotWithShape="1">
          <a:blip xmlns:r="http://schemas.openxmlformats.org/officeDocument/2006/relationships" r:embed="R200a9ec8e4514de0">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5.xml><?xml version="1.0" encoding="utf-8"?>
<p:sldLayout xmlns:p="http://schemas.openxmlformats.org/presentationml/2006/main" preserve="1" userDrawn="1">
  <p:cSld name="Divider_9">
    <p:bg>
      <p:bgPr>
        <a:blipFill xmlns:a="http://schemas.openxmlformats.org/drawingml/2006/main" rotWithShape="1">
          <a:blip xmlns:r="http://schemas.openxmlformats.org/officeDocument/2006/relationships" r:embed="R08070e3be0324b0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6.xml><?xml version="1.0" encoding="utf-8"?>
<p:sldLayout xmlns:p="http://schemas.openxmlformats.org/presentationml/2006/main" preserve="1" userDrawn="1">
  <p:cSld name="Divider_10">
    <p:bg>
      <p:bgPr>
        <a:blipFill xmlns:a="http://schemas.openxmlformats.org/drawingml/2006/main" rotWithShape="1">
          <a:blip xmlns:r="http://schemas.openxmlformats.org/officeDocument/2006/relationships" r:embed="R09b3f2d367974f6b">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7.xml><?xml version="1.0" encoding="utf-8"?>
<p:sldLayout xmlns:p="http://schemas.openxmlformats.org/presentationml/2006/main" preserve="1" userDrawn="1">
  <p:cSld name="Dark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323ce3389d7b43c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a04234581387497b"/>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8.xml><?xml version="1.0" encoding="utf-8"?>
<p:sldLayout xmlns:p="http://schemas.openxmlformats.org/presentationml/2006/main" preserve="1" userDrawn="1">
  <p:cSld name="Light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99253bd943fb44f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17d8a003f101486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9.xml><?xml version="1.0" encoding="utf-8"?>
<p:sldLayout xmlns:p="http://schemas.openxmlformats.org/presentationml/2006/main" preserve="1" userDrawn="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lvl="0">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5"/>
          <p:cNvPicPr>
            <a:picLocks xmlns:a="http://schemas.openxmlformats.org/drawingml/2006/main" noChangeAspect="1"/>
          </p:cNvPicPr>
          <p:nvPr/>
        </p:nvPicPr>
        <p:blipFill>
          <a:blip xmlns:r="http://schemas.openxmlformats.org/officeDocument/2006/relationships" xmlns:a="http://schemas.openxmlformats.org/drawingml/2006/main" r:embed="R4dc83147741c4aa0">
            <a:extLst>
              <a:ext uri="{96DAC541-7B7A-43D3-8B79-37D633B846F1}">
                <asvg:svgBlip xmlns:asvg="http://schemas.microsoft.com/office/drawing/2016/SVG/main" r:embed="Rbe3f549f18c94267"/>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4BE25085-4A1E-D179-F719-60F3221F88F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BDE401F7-9E49-F0E9-B298-16D634C82200}"/>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0845080C-B81D-10C7-DC19-C0A0D33B390A}"/>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30.xml><?xml version="1.0" encoding="utf-8"?>
<p:sldLayout xmlns:p="http://schemas.openxmlformats.org/presentationml/2006/main" preserve="1" userDrawn="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6"/>
          <p:cNvPicPr>
            <a:picLocks xmlns:a="http://schemas.openxmlformats.org/drawingml/2006/main" noChangeAspect="1"/>
          </p:cNvPicPr>
          <p:nvPr/>
        </p:nvPicPr>
        <p:blipFill>
          <a:blip xmlns:r="http://schemas.openxmlformats.org/officeDocument/2006/relationships" xmlns:a="http://schemas.openxmlformats.org/drawingml/2006/main" r:embed="Rb25f86c971b64071">
            <a:extLst>
              <a:ext uri="{96DAC541-7B7A-43D3-8B79-37D633B846F1}">
                <asvg:svgBlip xmlns:asvg="http://schemas.microsoft.com/office/drawing/2016/SVG/main" r:embed="R8fc5763a2df44563"/>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3F5E1FD4-FF3D-53E2-B568-4096CAC1B9D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BBCA8205-86B8-B975-0254-A7323DE64A72}"/>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99568EA0-EDF7-FD13-065F-C2A6ACEFCE3C}"/>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31.xml><?xml version="1.0" encoding="utf-8"?>
<p:sldLayout xmlns:p="http://schemas.openxmlformats.org/presentationml/2006/main" preserve="1" userDrawn="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Accent mark">
            <a:extLst xmlns:a="http://schemas.openxmlformats.org/drawingml/2006/main">
              <a:ext uri="{FF2B5EF4-FFF2-40B4-BE49-F238E27FC236}">
                <a16:creationId xmlns:a16="http://schemas.microsoft.com/office/drawing/2014/main" id="{2F96B613-1543-0150-F389-FFE2D5FA5019}"/>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4" name="Graphic 5"/>
          <p:cNvPicPr>
            <a:picLocks xmlns:a="http://schemas.openxmlformats.org/drawingml/2006/main" noChangeAspect="1"/>
          </p:cNvPicPr>
          <p:nvPr/>
        </p:nvPicPr>
        <p:blipFill>
          <a:blip xmlns:r="http://schemas.openxmlformats.org/officeDocument/2006/relationships" xmlns:a="http://schemas.openxmlformats.org/drawingml/2006/main" r:embed="Rb8ae382b1c294b6f">
            <a:extLst>
              <a:ext uri="{96DAC541-7B7A-43D3-8B79-37D633B846F1}">
                <asvg:svgBlip xmlns:asvg="http://schemas.microsoft.com/office/drawing/2016/SVG/main" r:embed="Rbfe8652dc1de4959"/>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2.xml><?xml version="1.0" encoding="utf-8"?>
<p:sldLayout xmlns:p="http://schemas.openxmlformats.org/presentationml/2006/main" preserve="1" userDrawn="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15" name="Graphic 5"/>
          <p:cNvPicPr>
            <a:picLocks xmlns:a="http://schemas.openxmlformats.org/drawingml/2006/main" noChangeAspect="1"/>
          </p:cNvPicPr>
          <p:nvPr/>
        </p:nvPicPr>
        <p:blipFill>
          <a:blip xmlns:r="http://schemas.openxmlformats.org/officeDocument/2006/relationships" xmlns:a="http://schemas.openxmlformats.org/drawingml/2006/main" r:embed="Rb8d1099d7c6e4566">
            <a:extLst>
              <a:ext uri="{96DAC541-7B7A-43D3-8B79-37D633B846F1}">
                <asvg:svgBlip xmlns:asvg="http://schemas.microsoft.com/office/drawing/2016/SVG/main" r:embed="Rc06e961b532b4220"/>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21257FF2-E055-B5F9-4582-79A01E21822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432B7A5-BCFF-0B37-3621-48E5B163BE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Date Placeholder 4">
            <a:extLst xmlns:a="http://schemas.openxmlformats.org/drawingml/2006/main">
              <a:ext uri="{FF2B5EF4-FFF2-40B4-BE49-F238E27FC236}">
                <a16:creationId xmlns:a16="http://schemas.microsoft.com/office/drawing/2014/main" id="{54EBA6F0-8007-BA20-B49E-4F5863B4E1E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3.xml><?xml version="1.0" encoding="utf-8"?>
<p:sldLayout xmlns:p="http://schemas.openxmlformats.org/presentationml/2006/main" preserve="1" userDrawn="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7a8f02deaf264172">
            <a:extLst>
              <a:ext uri="{96DAC541-7B7A-43D3-8B79-37D633B846F1}">
                <asvg:svgBlip xmlns:asvg="http://schemas.microsoft.com/office/drawing/2016/SVG/main" r:embed="R6f13f03aa3ca4058"/>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18" name="OTag"/>
          <p:cNvPicPr>
            <a:picLocks xmlns:a="http://schemas.openxmlformats.org/drawingml/2006/main" noChangeAspect="1"/>
          </p:cNvPicPr>
          <p:nvPr/>
        </p:nvPicPr>
        <p:blipFill>
          <a:blip xmlns:r="http://schemas.openxmlformats.org/officeDocument/2006/relationships" xmlns:a="http://schemas.openxmlformats.org/drawingml/2006/main" r:embed="Ra58c74580d9d4f7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Slide Number Placeholder 7">
            <a:extLst xmlns:a="http://schemas.openxmlformats.org/drawingml/2006/main">
              <a:ext uri="{FF2B5EF4-FFF2-40B4-BE49-F238E27FC236}">
                <a16:creationId xmlns:a16="http://schemas.microsoft.com/office/drawing/2014/main" id="{CB737692-EBCE-3DB2-EEE6-98690BCF926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4F04817E-BD68-D98E-68D4-B156602982E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D8490AA6-ABB7-8870-D034-F44F2026B242}"/>
              </a:ext>
            </a:extLst>
          </p:cNvPr>
          <p:cNvSpPr>
            <a:spLocks xmlns:a="http://schemas.openxmlformats.org/drawingml/2006/main" noGrp="1"/>
          </p:cNvSpPr>
          <p:nvPr>
            <p:ph type="dt" idx="1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4.xml><?xml version="1.0" encoding="utf-8"?>
<p:sldLayout xmlns:p="http://schemas.openxmlformats.org/presentationml/2006/main" preserve="1" userDrawn="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CBADD7B5-9676-40DE-A88A-5EC3D33A6577}"/>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8" name="Graphic 5"/>
          <p:cNvPicPr>
            <a:picLocks xmlns:a="http://schemas.openxmlformats.org/drawingml/2006/main" noChangeAspect="1"/>
          </p:cNvPicPr>
          <p:nvPr/>
        </p:nvPicPr>
        <p:blipFill>
          <a:blip xmlns:r="http://schemas.openxmlformats.org/officeDocument/2006/relationships" xmlns:a="http://schemas.openxmlformats.org/drawingml/2006/main" r:embed="Rf2172e43be594c99">
            <a:extLst>
              <a:ext uri="{96DAC541-7B7A-43D3-8B79-37D633B846F1}">
                <asvg:svgBlip xmlns:asvg="http://schemas.microsoft.com/office/drawing/2016/SVG/main" r:embed="Ra2980f579fbc4c2b"/>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5.xml><?xml version="1.0" encoding="utf-8"?>
<p:sldLayout xmlns:p="http://schemas.openxmlformats.org/presentationml/2006/main" preserve="1" userDrawn="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18" name="Graphic 4"/>
          <p:cNvPicPr>
            <a:picLocks xmlns:a="http://schemas.openxmlformats.org/drawingml/2006/main" noChangeAspect="1"/>
          </p:cNvPicPr>
          <p:nvPr/>
        </p:nvPicPr>
        <p:blipFill>
          <a:blip xmlns:r="http://schemas.openxmlformats.org/officeDocument/2006/relationships" xmlns:a="http://schemas.openxmlformats.org/drawingml/2006/main" r:embed="R4f6057e1fe89466d">
            <a:extLst>
              <a:ext uri="{96DAC541-7B7A-43D3-8B79-37D633B846F1}">
                <asvg:svgBlip xmlns:asvg="http://schemas.microsoft.com/office/drawing/2016/SVG/main" r:embed="Rccef406b6a9a4d79"/>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8662b24275d9493e"/>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3" name="Date Placeholder 12">
            <a:extLst xmlns:a="http://schemas.openxmlformats.org/drawingml/2006/main">
              <a:ext uri="{FF2B5EF4-FFF2-40B4-BE49-F238E27FC236}">
                <a16:creationId xmlns:a16="http://schemas.microsoft.com/office/drawing/2014/main" id="{3476C750-59D6-EB09-06A9-634F34474538}"/>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4" name="Footer Placeholder 13">
            <a:extLst xmlns:a="http://schemas.openxmlformats.org/drawingml/2006/main">
              <a:ext uri="{FF2B5EF4-FFF2-40B4-BE49-F238E27FC236}">
                <a16:creationId xmlns:a16="http://schemas.microsoft.com/office/drawing/2014/main" id="{C0D2E1ED-2B0F-7B22-726D-4623578504D2}"/>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3E4861B-95EB-30B4-4A73-1871E7B14738}"/>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6.xml><?xml version="1.0" encoding="utf-8"?>
<p:sldLayout xmlns:p="http://schemas.openxmlformats.org/presentationml/2006/main" preserve="1" userDrawn="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42" name="OTag"/>
          <p:cNvPicPr>
            <a:picLocks xmlns:a="http://schemas.openxmlformats.org/drawingml/2006/main" noChangeAspect="1"/>
          </p:cNvPicPr>
          <p:nvPr/>
        </p:nvPicPr>
        <p:blipFill>
          <a:blip xmlns:r="http://schemas.openxmlformats.org/officeDocument/2006/relationships" xmlns:a="http://schemas.openxmlformats.org/drawingml/2006/main" r:embed="R765f2f62bc9f4bd5"/>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pic>
        <p:nvPicPr>
          <p:cNvPr id="46" name="OTag"/>
          <p:cNvPicPr>
            <a:picLocks xmlns:a="http://schemas.openxmlformats.org/drawingml/2006/main" noChangeAspect="1"/>
          </p:cNvPicPr>
          <p:nvPr/>
        </p:nvPicPr>
        <p:blipFill>
          <a:blip xmlns:r="http://schemas.openxmlformats.org/officeDocument/2006/relationships" xmlns:a="http://schemas.openxmlformats.org/drawingml/2006/main" r:embed="R765f2f62bc9f4bd5"/>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47" name="Graphic 3"/>
          <p:cNvPicPr>
            <a:picLocks xmlns:a="http://schemas.openxmlformats.org/drawingml/2006/main" noChangeAspect="1"/>
          </p:cNvPicPr>
          <p:nvPr/>
        </p:nvPicPr>
        <p:blipFill>
          <a:blip xmlns:r="http://schemas.openxmlformats.org/officeDocument/2006/relationships" xmlns:a="http://schemas.openxmlformats.org/drawingml/2006/main" r:embed="Rdf55dded6d1e4387">
            <a:extLst>
              <a:ext uri="{96DAC541-7B7A-43D3-8B79-37D633B846F1}">
                <asvg:svgBlip xmlns:asvg="http://schemas.microsoft.com/office/drawing/2016/SVG/main" r:embed="R22e691fb328343b5"/>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7.xml><?xml version="1.0" encoding="utf-8"?>
<p:sldLayout xmlns:p="http://schemas.openxmlformats.org/presentationml/2006/main" preserve="1" userDrawn="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Slide Number Placeholder 7">
            <a:extLst xmlns:a="http://schemas.openxmlformats.org/drawingml/2006/main">
              <a:ext uri="{FF2B5EF4-FFF2-40B4-BE49-F238E27FC236}">
                <a16:creationId xmlns:a16="http://schemas.microsoft.com/office/drawing/2014/main" id="{BAE1FE92-0B5A-C3C7-4D80-295A1C03DE54}"/>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F12714ED-3627-881E-09BA-8AF5C228303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1E845CA1-2B55-2D69-3680-9CE99F31519C}"/>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8.xml><?xml version="1.0" encoding="utf-8"?>
<p:sldLayout xmlns:p="http://schemas.openxmlformats.org/presentationml/2006/main" preserve="1" userDrawn="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9.xml><?xml version="1.0" encoding="utf-8"?>
<p:sldLayout xmlns:p="http://schemas.openxmlformats.org/presentationml/2006/main" preserve="1" userDrawn="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Product launches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Executive presentations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Keynotes at major events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sp>
        <p:nvSpPr>
          <p:cNvPr id="21" name="Column Divider">
            <a:extLst xmlns:a="http://schemas.openxmlformats.org/drawingml/2006/main">
              <a:ext uri="{FF2B5EF4-FFF2-40B4-BE49-F238E27FC236}">
                <a16:creationId xmlns:a16="http://schemas.microsoft.com/office/drawing/2014/main" id="{8A35001E-1485-46CB-8E59-4B3A18224ACF}"/>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preserve="1" userDrawn="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93b52b7358ad4bdc">
            <a:extLst>
              <a:ext uri="{96DAC541-7B7A-43D3-8B79-37D633B846F1}">
                <asvg:svgBlip xmlns:asvg="http://schemas.microsoft.com/office/drawing/2016/SVG/main" r:embed="Rf3a424a10e944ed4"/>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15" name="Graphic 2"/>
          <p:cNvPicPr>
            <a:picLocks xmlns:a="http://schemas.openxmlformats.org/drawingml/2006/main" noChangeAspect="1"/>
          </p:cNvPicPr>
          <p:nvPr/>
        </p:nvPicPr>
        <p:blipFill>
          <a:blip xmlns:r="http://schemas.openxmlformats.org/officeDocument/2006/relationships" xmlns:a="http://schemas.openxmlformats.org/drawingml/2006/main" r:embed="R93b52b7358ad4bdc">
            <a:extLst>
              <a:ext uri="{96DAC541-7B7A-43D3-8B79-37D633B846F1}">
                <asvg:svgBlip xmlns:asvg="http://schemas.microsoft.com/office/drawing/2016/SVG/main" r:embed="Rf3a424a10e944ed4"/>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Tree>
  </p:cSld>
</p:sldLayout>
</file>

<file path=ppt/slideLayouts/slideLayout41.xml><?xml version="1.0" encoding="utf-8"?>
<p:sldLayout xmlns:p="http://schemas.openxmlformats.org/presentationml/2006/main" preserve="1" userDrawn="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16" name="Graphic 2"/>
          <p:cNvPicPr>
            <a:picLocks xmlns:a="http://schemas.openxmlformats.org/drawingml/2006/main" noChangeAspect="1"/>
          </p:cNvPicPr>
          <p:nvPr/>
        </p:nvPicPr>
        <p:blipFill>
          <a:blip xmlns:r="http://schemas.openxmlformats.org/officeDocument/2006/relationships" xmlns:a="http://schemas.openxmlformats.org/drawingml/2006/main" r:embed="R5de51c92c1eb4fc0">
            <a:extLst>
              <a:ext uri="{96DAC541-7B7A-43D3-8B79-37D633B846F1}">
                <asvg:svgBlip xmlns:asvg="http://schemas.microsoft.com/office/drawing/2016/SVG/main" r:embed="R703286e671b2468e"/>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42.xml><?xml version="1.0" encoding="utf-8"?>
<p:sldLayout xmlns:p="http://schemas.openxmlformats.org/presentationml/2006/main" preserve="1" userDrawn="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19" name="Graphic 2"/>
          <p:cNvPicPr>
            <a:picLocks xmlns:a="http://schemas.openxmlformats.org/drawingml/2006/main" noChangeAspect="1"/>
          </p:cNvPicPr>
          <p:nvPr/>
        </p:nvPicPr>
        <p:blipFill>
          <a:blip xmlns:r="http://schemas.openxmlformats.org/officeDocument/2006/relationships" xmlns:a="http://schemas.openxmlformats.org/drawingml/2006/main" r:embed="R1209e9479a6e4b63">
            <a:extLst>
              <a:ext uri="{96DAC541-7B7A-43D3-8B79-37D633B846F1}">
                <asvg:svgBlip xmlns:asvg="http://schemas.microsoft.com/office/drawing/2016/SVG/main" r:embed="Rb1f4103b9a7243d2"/>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3.xml><?xml version="1.0" encoding="utf-8"?>
<p:sldLayout xmlns:p="http://schemas.openxmlformats.org/presentationml/2006/main" preserve="1" userDrawn="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23" name="Graphic 2"/>
          <p:cNvPicPr>
            <a:picLocks xmlns:a="http://schemas.openxmlformats.org/drawingml/2006/main" noChangeAspect="1"/>
          </p:cNvPicPr>
          <p:nvPr/>
        </p:nvPicPr>
        <p:blipFill>
          <a:blip xmlns:r="http://schemas.openxmlformats.org/officeDocument/2006/relationships" xmlns:a="http://schemas.openxmlformats.org/drawingml/2006/main" r:embed="R8267a97b7c2a43f0">
            <a:extLst>
              <a:ext uri="{96DAC541-7B7A-43D3-8B79-37D633B846F1}">
                <asvg:svgBlip xmlns:asvg="http://schemas.microsoft.com/office/drawing/2016/SVG/main" r:embed="Re46db3675acd48c9"/>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Tree>
  </p:cSld>
</p:sldLayout>
</file>

<file path=ppt/slideLayouts/slideLayout44.xml><?xml version="1.0" encoding="utf-8"?>
<p:sldLayout xmlns:p="http://schemas.openxmlformats.org/presentationml/2006/main" preserve="1" userDrawn="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08d515ab795b453a">
            <a:extLst>
              <a:ext uri="{96DAC541-7B7A-43D3-8B79-37D633B846F1}">
                <asvg:svgBlip xmlns:asvg="http://schemas.microsoft.com/office/drawing/2016/SVG/main" r:embed="R8702c3853c6849c3"/>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userDrawn="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67c53c0721d3428f">
            <a:extLst>
              <a:ext uri="{96DAC541-7B7A-43D3-8B79-37D633B846F1}">
                <asvg:svgBlip xmlns:asvg="http://schemas.microsoft.com/office/drawing/2016/SVG/main" r:embed="Rdbdb5f1c5a54477c"/>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6.xml><?xml version="1.0" encoding="utf-8"?>
<p:sldLayout xmlns:p="http://schemas.openxmlformats.org/presentationml/2006/main" preserve="1" userDrawn="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54af4cb118654abe">
            <a:extLst>
              <a:ext uri="{96DAC541-7B7A-43D3-8B79-37D633B846F1}">
                <asvg:svgBlip xmlns:asvg="http://schemas.microsoft.com/office/drawing/2016/SVG/main" r:embed="R48b30eb576014bd7"/>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7.xml><?xml version="1.0" encoding="utf-8"?>
<p:sldLayout xmlns:p="http://schemas.openxmlformats.org/presentationml/2006/main" preserve="1" userDrawn="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1e6d0ee9fdfb471c">
            <a:extLst>
              <a:ext uri="{96DAC541-7B7A-43D3-8B79-37D633B846F1}">
                <asvg:svgBlip xmlns:asvg="http://schemas.microsoft.com/office/drawing/2016/SVG/main" r:embed="R539291ee41644907"/>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8.xml><?xml version="1.0" encoding="utf-8"?>
<p:sldLayout xmlns:p="http://schemas.openxmlformats.org/presentationml/2006/main" preserve="1" userDrawn="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Graphic 2"/>
          <p:cNvPicPr>
            <a:picLocks xmlns:a="http://schemas.openxmlformats.org/drawingml/2006/main" noChangeAspect="1"/>
          </p:cNvPicPr>
          <p:nvPr/>
        </p:nvPicPr>
        <p:blipFill>
          <a:blip xmlns:r="http://schemas.openxmlformats.org/officeDocument/2006/relationships" xmlns:a="http://schemas.openxmlformats.org/drawingml/2006/main" r:embed="Ra8f8cea2f51e480b">
            <a:extLst>
              <a:ext uri="{96DAC541-7B7A-43D3-8B79-37D633B846F1}">
                <asvg:svgBlip xmlns:asvg="http://schemas.microsoft.com/office/drawing/2016/SVG/main" r:embed="R023923dd966149ec"/>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9" name="Date Placeholder 4">
            <a:extLst xmlns:a="http://schemas.openxmlformats.org/drawingml/2006/main">
              <a:ext uri="{FF2B5EF4-FFF2-40B4-BE49-F238E27FC236}">
                <a16:creationId xmlns:a16="http://schemas.microsoft.com/office/drawing/2014/main" id="{22E0D5EC-D2F7-32C7-0542-FE33CC5E7C6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2" name="Slide Number Placeholder 7">
            <a:extLst xmlns:a="http://schemas.openxmlformats.org/drawingml/2006/main">
              <a:ext uri="{FF2B5EF4-FFF2-40B4-BE49-F238E27FC236}">
                <a16:creationId xmlns:a16="http://schemas.microsoft.com/office/drawing/2014/main" id="{7987ACB5-95D6-365C-795A-D276B2B66E15}"/>
              </a:ext>
            </a:extLst>
          </p:cNvPr>
          <p:cNvSpPr>
            <a:spLocks xmlns:a="http://schemas.openxmlformats.org/drawingml/2006/main" noGrp="1"/>
          </p:cNvSpPr>
          <p:nvPr>
            <p:ph type="sldNum" idx="2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2CDB5C85-6ACF-BB32-518A-0AE8B7DD3CE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pic>
        <p:nvPicPr>
          <p:cNvPr id="36" name="OTag"/>
          <p:cNvPicPr>
            <a:picLocks xmlns:a="http://schemas.openxmlformats.org/drawingml/2006/main" noChangeAspect="1"/>
          </p:cNvPicPr>
          <p:nvPr/>
        </p:nvPicPr>
        <p:blipFill>
          <a:blip xmlns:r="http://schemas.openxmlformats.org/officeDocument/2006/relationships" xmlns:a="http://schemas.openxmlformats.org/drawingml/2006/main" r:embed="R72d37b1e928b42f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p>
        </p:txBody>
      </p:sp>
    </p:spTree>
  </p:cSld>
</p:sldLayout>
</file>

<file path=ppt/slideLayouts/slideLayout49.xml><?xml version="1.0" encoding="utf-8"?>
<p:sldLayout xmlns:p="http://schemas.openxmlformats.org/presentationml/2006/main" preserve="1" userDrawn="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1" name="Graphic 9"/>
          <p:cNvPicPr>
            <a:picLocks xmlns:a="http://schemas.openxmlformats.org/drawingml/2006/main" noChangeAspect="1"/>
          </p:cNvPicPr>
          <p:nvPr/>
        </p:nvPicPr>
        <p:blipFill>
          <a:blip xmlns:r="http://schemas.openxmlformats.org/officeDocument/2006/relationships" xmlns:a="http://schemas.openxmlformats.org/drawingml/2006/main" r:embed="R2baaca22e83b46c8">
            <a:extLst>
              <a:ext uri="{96DAC541-7B7A-43D3-8B79-37D633B846F1}">
                <asvg:svgBlip xmlns:asvg="http://schemas.microsoft.com/office/drawing/2016/SVG/main" r:embed="R1682174b3f5a4513"/>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B215CC06-6A9B-37FA-76CA-2CC091DA648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Slide Number Placeholder 5">
            <a:extLst xmlns:a="http://schemas.openxmlformats.org/drawingml/2006/main">
              <a:ext uri="{FF2B5EF4-FFF2-40B4-BE49-F238E27FC236}">
                <a16:creationId xmlns:a16="http://schemas.microsoft.com/office/drawing/2014/main" id="{4CB7A4E7-BA75-2474-D545-863B866F6A2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5C0E802C-9235-4781-9E8F-2C922A88134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Tree>
  </p:cSld>
</p:sldLayout>
</file>

<file path=ppt/slideLayouts/slideLayout50.xml><?xml version="1.0" encoding="utf-8"?>
<p:sldLayout xmlns:p="http://schemas.openxmlformats.org/presentationml/2006/main" preserve="1" userDrawn="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40" name="Graphic 5"/>
          <p:cNvPicPr>
            <a:picLocks xmlns:a="http://schemas.openxmlformats.org/drawingml/2006/main" noChangeAspect="1"/>
          </p:cNvPicPr>
          <p:nvPr/>
        </p:nvPicPr>
        <p:blipFill>
          <a:blip xmlns:r="http://schemas.openxmlformats.org/officeDocument/2006/relationships" xmlns:a="http://schemas.openxmlformats.org/drawingml/2006/main" r:embed="R58ed5afb0120453f">
            <a:extLst>
              <a:ext uri="{96DAC541-7B7A-43D3-8B79-37D633B846F1}">
                <asvg:svgBlip xmlns:asvg="http://schemas.microsoft.com/office/drawing/2016/SVG/main" r:embed="R8b14438434274b25"/>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lv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372A12C9-976F-C50B-EE5B-FC3F2A92A43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6D5DD198-A04A-6BCB-84FC-559437A1F04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9D89F2E8-180E-4047-0986-0F230D404FF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1.xml><?xml version="1.0" encoding="utf-8"?>
<p:sldLayout xmlns:p="http://schemas.openxmlformats.org/presentationml/2006/main" preserve="1" userDrawn="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40" name="Graphic 6"/>
          <p:cNvPicPr>
            <a:picLocks xmlns:a="http://schemas.openxmlformats.org/drawingml/2006/main" noChangeAspect="1"/>
          </p:cNvPicPr>
          <p:nvPr/>
        </p:nvPicPr>
        <p:blipFill>
          <a:blip xmlns:r="http://schemas.openxmlformats.org/officeDocument/2006/relationships" xmlns:a="http://schemas.openxmlformats.org/drawingml/2006/main" r:embed="R21d3150f0dfc4fdd">
            <a:extLst>
              <a:ext uri="{96DAC541-7B7A-43D3-8B79-37D633B846F1}">
                <asvg:svgBlip xmlns:asvg="http://schemas.microsoft.com/office/drawing/2016/SVG/main" r:embed="Rdda59cb3e19043ee"/>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26CED8E-3269-CBEE-AC17-550ECD6FB69A}"/>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31110449-8712-D872-C8D5-93B229DFBFDE}"/>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4">
            <a:extLst xmlns:a="http://schemas.openxmlformats.org/drawingml/2006/main">
              <a:ext uri="{FF2B5EF4-FFF2-40B4-BE49-F238E27FC236}">
                <a16:creationId xmlns:a16="http://schemas.microsoft.com/office/drawing/2014/main" id="{EF4EF84C-2C31-7D08-88D6-853E01865AA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2.xml><?xml version="1.0" encoding="utf-8"?>
<p:sldLayout xmlns:p="http://schemas.openxmlformats.org/presentationml/2006/main" preserve="1" userDrawn="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41" name="Graphic 7"/>
          <p:cNvPicPr>
            <a:picLocks xmlns:a="http://schemas.openxmlformats.org/drawingml/2006/main" noChangeAspect="1"/>
          </p:cNvPicPr>
          <p:nvPr/>
        </p:nvPicPr>
        <p:blipFill>
          <a:blip xmlns:r="http://schemas.openxmlformats.org/officeDocument/2006/relationships" xmlns:a="http://schemas.openxmlformats.org/drawingml/2006/main" r:embed="R7a4885ab55a14d0e">
            <a:extLst>
              <a:ext uri="{96DAC541-7B7A-43D3-8B79-37D633B846F1}">
                <asvg:svgBlip xmlns:asvg="http://schemas.microsoft.com/office/drawing/2016/SVG/main" r:embed="Rbebe5d85354242a4"/>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90537780-8302-81C2-C045-4F2DEDF594EF}"/>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A92B0D41-4168-EC0C-ADF5-AC9E34B1653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D753EE4A-4B0D-E70D-3900-1851E13A291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pic>
        <p:nvPicPr>
          <p:cNvPr id="52" name="Graphic 5"/>
          <p:cNvPicPr>
            <a:picLocks xmlns:a="http://schemas.openxmlformats.org/drawingml/2006/main" noChangeAspect="1"/>
          </p:cNvPicPr>
          <p:nvPr/>
        </p:nvPicPr>
        <p:blipFill>
          <a:blip xmlns:r="http://schemas.openxmlformats.org/officeDocument/2006/relationships" xmlns:a="http://schemas.openxmlformats.org/drawingml/2006/main" r:embed="R7a4885ab55a14d0e">
            <a:extLst>
              <a:ext uri="{96DAC541-7B7A-43D3-8B79-37D633B846F1}">
                <asvg:svgBlip xmlns:asvg="http://schemas.microsoft.com/office/drawing/2016/SVG/main" r:embed="Rbebe5d85354242a4"/>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Tree>
  </p:cSld>
</p:sldLayout>
</file>

<file path=ppt/slideLayouts/slideLayout53.xml><?xml version="1.0" encoding="utf-8"?>
<p:sldLayout xmlns:p="http://schemas.openxmlformats.org/presentationml/2006/main" preserve="1" userDrawn="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9551C7D5-93CF-BA74-CCF0-4136B0743763}"/>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5C84E735-4FBC-11F2-537D-944E6BCA9E4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C254BE3A-04D0-D60F-3E47-CF743F97370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4.xml><?xml version="1.0" encoding="utf-8"?>
<p:sldLayout xmlns:p="http://schemas.openxmlformats.org/presentationml/2006/main" preserve="1" userDrawn="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r>
              <a:t>[Date]</a:t>
            </a:r>
          </a:p>
        </p:txBody>
      </p:sp>
    </p:spTree>
  </p:cSld>
</p:sldLayout>
</file>

<file path=ppt/slideLayouts/slideLayout55.xml><?xml version="1.0" encoding="utf-8"?>
<p:sldLayout xmlns:p="http://schemas.openxmlformats.org/presentationml/2006/main" preserve="1" userDrawn="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6.xml><?xml version="1.0" encoding="utf-8"?>
<p:sldLayout xmlns:p="http://schemas.openxmlformats.org/presentationml/2006/main" preserve="1" userDrawn="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Tree>
  </p:cSld>
</p:sldLayout>
</file>

<file path=ppt/slideLayouts/slideLayout57.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58.xml><?xml version="1.0" encoding="utf-8"?>
<p:sldLayout xmlns:p="http://schemas.openxmlformats.org/presentationml/2006/main" preserve="1">
  <p:cSld name="Title + 3points Dark">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4" name="Date Placeholder 3">
            <a:extLst xmlns:a="http://schemas.openxmlformats.org/drawingml/2006/main">
              <a:ext uri="{FF2B5EF4-FFF2-40B4-BE49-F238E27FC236}">
                <a16:creationId xmlns:a16="http://schemas.microsoft.com/office/drawing/2014/main" id="{998C7B89-9919-27D5-3CA3-59231744A8D1}"/>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3E870DE9-DE63-752A-F432-5906F9312978}"/>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83696C6-F350-8E61-ECA5-EDD80B9EF607}"/>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9.xml><?xml version="1.0" encoding="utf-8"?>
<p:sldLayout xmlns:p="http://schemas.openxmlformats.org/presentationml/2006/main" preserve="1" userDrawn="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lide Number Placeholder 5">
            <a:extLst xmlns:a="http://schemas.openxmlformats.org/drawingml/2006/main">
              <a:ext uri="{FF2B5EF4-FFF2-40B4-BE49-F238E27FC236}">
                <a16:creationId xmlns:a16="http://schemas.microsoft.com/office/drawing/2014/main" id="{0196566A-34C0-2909-1BBA-2F1E01266A0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47D75A6B-90D9-58CE-7BC7-31C53C19C8F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33C7F88C-022C-DC8C-F4BA-18F89F1E4ADA}"/>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0.xml><?xml version="1.0" encoding="utf-8"?>
<p:sldLayout xmlns:p="http://schemas.openxmlformats.org/presentationml/2006/main" preserve="1" userDrawn="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1.xml><?xml version="1.0" encoding="utf-8"?>
<p:sldLayout xmlns:p="http://schemas.openxmlformats.org/presentationml/2006/main" preserve="1" userDrawn="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5">
            <a:extLst xmlns:a="http://schemas.openxmlformats.org/drawingml/2006/main">
              <a:ext uri="{FF2B5EF4-FFF2-40B4-BE49-F238E27FC236}">
                <a16:creationId xmlns:a16="http://schemas.microsoft.com/office/drawing/2014/main" id="{DBEEF32F-ED74-47E3-D2C3-F1B1AD13F3F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4">
            <a:extLst xmlns:a="http://schemas.openxmlformats.org/drawingml/2006/main">
              <a:ext uri="{FF2B5EF4-FFF2-40B4-BE49-F238E27FC236}">
                <a16:creationId xmlns:a16="http://schemas.microsoft.com/office/drawing/2014/main" id="{DFD6C787-D3B4-031A-8D4C-3A19D9BDFA78}"/>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3">
            <a:extLst xmlns:a="http://schemas.openxmlformats.org/drawingml/2006/main">
              <a:ext uri="{FF2B5EF4-FFF2-40B4-BE49-F238E27FC236}">
                <a16:creationId xmlns:a16="http://schemas.microsoft.com/office/drawing/2014/main" id="{005CA9E8-9559-78FA-E425-B044F817EEE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2.xml><?xml version="1.0" encoding="utf-8"?>
<p:sldLayout xmlns:p="http://schemas.openxmlformats.org/presentationml/2006/main" preserve="1" userDrawn="1">
  <p:cSld name="Dark - Title/Subtitle">
    <p:bg>
      <p:bgRef idx="1001">
        <a:schemeClr xmlns:a="http://schemas.openxmlformats.org/drawingml/2006/main" val="bg1"/>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5" name="Slide Number Placeholder 7">
            <a:extLst xmlns:a="http://schemas.openxmlformats.org/drawingml/2006/main">
              <a:ext uri="{FF2B5EF4-FFF2-40B4-BE49-F238E27FC236}">
                <a16:creationId xmlns:a16="http://schemas.microsoft.com/office/drawing/2014/main" id="{0511B848-5314-5CFA-E302-CF9747E005C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6">
            <a:extLst xmlns:a="http://schemas.openxmlformats.org/drawingml/2006/main">
              <a:ext uri="{FF2B5EF4-FFF2-40B4-BE49-F238E27FC236}">
                <a16:creationId xmlns:a16="http://schemas.microsoft.com/office/drawing/2014/main" id="{68D47112-C304-3F08-B268-4678B795725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4">
            <a:extLst xmlns:a="http://schemas.openxmlformats.org/drawingml/2006/main">
              <a:ext uri="{FF2B5EF4-FFF2-40B4-BE49-F238E27FC236}">
                <a16:creationId xmlns:a16="http://schemas.microsoft.com/office/drawing/2014/main" id="{E986AE2C-3C8D-7087-0A03-7B9F6CF293A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3.xml><?xml version="1.0" encoding="utf-8"?>
<p:sldLayout xmlns:p="http://schemas.openxmlformats.org/presentationml/2006/main" preserve="1" userDrawn="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Tree>
  </p:cSld>
</p:sldLayout>
</file>

<file path=ppt/slideLayouts/slideLayout64.xml><?xml version="1.0" encoding="utf-8"?>
<p:sldLayout xmlns:p="http://schemas.openxmlformats.org/presentationml/2006/main" preserve="1" userDrawn="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65.xml><?xml version="1.0" encoding="utf-8"?>
<p:sldLayout xmlns:p="http://schemas.openxmlformats.org/presentationml/2006/main" preserve="1" userDrawn="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7A59FA82-C146-45DF-AE7B-4B5698706BEA}"/>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6.xml><?xml version="1.0" encoding="utf-8"?>
<p:sldLayout xmlns:p="http://schemas.openxmlformats.org/presentationml/2006/main" preserve="1" userDrawn="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7.xml><?xml version="1.0" encoding="utf-8"?>
<p:sldLayout xmlns:p="http://schemas.openxmlformats.org/presentationml/2006/main" preserve="1" userDrawn="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4998A356-2FF2-4A7E-9B2E-AC1011C069F8}"/>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424C32FC-D616-45B7-A051-90859CE92D73}"/>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7">
            <a:extLst xmlns:a="http://schemas.openxmlformats.org/drawingml/2006/main">
              <a:ext uri="{FF2B5EF4-FFF2-40B4-BE49-F238E27FC236}">
                <a16:creationId xmlns:a16="http://schemas.microsoft.com/office/drawing/2014/main" id="{48F71CDA-982A-476F-ADB7-47031714FD6F}"/>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4B5A409C-CB05-4133-9F5F-1D2097DE34E0}"/>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8.xml><?xml version="1.0" encoding="utf-8"?>
<p:sldLayout xmlns:p="http://schemas.openxmlformats.org/presentationml/2006/main" preserve="1" userDrawn="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a:p xmlns:a="http://schemas.openxmlformats.org/drawingml/2006/main">
            <a:pPr lvl="5">
              <a:buNone/>
            </a:pPr>
            <a:r>
              <a:t>Sixth level</a:t>
            </a: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lumn Divider">
            <a:extLst xmlns:a="http://schemas.openxmlformats.org/drawingml/2006/main">
              <a:ext uri="{FF2B5EF4-FFF2-40B4-BE49-F238E27FC236}">
                <a16:creationId xmlns:a16="http://schemas.microsoft.com/office/drawing/2014/main" id="{9AEF32C0-A626-4574-B71B-B6E9F0751865}"/>
              </a:ext>
            </a:extLst>
          </p:cNvPr>
          <p:cNvSpPr>
            <a:spLocks xmlns:a="http://schemas.openxmlformats.org/drawingml/2006/main" noGrp="1"/>
          </p:cNvSpPr>
          <p:nvPr/>
        </p:nvSpPr>
        <p:spPr>
          <a:xfrm xmlns:a="http://schemas.openxmlformats.org/drawingml/2006/main">
            <a:off x="6096000"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9.xml><?xml version="1.0" encoding="utf-8"?>
<p:sldLayout xmlns:p="http://schemas.openxmlformats.org/presentationml/2006/main" preserve="1" userDrawn="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13C8A85C-0E2B-4F40-9995-D656EAE24161}"/>
              </a:ext>
            </a:extLst>
          </p:cNvPr>
          <p:cNvSpPr>
            <a:spLocks xmlns:a="http://schemas.openxmlformats.org/drawingml/2006/main" noGrp="1"/>
          </p:cNvSpPr>
          <p:nvPr/>
        </p:nvSpPr>
        <p:spPr>
          <a:xfrm xmlns:a="http://schemas.openxmlformats.org/drawingml/2006/main">
            <a:off x="4261915"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AB8B3BC7-CCBA-446A-BB80-32A518FA71A0}"/>
              </a:ext>
            </a:extLst>
          </p:cNvPr>
          <p:cNvSpPr>
            <a:spLocks xmlns:a="http://schemas.openxmlformats.org/drawingml/2006/main" noGrp="1"/>
          </p:cNvSpPr>
          <p:nvPr/>
        </p:nvSpPr>
        <p:spPr>
          <a:xfrm xmlns:a="http://schemas.openxmlformats.org/drawingml/2006/main">
            <a:off x="7951236"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F0900B02-4438-4597-85D3-D93A97B1546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70.xml><?xml version="1.0" encoding="utf-8"?>
<p:sldLayout xmlns:p="http://schemas.openxmlformats.org/presentationml/2006/main" preserve="1" userDrawn="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A37EFADD-6482-41EF-A242-3AA836A247E6}"/>
              </a:ext>
            </a:extLst>
          </p:cNvPr>
          <p:cNvSpPr>
            <a:spLocks xmlns:a="http://schemas.openxmlformats.org/drawingml/2006/main" noGrp="1"/>
          </p:cNvSpPr>
          <p:nvPr/>
        </p:nvSpPr>
        <p:spPr>
          <a:xfrm xmlns:a="http://schemas.openxmlformats.org/drawingml/2006/main">
            <a:off x="4261915"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ED10F0F1-0B19-4990-B260-A030C7DD4335}"/>
              </a:ext>
            </a:extLst>
          </p:cNvPr>
          <p:cNvSpPr>
            <a:spLocks xmlns:a="http://schemas.openxmlformats.org/drawingml/2006/main" noGrp="1"/>
          </p:cNvSpPr>
          <p:nvPr/>
        </p:nvSpPr>
        <p:spPr>
          <a:xfrm xmlns:a="http://schemas.openxmlformats.org/drawingml/2006/main">
            <a:off x="7951236"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71.xml><?xml version="1.0" encoding="utf-8"?>
<p:sldLayout xmlns:p="http://schemas.openxmlformats.org/presentationml/2006/main" preserve="1" userDrawn="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F57FFD63-E2C8-4115-A09C-6F2E3528F6E6}"/>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3FD63653-0951-4AD0-A642-705389E70B51}"/>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54EDEA1D-A04A-4A86-A4A3-ED4245947505}"/>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72.xml><?xml version="1.0" encoding="utf-8"?>
<p:sldLayout xmlns:p="http://schemas.openxmlformats.org/presentationml/2006/main" preserve="1" userDrawn="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E923D237-B18A-410D-B651-D9EBAB3C0D8F}"/>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C6255502-40FB-44F1-AE6D-E157A798AFF8}"/>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F9939BC8-15CA-4A6B-AAA5-5D9BDFBD436D}"/>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73.xml><?xml version="1.0" encoding="utf-8"?>
<p:sldLayout xmlns:p="http://schemas.openxmlformats.org/presentationml/2006/main" preserve="1" userDrawn="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p>
        </p:txBody>
      </p:sp>
    </p:spTree>
  </p:cSld>
</p:sldLayout>
</file>

<file path=ppt/slideLayouts/slideLayout74.xml><?xml version="1.0" encoding="utf-8"?>
<p:sldLayout xmlns:p="http://schemas.openxmlformats.org/presentationml/2006/main" preserve="1" userDrawn="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5.xml><?xml version="1.0" encoding="utf-8"?>
<p:sldLayout xmlns:p="http://schemas.openxmlformats.org/presentationml/2006/main" preserve="1" userDrawn="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9" name="Slide Number Placeholder 5">
            <a:extLst xmlns:a="http://schemas.openxmlformats.org/drawingml/2006/main">
              <a:ext uri="{FF2B5EF4-FFF2-40B4-BE49-F238E27FC236}">
                <a16:creationId xmlns:a16="http://schemas.microsoft.com/office/drawing/2014/main" id="{6D383948-15D7-7125-EC6C-CB63EC77CA1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0" name="Footer Placeholder 4">
            <a:extLst xmlns:a="http://schemas.openxmlformats.org/drawingml/2006/main">
              <a:ext uri="{FF2B5EF4-FFF2-40B4-BE49-F238E27FC236}">
                <a16:creationId xmlns:a16="http://schemas.microsoft.com/office/drawing/2014/main" id="{FD46CC1D-F4C5-32B1-5BBE-B6CFF28BAB96}"/>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9D38F3F9-78BB-AD8B-F9E3-58010BFE256F}"/>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6.xml><?xml version="1.0" encoding="utf-8"?>
<p:sldLayout xmlns:p="http://schemas.openxmlformats.org/presentationml/2006/main" preserve="1" userDrawn="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marR="0" indent="0" algn="l" defTabSz="914400">
              <a:lnSpc>
                <a:spcPct val="95000"/>
              </a:lnSpc>
              <a:spcBef>
                <a:spcPts val="600"/>
              </a:spcBef>
              <a:spcAft>
                <a:spcPts val="0"/>
              </a:spcAft>
              <a:buClrTx/>
              <a:buSzTx/>
              <a:buFont typeface="System Font Regula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8" name="Slide Number Placeholder 7">
            <a:extLst xmlns:a="http://schemas.openxmlformats.org/drawingml/2006/main">
              <a:ext uri="{FF2B5EF4-FFF2-40B4-BE49-F238E27FC236}">
                <a16:creationId xmlns:a16="http://schemas.microsoft.com/office/drawing/2014/main" id="{74012F76-56F8-02E5-D4BF-72EE9E58CDB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DC697D7-91D3-03A4-C4DD-83F24262397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4">
            <a:extLst xmlns:a="http://schemas.openxmlformats.org/drawingml/2006/main">
              <a:ext uri="{FF2B5EF4-FFF2-40B4-BE49-F238E27FC236}">
                <a16:creationId xmlns:a16="http://schemas.microsoft.com/office/drawing/2014/main" id="{18E33BA5-8373-D6D1-7F87-133CF184972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7.xml><?xml version="1.0" encoding="utf-8"?>
<p:sldLayout xmlns:p="http://schemas.openxmlformats.org/presentationml/2006/main" preserve="1" userDrawn="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78.xml><?xml version="1.0" encoding="utf-8"?>
<p:sldLayout xmlns:p="http://schemas.openxmlformats.org/presentationml/2006/main" preserve="1" userDrawn="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9.xml><?xml version="1.0" encoding="utf-8"?>
<p:sldLayout xmlns:p="http://schemas.openxmlformats.org/presentationml/2006/main" preserve="1" userDrawn="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8" name="OTag"/>
          <p:cNvPicPr>
            <a:picLocks xmlns:a="http://schemas.openxmlformats.org/drawingml/2006/main" noChangeAspect="1"/>
          </p:cNvPicPr>
          <p:nvPr/>
        </p:nvPicPr>
        <p:blipFill>
          <a:blip xmlns:r="http://schemas.openxmlformats.org/officeDocument/2006/relationships" xmlns:a="http://schemas.openxmlformats.org/drawingml/2006/main" r:embed="R5ef489d3ed3d4bfd"/>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7" name="Date Placeholder 6">
            <a:extLst xmlns:a="http://schemas.openxmlformats.org/drawingml/2006/main">
              <a:ext uri="{FF2B5EF4-FFF2-40B4-BE49-F238E27FC236}">
                <a16:creationId xmlns:a16="http://schemas.microsoft.com/office/drawing/2014/main" id="{94AF7987-C710-3871-B657-891515739542}"/>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A47B4B01-B49C-CB08-78E3-DAB353AFE68D}"/>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6378DD8F-6EC1-338B-B6F1-7361BA5C390D}"/>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80.xml><?xml version="1.0" encoding="utf-8"?>
<p:sldLayout xmlns:p="http://schemas.openxmlformats.org/presentationml/2006/main" preserve="1" userDrawn="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p:txBody>
      </p:sp>
      <p:pic>
        <p:nvPicPr>
          <p:cNvPr id="33" name="OTag"/>
          <p:cNvPicPr>
            <a:picLocks xmlns:a="http://schemas.openxmlformats.org/drawingml/2006/main" noChangeAspect="1"/>
          </p:cNvPicPr>
          <p:nvPr/>
        </p:nvPicPr>
        <p:blipFill>
          <a:blip xmlns:r="http://schemas.openxmlformats.org/officeDocument/2006/relationships" xmlns:a="http://schemas.openxmlformats.org/drawingml/2006/main" r:embed="Rc7cdb381e63d423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Slide Number Placeholder 7">
            <a:extLst xmlns:a="http://schemas.openxmlformats.org/drawingml/2006/main">
              <a:ext uri="{FF2B5EF4-FFF2-40B4-BE49-F238E27FC236}">
                <a16:creationId xmlns:a16="http://schemas.microsoft.com/office/drawing/2014/main" id="{8AC454DE-00F0-4427-48D5-1DC459110090}"/>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28FED12C-599D-4CB3-E602-5CD82B6F039D}"/>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61F25286-7A1D-EBA0-D474-81129CEE733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1.xml><?xml version="1.0" encoding="utf-8"?>
<p:sldLayout xmlns:p="http://schemas.openxmlformats.org/presentationml/2006/main" preserve="1" userDrawn="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
            </a:r>
          </a:p>
        </p:txBody>
      </p:sp>
      <p:sp>
        <p:nvSpPr>
          <p:cNvPr id="5" name="Straight Connector 4">
            <a:extLst xmlns:a="http://schemas.openxmlformats.org/drawingml/2006/main">
              <a:ext uri="{FF2B5EF4-FFF2-40B4-BE49-F238E27FC236}">
                <a16:creationId xmlns:a16="http://schemas.microsoft.com/office/drawing/2014/main" id="{412FDA0B-6E3B-429F-BC90-B8E7C87A7C56}"/>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
            </a:r>
          </a:p>
        </p:txBody>
      </p:sp>
      <p:sp>
        <p:nvSpPr>
          <p:cNvPr id="28" name="Straight Connector 27">
            <a:extLst xmlns:a="http://schemas.openxmlformats.org/drawingml/2006/main">
              <a:ext uri="{FF2B5EF4-FFF2-40B4-BE49-F238E27FC236}">
                <a16:creationId xmlns:a16="http://schemas.microsoft.com/office/drawing/2014/main" id="{E50B6F9F-A45B-4451-9E79-981C3B8379A1}"/>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
            </a:r>
          </a:p>
        </p:txBody>
      </p:sp>
      <p:sp>
        <p:nvSpPr>
          <p:cNvPr id="9" name="Footer Placeholder 8">
            <a:extLst xmlns:a="http://schemas.openxmlformats.org/drawingml/2006/main">
              <a:ext uri="{FF2B5EF4-FFF2-40B4-BE49-F238E27FC236}">
                <a16:creationId xmlns:a16="http://schemas.microsoft.com/office/drawing/2014/main" id="{F59CF6BC-7A2F-38D3-C1EA-BEA6C37D79F5}"/>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2E05EDD9-0672-4EB4-1B16-92CEDEB1EFE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7B180CC4-74E6-A0D5-4CC7-34ABAEAABDF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2.xml><?xml version="1.0" encoding="utf-8"?>
<p:sldLayout xmlns:p="http://schemas.openxmlformats.org/presentationml/2006/main" preserve="1" userDrawn="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2" name="Straight Connector 21">
            <a:extLst xmlns:a="http://schemas.openxmlformats.org/drawingml/2006/main">
              <a:ext uri="{FF2B5EF4-FFF2-40B4-BE49-F238E27FC236}">
                <a16:creationId xmlns:a16="http://schemas.microsoft.com/office/drawing/2014/main" id="{EAEA1C63-AC81-42FB-A502-72CFC8073DA0}"/>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31" name="Straight Connector 30">
            <a:extLst xmlns:a="http://schemas.openxmlformats.org/drawingml/2006/main">
              <a:ext uri="{FF2B5EF4-FFF2-40B4-BE49-F238E27FC236}">
                <a16:creationId xmlns:a16="http://schemas.microsoft.com/office/drawing/2014/main" id="{871FB835-F40B-4B2E-8B24-A57D3CBC5DF4}"/>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3.xml><?xml version="1.0" encoding="utf-8"?>
<p:sldLayout xmlns:p="http://schemas.openxmlformats.org/presentationml/2006/main" preserve="1" userDrawn="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5" name="Divider 1">
            <a:extLst xmlns:a="http://schemas.openxmlformats.org/drawingml/2006/main">
              <a:ext uri="{FF2B5EF4-FFF2-40B4-BE49-F238E27FC236}">
                <a16:creationId xmlns:a16="http://schemas.microsoft.com/office/drawing/2014/main" id="{58190478-0239-410B-8761-76C1BE43B1B7}"/>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11D5B628-75FC-4928-AD73-E6A4209976DC}"/>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6" name="Divider 3">
            <a:extLst xmlns:a="http://schemas.openxmlformats.org/drawingml/2006/main">
              <a:ext uri="{FF2B5EF4-FFF2-40B4-BE49-F238E27FC236}">
                <a16:creationId xmlns:a16="http://schemas.microsoft.com/office/drawing/2014/main" id="{81A34A50-8779-4119-AB17-74DF0E2C39FE}"/>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10" name="Slide Number Placeholder 9">
            <a:extLst xmlns:a="http://schemas.openxmlformats.org/drawingml/2006/main">
              <a:ext uri="{FF2B5EF4-FFF2-40B4-BE49-F238E27FC236}">
                <a16:creationId xmlns:a16="http://schemas.microsoft.com/office/drawing/2014/main" id="{3A79F2A5-B307-E6C2-A0A7-C9D34E2F7467}"/>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670E38B5-BB46-6801-B170-496504D1B9E3}"/>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C810DC55-90E5-32A0-7237-3A10A7B16970}"/>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Tree>
  </p:cSld>
</p:sldLayout>
</file>

<file path=ppt/slideLayouts/slideLayout84.xml><?xml version="1.0" encoding="utf-8"?>
<p:sldLayout xmlns:p="http://schemas.openxmlformats.org/presentationml/2006/main" preserve="1" userDrawn="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2" name="Divider 1">
            <a:extLst xmlns:a="http://schemas.openxmlformats.org/drawingml/2006/main">
              <a:ext uri="{FF2B5EF4-FFF2-40B4-BE49-F238E27FC236}">
                <a16:creationId xmlns:a16="http://schemas.microsoft.com/office/drawing/2014/main" id="{0C100CB2-8A81-48B5-BF3E-06202C077F98}"/>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FB164A62-578E-4286-BC01-0B187A1EDF83}"/>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32" name="Divider 3">
            <a:extLst xmlns:a="http://schemas.openxmlformats.org/drawingml/2006/main">
              <a:ext uri="{FF2B5EF4-FFF2-40B4-BE49-F238E27FC236}">
                <a16:creationId xmlns:a16="http://schemas.microsoft.com/office/drawing/2014/main" id="{6E7C76D4-3682-4594-A1FA-C3B3ABD93627}"/>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 name="Date Placeholder 1">
            <a:extLst xmlns:a="http://schemas.openxmlformats.org/drawingml/2006/main">
              <a:ext uri="{FF2B5EF4-FFF2-40B4-BE49-F238E27FC236}">
                <a16:creationId xmlns:a16="http://schemas.microsoft.com/office/drawing/2014/main" id="{F47FE990-B651-C3E7-8034-84F4271BB4CF}"/>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CC0667AA-D964-7DEA-B216-0851D801CFA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EDF8007B-6F90-BFD8-9495-D7278DE9E432}"/>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85.xml><?xml version="1.0" encoding="utf-8"?>
<p:sldLayout xmlns:p="http://schemas.openxmlformats.org/presentationml/2006/main" preserve="1" userDrawn="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7">
            <a:extLst xmlns:a="http://schemas.openxmlformats.org/drawingml/2006/main">
              <a:ext uri="{FF2B5EF4-FFF2-40B4-BE49-F238E27FC236}">
                <a16:creationId xmlns:a16="http://schemas.microsoft.com/office/drawing/2014/main" id="{B9BE1098-CB0B-6118-9F18-F82F79BCD07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8EF60680-0B89-E284-0AFC-7DCC64BF7750}"/>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033EE420-175F-A11D-96CB-D1ABB088F9CF}"/>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6.xml><?xml version="1.0" encoding="utf-8"?>
<p:sldLayout xmlns:p="http://schemas.openxmlformats.org/presentationml/2006/main" preserve="1" userDrawn="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986FB920-929F-CD50-52DB-2267C19E529C}"/>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8B934CA2-9189-BBDA-2D47-6B62E59B566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1EB26826-CB7B-F2D0-E18C-8AA5414C58D7}"/>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7.xml><?xml version="1.0" encoding="utf-8"?>
<p:sldLayout xmlns:p="http://schemas.openxmlformats.org/presentationml/2006/main" preserve="1" userDrawn="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7">
            <a:extLst xmlns:a="http://schemas.openxmlformats.org/drawingml/2006/main">
              <a:ext uri="{FF2B5EF4-FFF2-40B4-BE49-F238E27FC236}">
                <a16:creationId xmlns:a16="http://schemas.microsoft.com/office/drawing/2014/main" id="{E1B5D46F-65FA-89E8-E05A-6E937CA1C2E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4D9122D4-F69F-A7AA-EEA8-7C5565E7647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CA222E66-0FD4-1E10-21D6-748A24D406C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Straight Connector 8">
            <a:extLst xmlns:a="http://schemas.openxmlformats.org/drawingml/2006/main">
              <a:ext uri="{FF2B5EF4-FFF2-40B4-BE49-F238E27FC236}">
                <a16:creationId xmlns:a16="http://schemas.microsoft.com/office/drawing/2014/main" id="{0DD565CB-A2DF-4CB6-B313-53EEE7849FB8}"/>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8.xml><?xml version="1.0" encoding="utf-8"?>
<p:sldLayout xmlns:p="http://schemas.openxmlformats.org/presentationml/2006/main" preserve="1" userDrawn="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4" name="Straight Connector 3">
            <a:extLst xmlns:a="http://schemas.openxmlformats.org/drawingml/2006/main">
              <a:ext uri="{FF2B5EF4-FFF2-40B4-BE49-F238E27FC236}">
                <a16:creationId xmlns:a16="http://schemas.microsoft.com/office/drawing/2014/main" id="{FEBE5EC9-D126-4ABE-B587-C74D7429FFC2}"/>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5">
            <a:extLst xmlns:a="http://schemas.openxmlformats.org/drawingml/2006/main">
              <a:ext uri="{FF2B5EF4-FFF2-40B4-BE49-F238E27FC236}">
                <a16:creationId xmlns:a16="http://schemas.microsoft.com/office/drawing/2014/main" id="{FDA8E918-B2CE-9B3B-6306-4B5A17E9A4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3C072B30-0FE5-8289-77F0-1D24085A4EF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B54B9E9C-E71A-D85E-B49A-0603C0A1552B}"/>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9.xml><?xml version="1.0" encoding="utf-8"?>
<p:sldLayout xmlns:p="http://schemas.openxmlformats.org/presentationml/2006/main" preserve="1" userDrawn="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0.xml><?xml version="1.0" encoding="utf-8"?>
<p:sldLayout xmlns:p="http://schemas.openxmlformats.org/presentationml/2006/main" preserve="1" userDrawn="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1.xml><?xml version="1.0" encoding="utf-8"?>
<p:sldLayout xmlns:p="http://schemas.openxmlformats.org/presentationml/2006/main" preserve="1" userDrawn="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5" name="Slide Number Placeholder 7" hidden="1">
            <a:extLst xmlns:a="http://schemas.openxmlformats.org/drawingml/2006/main">
              <a:ext uri="{FF2B5EF4-FFF2-40B4-BE49-F238E27FC236}">
                <a16:creationId xmlns:a16="http://schemas.microsoft.com/office/drawing/2014/main" id="{B0BD77A1-77CB-B876-21BC-3E357707FB00}"/>
              </a:ext>
            </a:extLst>
          </p:cNvPr>
          <p:cNvSpPr>
            <a:spLocks xmlns:a="http://schemas.openxmlformats.org/drawingml/2006/main" noGrp="1"/>
          </p:cNvSpPr>
          <p:nvPr>
            <p:ph type="sldNum" idx="17"/>
          </p:nvPr>
        </p:nvSpPr>
        <p:spPr>
          <a:xfrm xmlns:a="http://schemas.openxmlformats.org/drawingml/2006/main">
            <a:off x="762000" y="6428637"/>
            <a:ext cx="365760" cy="36576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45D60D9-5372-5F40-9443-0F9AE5BDC3C8}" type="slidenum">
              <a:t>‹#›</a:t>
            </a:fld>
          </a:p>
        </p:txBody>
      </p:sp>
      <p:sp>
        <p:nvSpPr>
          <p:cNvPr id="7" name="Footer Placeholder 6" hidden="1">
            <a:extLst xmlns:a="http://schemas.openxmlformats.org/drawingml/2006/main">
              <a:ext uri="{FF2B5EF4-FFF2-40B4-BE49-F238E27FC236}">
                <a16:creationId xmlns:a16="http://schemas.microsoft.com/office/drawing/2014/main" id="{361D4689-E747-22B9-8A23-5E8372B62E14}"/>
              </a:ext>
            </a:extLst>
          </p:cNvPr>
          <p:cNvSpPr>
            <a:spLocks xmlns:a="http://schemas.openxmlformats.org/drawingml/2006/main" noGrp="1"/>
          </p:cNvSpPr>
          <p:nvPr>
            <p:ph type="ftr" idx="16"/>
          </p:nvPr>
        </p:nvSpPr>
        <p:spPr>
          <a:xfrm xmlns:a="http://schemas.openxmlformats.org/drawingml/2006/main">
            <a:off x="1127760" y="6428955"/>
            <a:ext cx="5233748"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marR="0" lvl="0" indent="0" algn="ctr" defTabSz="914400">
              <a:lnSpc>
                <a:spcPct val="95000"/>
              </a:lnSpc>
              <a:spcBef>
                <a:spcPts val="600"/>
              </a:spcBef>
              <a:spcAft>
                <a:spcPts val="0"/>
              </a:spcAft>
              <a:buClrTx/>
              <a:buSzTx/>
              <a:buFont typeface="System Font Regular"/>
              <a:buNone/>
            </a:pPr>
            <a:r>
              <a:t>Click to add photo or illustration</a:t>
            </a:r>
          </a:p>
          <a:p xmlns:a="http://schemas.openxmlformats.org/drawingml/2006/main"/>
          <a:p xmlns:a="http://schemas.openxmlformats.org/drawingml/2006/main"/>
        </p:txBody>
      </p:sp>
    </p:spTree>
  </p:cSld>
</p:sldLayout>
</file>

<file path=ppt/slideLayouts/slideLayout92.xml><?xml version="1.0" encoding="utf-8"?>
<p:sldLayout xmlns:p="http://schemas.openxmlformats.org/presentationml/2006/main" preserve="1" userDrawn="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a:p xmlns:a="http://schemas.openxmlformats.org/drawingml/2006/main">
            <a:pPr lvl="0" algn="ctr">
              <a:buNone/>
            </a:p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8" name="Slide Number Placeholder 7">
            <a:extLst xmlns:a="http://schemas.openxmlformats.org/drawingml/2006/main">
              <a:ext uri="{FF2B5EF4-FFF2-40B4-BE49-F238E27FC236}">
                <a16:creationId xmlns:a16="http://schemas.microsoft.com/office/drawing/2014/main" id="{3C49485D-F762-1381-7479-D37FDB46F38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844C26A1-8F6A-0142-2190-64BD165AA6D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2699964F-7EAE-A02B-DAAA-5083B3377FE4}"/>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3.xml><?xml version="1.0" encoding="utf-8"?>
<p:sldLayout xmlns:p="http://schemas.openxmlformats.org/presentationml/2006/main" preserve="1" userDrawn="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4" name="Slide Number Placeholder 5">
            <a:extLst xmlns:a="http://schemas.openxmlformats.org/drawingml/2006/main">
              <a:ext uri="{FF2B5EF4-FFF2-40B4-BE49-F238E27FC236}">
                <a16:creationId xmlns:a16="http://schemas.microsoft.com/office/drawing/2014/main" id="{7567E54F-7B19-8851-B67D-202FB9AC1D6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A1778B27-DEA8-9A30-4AED-960974FB3EBC}"/>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333856E5-8C5E-2CF5-6E7E-97C9C55734DC}"/>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4.xml><?xml version="1.0" encoding="utf-8"?>
<p:sldLayout xmlns:p="http://schemas.openxmlformats.org/presentationml/2006/main" preserve="1" userDrawn="1">
  <p:cSld name="Dark - Bold Statement with Photo half">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0" name="Date Placeholder 9">
            <a:extLst xmlns:a="http://schemas.openxmlformats.org/drawingml/2006/main">
              <a:ext uri="{FF2B5EF4-FFF2-40B4-BE49-F238E27FC236}">
                <a16:creationId xmlns:a16="http://schemas.microsoft.com/office/drawing/2014/main" id="{CFB698A3-54A9-FB17-B2D4-7F20F0A79C4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E8BE4CB4-E754-6D7A-B9E5-FD0C6A6204BF}"/>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17986784-5975-D9F1-203A-0BD838E5E21F}"/>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95.xml><?xml version="1.0" encoding="utf-8"?>
<p:sldLayout xmlns:p="http://schemas.openxmlformats.org/presentationml/2006/main" preserve="1" userDrawn="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6.xml><?xml version="1.0" encoding="utf-8"?>
<p:sldLayout xmlns:p="http://schemas.openxmlformats.org/presentationml/2006/main" preserve="1" userDrawn="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2" name="Picture 4"/>
          <p:cNvPicPr>
            <a:picLocks xmlns:a="http://schemas.openxmlformats.org/drawingml/2006/main" noChangeAspect="1"/>
          </p:cNvPicPr>
          <p:nvPr/>
        </p:nvPicPr>
        <p:blipFill>
          <a:blip xmlns:r="http://schemas.openxmlformats.org/officeDocument/2006/relationships" xmlns:a="http://schemas.openxmlformats.org/drawingml/2006/main" r:embed="R3b22a8130f6f4ad9"/>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Tree>
  </p:cSld>
</p:sldLayout>
</file>

<file path=ppt/slideLayouts/slideLayout97.xml><?xml version="1.0" encoding="utf-8"?>
<p:sldLayout xmlns:p="http://schemas.openxmlformats.org/presentationml/2006/main" preserve="1" userDrawn="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2f4358ce82d34cb0"/>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8.xml><?xml version="1.0" encoding="utf-8"?>
<p:sldLayout xmlns:p="http://schemas.openxmlformats.org/presentationml/2006/main" userDrawn="1">
  <p:cSld name="Light - Story with quote, and image">
    <p:bg>
      <p:bgRef idx="1001">
        <a:schemeClr xmlns:a="http://schemas.openxmlformats.org/drawingml/2006/main" val="bg2"/>
      </p:bgRef>
    </p:bg>
    <p:spTree>
      <p:nvGrpSpPr>
        <p:cNvPr id="1" name=""/>
        <p:cNvGrpSpPr/>
        <p:nvPr/>
      </p:nvGrpSpPr>
      <p:grpSpPr>
        <a:xfrm xmlns:a="http://schemas.openxmlformats.org/drawingml/2006/main"/>
      </p:grpSpPr>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23" name="Text Placeholder 3">
            <a:extLst xmlns:a="http://schemas.openxmlformats.org/drawingml/2006/main">
              <a:ext uri="{FF2B5EF4-FFF2-40B4-BE49-F238E27FC236}">
                <a16:creationId xmlns:a16="http://schemas.microsoft.com/office/drawing/2014/main" id="{B544B384-379B-D246-825E-82D80E47CA83}"/>
              </a:ext>
            </a:extLst>
          </p:cNvPr>
          <p:cNvSpPr>
            <a:spLocks xmlns:a="http://schemas.openxmlformats.org/drawingml/2006/main" noGrp="1"/>
          </p:cNvSpPr>
          <p:nvPr>
            <p:ph type="body" idx="20" hasCustomPrompt="1"/>
          </p:nvPr>
        </p:nvSpPr>
        <p:spPr>
          <a:xfrm xmlns:a="http://schemas.openxmlformats.org/drawingml/2006/main">
            <a:off x="6781820" y="3870511"/>
            <a:ext cx="4838705" cy="1358116"/>
          </a:xfrm>
        </p:spPr>
        <p:txBody>
          <a:bodyPr xmlns:a="http://schemas.openxmlformats.org/drawingml/2006/main"/>
          <a:lstStyle xmlns:a="http://schemas.openxmlformats.org/drawingml/2006/main">
            <a:lvl1pPr>
              <a:buNone/>
              <a:defRPr sz="1800">
                <a:solidFill>
                  <a:schemeClr val="tx1"/>
                </a:solidFill>
                <a:latin typeface="Georgia"/>
                <a:ea typeface="Georgia"/>
                <a:cs typeface="Georgia"/>
              </a:defRPr>
            </a:lvl1pPr>
          </a:lstStyle>
          <a:p xmlns:a="http://schemas.openxmlformats.org/drawingml/2006/main">
            <a:pPr lvl="0">
              <a:buNone/>
            </a:pPr>
            <a:r>
              <a:t>“Quote goes up here.</a:t>
            </a:r>
            <a:r>
              <a:t> 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Ut </a:t>
            </a:r>
            <a:r>
              <a:t>enim</a:t>
            </a:r>
            <a:r>
              <a:t> ad minim </a:t>
            </a:r>
            <a:r>
              <a:t>veniam</a:t>
            </a:r>
            <a:r>
              <a:t>, </a:t>
            </a:r>
            <a:r>
              <a:t>quis</a:t>
            </a:r>
            <a:r>
              <a:t> </a:t>
            </a:r>
            <a:r>
              <a:t>nostrud</a:t>
            </a:r>
            <a:r>
              <a:t> exercitation </a:t>
            </a:r>
            <a:r>
              <a:t>ullamco</a:t>
            </a:r>
            <a:r>
              <a:t>.”</a:t>
            </a:r>
          </a:p>
        </p:txBody>
      </p:sp>
      <p:sp>
        <p:nvSpPr>
          <p:cNvPr id="18" name="Text Placeholder 3">
            <a:extLst xmlns:a="http://schemas.openxmlformats.org/drawingml/2006/main">
              <a:ext uri="{FF2B5EF4-FFF2-40B4-BE49-F238E27FC236}">
                <a16:creationId xmlns:a16="http://schemas.microsoft.com/office/drawing/2014/main" id="{124E7EE1-1F21-A94B-BD4C-80D5579EA0D8}"/>
              </a:ext>
            </a:extLst>
          </p:cNvPr>
          <p:cNvSpPr>
            <a:spLocks xmlns:a="http://schemas.openxmlformats.org/drawingml/2006/main" noGrp="1"/>
          </p:cNvSpPr>
          <p:nvPr>
            <p:ph type="body" idx="21" hasCustomPrompt="1"/>
          </p:nvPr>
        </p:nvSpPr>
        <p:spPr>
          <a:xfrm xmlns:a="http://schemas.openxmlformats.org/drawingml/2006/main">
            <a:off x="6781820" y="5608955"/>
            <a:ext cx="4838705" cy="269769"/>
          </a:xfrm>
        </p:spPr>
        <p:txBody>
          <a:bodyPr xmlns:a="http://schemas.openxmlformats.org/drawingml/2006/main" anchor="ctr"/>
          <a:lstStyle xmlns:a="http://schemas.openxmlformats.org/drawingml/2006/main">
            <a:lvl1pPr>
              <a:buNone/>
              <a:defRPr sz="1200" b="1" i="0">
                <a:solidFill>
                  <a:schemeClr val="tx1"/>
                </a:solidFill>
                <a:latin typeface="Oracle Sans"/>
                <a:ea typeface="Oracle Sans"/>
                <a:cs typeface="Oracle Sans"/>
              </a:defRPr>
            </a:lvl1pPr>
          </a:lstStyle>
          <a:p xmlns:a="http://schemas.openxmlformats.org/drawingml/2006/main">
            <a:pPr lvl="0">
              <a:buNone/>
            </a:pPr>
            <a:r>
              <a:t>Person name</a:t>
            </a:r>
          </a:p>
        </p:txBody>
      </p:sp>
      <p:sp>
        <p:nvSpPr>
          <p:cNvPr id="19" name="Text Placeholder 3">
            <a:extLst xmlns:a="http://schemas.openxmlformats.org/drawingml/2006/main">
              <a:ext uri="{FF2B5EF4-FFF2-40B4-BE49-F238E27FC236}">
                <a16:creationId xmlns:a16="http://schemas.microsoft.com/office/drawing/2014/main" id="{EECEA0F4-62BE-D045-9B17-E8A1B43697E5}"/>
              </a:ext>
            </a:extLst>
          </p:cNvPr>
          <p:cNvSpPr>
            <a:spLocks xmlns:a="http://schemas.openxmlformats.org/drawingml/2006/main" noGrp="1"/>
          </p:cNvSpPr>
          <p:nvPr>
            <p:ph type="body" idx="22" hasCustomPrompt="1"/>
          </p:nvPr>
        </p:nvSpPr>
        <p:spPr>
          <a:xfrm xmlns:a="http://schemas.openxmlformats.org/drawingml/2006/main">
            <a:off x="6781819" y="5938133"/>
            <a:ext cx="4838705" cy="269769"/>
          </a:xfrm>
        </p:spPr>
        <p:txBody>
          <a:bodyPr xmlns:a="http://schemas.openxmlformats.org/drawingml/2006/main" anchor="ctr"/>
          <a:lstStyle xmlns:a="http://schemas.openxmlformats.org/drawingml/2006/main">
            <a:lvl1pPr>
              <a:buNone/>
              <a:defRPr sz="1200" b="0" i="0">
                <a:solidFill>
                  <a:schemeClr val="tx1"/>
                </a:solidFill>
                <a:latin typeface="Oracle Sans"/>
                <a:ea typeface="Oracle Sans"/>
                <a:cs typeface="Oracle Sans"/>
              </a:defRPr>
            </a:lvl1pPr>
          </a:lstStyle>
          <a:p xmlns:a="http://schemas.openxmlformats.org/drawingml/2006/main">
            <a:pPr lvl="0">
              <a:buNone/>
            </a:pPr>
            <a:r>
              <a:t>Company name</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533895"/>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38782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63591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2" name="Text Placeholder 19">
            <a:extLst xmlns:a="http://schemas.openxmlformats.org/drawingml/2006/main">
              <a:ext uri="{FF2B5EF4-FFF2-40B4-BE49-F238E27FC236}">
                <a16:creationId xmlns:a16="http://schemas.microsoft.com/office/drawing/2014/main" id="{78684B9E-4AF4-B988-B9FA-63EF07B490FD}"/>
              </a:ext>
            </a:extLst>
          </p:cNvPr>
          <p:cNvSpPr>
            <a:spLocks xmlns:a="http://schemas.openxmlformats.org/drawingml/2006/main" noGrp="1"/>
          </p:cNvSpPr>
          <p:nvPr>
            <p:ph type="body" idx="47" hasCustomPrompt="1"/>
          </p:nvPr>
        </p:nvSpPr>
        <p:spPr>
          <a:xfrm xmlns:a="http://schemas.openxmlformats.org/drawingml/2006/main">
            <a:off x="768875" y="5010631"/>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1</a:t>
            </a:r>
          </a:p>
        </p:txBody>
      </p:sp>
      <p:sp>
        <p:nvSpPr>
          <p:cNvPr id="36" name="Text Placeholder 19">
            <a:extLst xmlns:a="http://schemas.openxmlformats.org/drawingml/2006/main">
              <a:ext uri="{FF2B5EF4-FFF2-40B4-BE49-F238E27FC236}">
                <a16:creationId xmlns:a16="http://schemas.microsoft.com/office/drawing/2014/main" id="{8E8CD5E9-9DB1-7D4C-37D6-37209F082819}"/>
              </a:ext>
            </a:extLst>
          </p:cNvPr>
          <p:cNvSpPr>
            <a:spLocks xmlns:a="http://schemas.openxmlformats.org/drawingml/2006/main" noGrp="1"/>
          </p:cNvSpPr>
          <p:nvPr>
            <p:ph type="body" idx="50"/>
          </p:nvPr>
        </p:nvSpPr>
        <p:spPr>
          <a:xfrm xmlns:a="http://schemas.openxmlformats.org/drawingml/2006/main">
            <a:off x="768875" y="5354986"/>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1" name="Text Placeholder 19">
            <a:extLst xmlns:a="http://schemas.openxmlformats.org/drawingml/2006/main">
              <a:ext uri="{FF2B5EF4-FFF2-40B4-BE49-F238E27FC236}">
                <a16:creationId xmlns:a16="http://schemas.microsoft.com/office/drawing/2014/main" id="{EBB6E9E6-28D8-BBCA-0BB7-15E4DEB80D17}"/>
              </a:ext>
            </a:extLst>
          </p:cNvPr>
          <p:cNvSpPr>
            <a:spLocks xmlns:a="http://schemas.openxmlformats.org/drawingml/2006/main" noGrp="1"/>
          </p:cNvSpPr>
          <p:nvPr>
            <p:ph type="body" idx="51" hasCustomPrompt="1"/>
          </p:nvPr>
        </p:nvSpPr>
        <p:spPr>
          <a:xfrm xmlns:a="http://schemas.openxmlformats.org/drawingml/2006/main">
            <a:off x="3274795" y="5015715"/>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2</a:t>
            </a:r>
          </a:p>
        </p:txBody>
      </p:sp>
      <p:sp>
        <p:nvSpPr>
          <p:cNvPr id="42" name="Text Placeholder 19">
            <a:extLst xmlns:a="http://schemas.openxmlformats.org/drawingml/2006/main">
              <a:ext uri="{FF2B5EF4-FFF2-40B4-BE49-F238E27FC236}">
                <a16:creationId xmlns:a16="http://schemas.microsoft.com/office/drawing/2014/main" id="{4DD9F86A-700A-8EBA-A4A6-BC6B400BACE3}"/>
              </a:ext>
            </a:extLst>
          </p:cNvPr>
          <p:cNvSpPr>
            <a:spLocks xmlns:a="http://schemas.openxmlformats.org/drawingml/2006/main" noGrp="1"/>
          </p:cNvSpPr>
          <p:nvPr>
            <p:ph type="body" idx="52"/>
          </p:nvPr>
        </p:nvSpPr>
        <p:spPr>
          <a:xfrm xmlns:a="http://schemas.openxmlformats.org/drawingml/2006/main">
            <a:off x="3274795" y="5342942"/>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Picture Placeholder 17">
            <a:extLst xmlns:a="http://schemas.openxmlformats.org/drawingml/2006/main">
              <a:ext uri="{FF2B5EF4-FFF2-40B4-BE49-F238E27FC236}">
                <a16:creationId xmlns:a16="http://schemas.microsoft.com/office/drawing/2014/main" id="{EE7EF218-A785-F9A6-5ED4-ABEAAE6312D3}"/>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aebf026397c5458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4"/>
          <p:cNvPicPr>
            <a:picLocks xmlns:a="http://schemas.openxmlformats.org/drawingml/2006/main" noChangeAspect="1"/>
          </p:cNvPicPr>
          <p:nvPr/>
        </p:nvPicPr>
        <p:blipFill>
          <a:blip xmlns:r="http://schemas.openxmlformats.org/officeDocument/2006/relationships" xmlns:a="http://schemas.openxmlformats.org/drawingml/2006/main" r:embed="R9d2f8d72c2d440b8">
            <a:extLst>
              <a:ext uri="{96DAC541-7B7A-43D3-8B79-37D633B846F1}">
                <asvg:svgBlip xmlns:asvg="http://schemas.microsoft.com/office/drawing/2016/SVG/main" r:embed="Re9d79eee377d4a03"/>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6" name="Text Placeholder 21">
            <a:extLst xmlns:a="http://schemas.openxmlformats.org/drawingml/2006/main">
              <a:ext uri="{FF2B5EF4-FFF2-40B4-BE49-F238E27FC236}">
                <a16:creationId xmlns:a16="http://schemas.microsoft.com/office/drawing/2014/main" id="{57B65472-0A7B-E1E2-E938-97D6EFD8291F}"/>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99.xml><?xml version="1.0" encoding="utf-8"?>
<p:sldLayout xmlns:p="http://schemas.openxmlformats.org/presentationml/2006/main" preserve="1" userDrawn="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cf742eb98ea549c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12"/>
          <p:cNvPicPr>
            <a:picLocks xmlns:a="http://schemas.openxmlformats.org/drawingml/2006/main" noChangeAspect="1"/>
          </p:cNvPicPr>
          <p:nvPr/>
        </p:nvPicPr>
        <p:blipFill>
          <a:blip xmlns:r="http://schemas.openxmlformats.org/officeDocument/2006/relationships" xmlns:a="http://schemas.openxmlformats.org/drawingml/2006/main" r:embed="Rde73524a37064e79">
            <a:extLst>
              <a:ext uri="{96DAC541-7B7A-43D3-8B79-37D633B846F1}">
                <asvg:svgBlip xmlns:asvg="http://schemas.microsoft.com/office/drawing/2016/SVG/main" r:embed="Re6c401c6d0a148e1"/>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100.xml><?xml version="1.0" encoding="utf-8"?>
<p:sldLayout xmlns:p="http://schemas.openxmlformats.org/presentationml/2006/main" preserve="1" userDrawn="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1.xml><?xml version="1.0" encoding="utf-8"?>
<p:sldLayout xmlns:p="http://schemas.openxmlformats.org/presentationml/2006/main" preserve="1" userDrawn="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2.xml><?xml version="1.0" encoding="utf-8"?>
<p:sldLayout xmlns:p="http://schemas.openxmlformats.org/presentationml/2006/main" preserve="1" userDrawn="1">
  <p:cSld name="Light - Left middle title and sub ">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1998" y="2471026"/>
            <a:ext cx="4846320" cy="822960"/>
          </a:xfrm>
        </p:spPr>
        <p:txBody>
          <a:bodyPr xmlns:a="http://schemas.openxmlformats.org/drawingml/2006/main"/>
          <a:lstStyle xmlns:a="http://schemas.openxmlformats.org/drawingml/2006/main">
            <a:lvl1pPr algn="l">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3.xml><?xml version="1.0" encoding="utf-8"?>
<p:sldLayout xmlns:p="http://schemas.openxmlformats.org/presentationml/2006/main" preserve="1" userDrawn="1">
  <p:cSld name="Dark - Left middle title and sub ">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471026"/>
            <a:ext cx="4846320" cy="822960"/>
          </a:xfrm>
        </p:spPr>
        <p:txBody>
          <a:bodyPr xmlns:a="http://schemas.openxmlformats.org/drawingml/2006/main"/>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4.xml><?xml version="1.0" encoding="utf-8"?>
<p:sldLayout xmlns:p="http://schemas.openxmlformats.org/presentationml/2006/main" preserve="1" userDrawn="1">
  <p:cSld name="Light - Left middle tit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a:t>
            </a:r>
            <a:br/>
            <a:r>
              <a:t>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5.xml><?xml version="1.0" encoding="utf-8"?>
<p:sldLayout xmlns:p="http://schemas.openxmlformats.org/presentationml/2006/main" preserve="1" userDrawn="1">
  <p:cSld name="Dark - Left middle title">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6.xml><?xml version="1.0" encoding="utf-8"?>
<p:sldLayout xmlns:p="http://schemas.openxmlformats.org/presentationml/2006/main" preserve="1" userDrawn="1">
  <p:cSld name="Dark-AbstractBG-1">
    <p:bg>
      <p:bgPr>
        <a:blipFill xmlns:a="http://schemas.openxmlformats.org/drawingml/2006/main" rotWithShape="1">
          <a:blip xmlns:r="http://schemas.openxmlformats.org/officeDocument/2006/relationships" r:embed="R644b1eb4eb0649d9">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7.xml><?xml version="1.0" encoding="utf-8"?>
<p:sldLayout xmlns:p="http://schemas.openxmlformats.org/presentationml/2006/main" preserve="1" userDrawn="1">
  <p:cSld name="Dark-AbstractBG-2">
    <p:bg>
      <p:bgPr>
        <a:blipFill xmlns:a="http://schemas.openxmlformats.org/drawingml/2006/main" rotWithShape="1">
          <a:blip xmlns:r="http://schemas.openxmlformats.org/officeDocument/2006/relationships" r:embed="Re5fd95c6e10f494a">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8.xml><?xml version="1.0" encoding="utf-8"?>
<p:sldLayout xmlns:p="http://schemas.openxmlformats.org/presentationml/2006/main" preserve="1" userDrawn="1">
  <p:cSld name="Light-AbstractBG-1">
    <p:bg>
      <p:bgPr>
        <a:blipFill xmlns:a="http://schemas.openxmlformats.org/drawingml/2006/main" rotWithShape="1">
          <a:blip xmlns:r="http://schemas.openxmlformats.org/officeDocument/2006/relationships" r:embed="Re5a99d237aa44217">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9.xml><?xml version="1.0" encoding="utf-8"?>
<p:sldLayout xmlns:p="http://schemas.openxmlformats.org/presentationml/2006/main" preserve="1" userDrawn="1">
  <p:cSld name="Light-AbstractBG-2">
    <p:bg>
      <p:bgPr>
        <a:blipFill xmlns:a="http://schemas.openxmlformats.org/drawingml/2006/main" rotWithShape="1">
          <a:blip xmlns:r="http://schemas.openxmlformats.org/officeDocument/2006/relationships" r:embed="R1f16308aec2741d1">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10.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ba40df67234a4a37">
            <a:extLst>
              <a:ext uri="{96DAC541-7B7A-43D3-8B79-37D633B846F1}">
                <asvg:svgBlip xmlns:asvg="http://schemas.microsoft.com/office/drawing/2016/SVG/main" r:embed="Rb113a8fd2ba44227"/>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1.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cfc40714c1fd4b88">
            <a:extLst>
              <a:ext uri="{96DAC541-7B7A-43D3-8B79-37D633B846F1}">
                <asvg:svgBlip xmlns:asvg="http://schemas.microsoft.com/office/drawing/2016/SVG/main" r:embed="Ra097b5693a83407a"/>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2.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7" name="Freeform 5">
            <a:extLst xmlns:a="http://schemas.openxmlformats.org/drawingml/2006/main">
              <a:ext uri="{FF2B5EF4-FFF2-40B4-BE49-F238E27FC236}">
                <a16:creationId xmlns:a16="http://schemas.microsoft.com/office/drawing/2014/main" id="{8D479378-DEC7-2ADF-53B1-0BD27B66492B}"/>
              </a:ext>
            </a:extLst>
          </p:cNvPr>
          <p:cNvSpPr>
            <a:spLocks xmlns:a="http://schemas.openxmlformats.org/drawingml/2006/main" noGrp="1"/>
          </p:cNvSpPr>
          <p:nvPr/>
        </p:nvSpPr>
        <p:spPr>
          <a:xfrm xmlns:a="http://schemas.openxmlformats.org/drawingml/2006/main" rot="0" flipH="0" flipV="0">
            <a:off x="1697927" y="3324744"/>
            <a:ext cx="644484" cy="525669"/>
          </a:xfrm>
          <a:custGeom xmlns:a="http://schemas.openxmlformats.org/drawingml/2006/main">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8" name="Freeform 6">
            <a:extLst xmlns:a="http://schemas.openxmlformats.org/drawingml/2006/main">
              <a:ext uri="{FF2B5EF4-FFF2-40B4-BE49-F238E27FC236}">
                <a16:creationId xmlns:a16="http://schemas.microsoft.com/office/drawing/2014/main" id="{21479569-80A4-2098-1ABC-98C920F1FCDA}"/>
              </a:ext>
            </a:extLst>
          </p:cNvPr>
          <p:cNvSpPr>
            <a:spLocks xmlns:a="http://schemas.openxmlformats.org/drawingml/2006/main" noGrp="1"/>
          </p:cNvSpPr>
          <p:nvPr/>
        </p:nvSpPr>
        <p:spPr>
          <a:xfrm xmlns:a="http://schemas.openxmlformats.org/drawingml/2006/main" rot="0" flipH="0" flipV="0">
            <a:off x="1987765" y="2757669"/>
            <a:ext cx="624681" cy="649885"/>
          </a:xfrm>
          <a:custGeom xmlns:a="http://schemas.openxmlformats.org/drawingml/2006/main">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9" name="Freeform 7">
            <a:extLst xmlns:a="http://schemas.openxmlformats.org/drawingml/2006/main">
              <a:ext uri="{FF2B5EF4-FFF2-40B4-BE49-F238E27FC236}">
                <a16:creationId xmlns:a16="http://schemas.microsoft.com/office/drawing/2014/main" id="{FA1BF811-5A06-549B-D001-A8EB9DAFD738}"/>
              </a:ext>
            </a:extLst>
          </p:cNvPr>
          <p:cNvSpPr>
            <a:spLocks xmlns:a="http://schemas.openxmlformats.org/drawingml/2006/main" noGrp="1"/>
          </p:cNvSpPr>
          <p:nvPr/>
        </p:nvSpPr>
        <p:spPr>
          <a:xfrm xmlns:a="http://schemas.openxmlformats.org/drawingml/2006/main" rot="0" flipH="0" flipV="0">
            <a:off x="2074176" y="3418356"/>
            <a:ext cx="234030" cy="185424"/>
          </a:xfrm>
          <a:custGeom xmlns:a="http://schemas.openxmlformats.org/drawingml/2006/main">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0" name="Freeform 8">
            <a:extLst xmlns:a="http://schemas.openxmlformats.org/drawingml/2006/main">
              <a:ext uri="{FF2B5EF4-FFF2-40B4-BE49-F238E27FC236}">
                <a16:creationId xmlns:a16="http://schemas.microsoft.com/office/drawing/2014/main" id="{29B31A47-1DBD-1652-5D57-90F2000198A7}"/>
              </a:ext>
            </a:extLst>
          </p:cNvPr>
          <p:cNvSpPr>
            <a:spLocks xmlns:a="http://schemas.openxmlformats.org/drawingml/2006/main" noGrp="1"/>
          </p:cNvSpPr>
          <p:nvPr/>
        </p:nvSpPr>
        <p:spPr>
          <a:xfrm xmlns:a="http://schemas.openxmlformats.org/drawingml/2006/main" rot="0" flipH="0" flipV="0">
            <a:off x="2347812" y="3385952"/>
            <a:ext cx="496865" cy="496865"/>
          </a:xfrm>
          <a:custGeom xmlns:a="http://schemas.openxmlformats.org/drawingml/2006/main">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1" name="Freeform 9">
            <a:extLst xmlns:a="http://schemas.openxmlformats.org/drawingml/2006/main">
              <a:ext uri="{FF2B5EF4-FFF2-40B4-BE49-F238E27FC236}">
                <a16:creationId xmlns:a16="http://schemas.microsoft.com/office/drawing/2014/main" id="{98CEA400-2F99-24D8-1CAC-FD508D0F9288}"/>
              </a:ext>
            </a:extLst>
          </p:cNvPr>
          <p:cNvSpPr>
            <a:spLocks xmlns:a="http://schemas.openxmlformats.org/drawingml/2006/main" noGrp="1"/>
          </p:cNvSpPr>
          <p:nvPr/>
        </p:nvSpPr>
        <p:spPr>
          <a:xfrm xmlns:a="http://schemas.openxmlformats.org/drawingml/2006/main" rot="0" flipH="0" flipV="0">
            <a:off x="2493631" y="3528171"/>
            <a:ext cx="183624" cy="183624"/>
          </a:xfrm>
          <a:custGeom xmlns:a="http://schemas.openxmlformats.org/drawingml/2006/main">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0640b07ce9514350" /><Relationship Type="http://schemas.openxmlformats.org/officeDocument/2006/relationships/theme" Target="/ppt/slideMasters/theme/theme2.xml" Id="R0f975f76891f4d69" /><Relationship Type="http://schemas.openxmlformats.org/officeDocument/2006/relationships/slideLayout" Target="/ppt/slideLayouts/slideLayout1.xml" Id="R8a055a70ba444fbc" /><Relationship Type="http://schemas.openxmlformats.org/officeDocument/2006/relationships/slideLayout" Target="/ppt/slideLayouts/slideLayout2.xml" Id="R801156257ebb4ea8" /><Relationship Type="http://schemas.openxmlformats.org/officeDocument/2006/relationships/slideLayout" Target="/ppt/slideLayouts/slideLayout3.xml" Id="Rd0322c56486d4c31" /><Relationship Type="http://schemas.openxmlformats.org/officeDocument/2006/relationships/slideLayout" Target="/ppt/slideLayouts/slideLayout4.xml" Id="R763a27a734714fee" /><Relationship Type="http://schemas.openxmlformats.org/officeDocument/2006/relationships/slideLayout" Target="/ppt/slideLayouts/slideLayout5.xml" Id="R347629a80f0c4f2a" /><Relationship Type="http://schemas.openxmlformats.org/officeDocument/2006/relationships/slideLayout" Target="/ppt/slideLayouts/slideLayout6.xml" Id="R757cfe37f1d94802" /><Relationship Type="http://schemas.openxmlformats.org/officeDocument/2006/relationships/slideLayout" Target="/ppt/slideLayouts/slideLayout7.xml" Id="R331e98ed43c7461d" /><Relationship Type="http://schemas.openxmlformats.org/officeDocument/2006/relationships/slideLayout" Target="/ppt/slideLayouts/slideLayout8.xml" Id="Rfcf8b322e4fb40a7" /><Relationship Type="http://schemas.openxmlformats.org/officeDocument/2006/relationships/slideLayout" Target="/ppt/slideLayouts/slideLayout9.xml" Id="Rcc26fbb3de84486b" /><Relationship Type="http://schemas.openxmlformats.org/officeDocument/2006/relationships/slideLayout" Target="/ppt/slideLayouts/slideLayout10.xml" Id="Rc3998df244204ff3" /><Relationship Type="http://schemas.openxmlformats.org/officeDocument/2006/relationships/slideLayout" Target="/ppt/slideLayouts/slideLayout11.xml" Id="Rf868c886a951415f" /><Relationship Type="http://schemas.openxmlformats.org/officeDocument/2006/relationships/slideLayout" Target="/ppt/slideLayouts/slideLayout12.xml" Id="Rbe4911b0c77f456a" /><Relationship Type="http://schemas.openxmlformats.org/officeDocument/2006/relationships/slideLayout" Target="/ppt/slideLayouts/slideLayout13.xml" Id="R5e1dee915d954467" /><Relationship Type="http://schemas.openxmlformats.org/officeDocument/2006/relationships/slideLayout" Target="/ppt/slideLayouts/slideLayout14.xml" Id="Rb4f374110dd64f08" /><Relationship Type="http://schemas.openxmlformats.org/officeDocument/2006/relationships/slideLayout" Target="/ppt/slideLayouts/slideLayout15.xml" Id="R36b05f754fa74a2f" /><Relationship Type="http://schemas.openxmlformats.org/officeDocument/2006/relationships/slideLayout" Target="/ppt/slideLayouts/slideLayout16.xml" Id="Re0857ca0d5f04f72" /><Relationship Type="http://schemas.openxmlformats.org/officeDocument/2006/relationships/slideLayout" Target="/ppt/slideLayouts/slideLayout17.xml" Id="R14ba3eff8a764f84" /><Relationship Type="http://schemas.openxmlformats.org/officeDocument/2006/relationships/slideLayout" Target="/ppt/slideLayouts/slideLayout18.xml" Id="Rcfe61dd659f341f4" /><Relationship Type="http://schemas.openxmlformats.org/officeDocument/2006/relationships/slideLayout" Target="/ppt/slideLayouts/slideLayout19.xml" Id="R22bde3998fd34937" /><Relationship Type="http://schemas.openxmlformats.org/officeDocument/2006/relationships/slideLayout" Target="/ppt/slideLayouts/slideLayout20.xml" Id="R4950aaeea73943c9" /><Relationship Type="http://schemas.openxmlformats.org/officeDocument/2006/relationships/slideLayout" Target="/ppt/slideLayouts/slideLayout21.xml" Id="Rf8f38c084b504516" /><Relationship Type="http://schemas.openxmlformats.org/officeDocument/2006/relationships/slideLayout" Target="/ppt/slideLayouts/slideLayout22.xml" Id="Rac18fd5fb1554876" /><Relationship Type="http://schemas.openxmlformats.org/officeDocument/2006/relationships/slideLayout" Target="/ppt/slideLayouts/slideLayout23.xml" Id="R328cb280cca84bfc" /><Relationship Type="http://schemas.openxmlformats.org/officeDocument/2006/relationships/slideLayout" Target="/ppt/slideLayouts/slideLayout24.xml" Id="Rd08f0be309914102" /><Relationship Type="http://schemas.openxmlformats.org/officeDocument/2006/relationships/slideLayout" Target="/ppt/slideLayouts/slideLayout25.xml" Id="R0ab666fc77794b1d" /><Relationship Type="http://schemas.openxmlformats.org/officeDocument/2006/relationships/slideLayout" Target="/ppt/slideLayouts/slideLayout26.xml" Id="R4b0dc21fc4c8428b" /><Relationship Type="http://schemas.openxmlformats.org/officeDocument/2006/relationships/slideLayout" Target="/ppt/slideLayouts/slideLayout27.xml" Id="R00aede3519074110" /><Relationship Type="http://schemas.openxmlformats.org/officeDocument/2006/relationships/slideLayout" Target="/ppt/slideLayouts/slideLayout28.xml" Id="Rf4d638f5721a4d0e" /><Relationship Type="http://schemas.openxmlformats.org/officeDocument/2006/relationships/slideLayout" Target="/ppt/slideLayouts/slideLayout29.xml" Id="Raea1a0e5d7b24a75" /><Relationship Type="http://schemas.openxmlformats.org/officeDocument/2006/relationships/slideLayout" Target="/ppt/slideLayouts/slideLayout30.xml" Id="R572b14cf94e54dcd" /><Relationship Type="http://schemas.openxmlformats.org/officeDocument/2006/relationships/slideLayout" Target="/ppt/slideLayouts/slideLayout31.xml" Id="Rb8a65e1c4f454f22" /><Relationship Type="http://schemas.openxmlformats.org/officeDocument/2006/relationships/slideLayout" Target="/ppt/slideLayouts/slideLayout32.xml" Id="Rded620b65d4c4b65" /><Relationship Type="http://schemas.openxmlformats.org/officeDocument/2006/relationships/slideLayout" Target="/ppt/slideLayouts/slideLayout33.xml" Id="R279fa794525c455c" /><Relationship Type="http://schemas.openxmlformats.org/officeDocument/2006/relationships/slideLayout" Target="/ppt/slideLayouts/slideLayout34.xml" Id="Rc3e562ccdfae40ef" /><Relationship Type="http://schemas.openxmlformats.org/officeDocument/2006/relationships/slideLayout" Target="/ppt/slideLayouts/slideLayout35.xml" Id="R48151742d06442a0" /><Relationship Type="http://schemas.openxmlformats.org/officeDocument/2006/relationships/slideLayout" Target="/ppt/slideLayouts/slideLayout36.xml" Id="R1486397005fb43a1" /><Relationship Type="http://schemas.openxmlformats.org/officeDocument/2006/relationships/slideLayout" Target="/ppt/slideLayouts/slideLayout37.xml" Id="R56d3b1a370a64f1a" /><Relationship Type="http://schemas.openxmlformats.org/officeDocument/2006/relationships/slideLayout" Target="/ppt/slideLayouts/slideLayout38.xml" Id="R4999020466bc4e0e" /><Relationship Type="http://schemas.openxmlformats.org/officeDocument/2006/relationships/slideLayout" Target="/ppt/slideLayouts/slideLayout39.xml" Id="Ra312b17cd6644f31" /><Relationship Type="http://schemas.openxmlformats.org/officeDocument/2006/relationships/slideLayout" Target="/ppt/slideLayouts/slideLayout40.xml" Id="Rf066b68eefa94fc3" /><Relationship Type="http://schemas.openxmlformats.org/officeDocument/2006/relationships/slideLayout" Target="/ppt/slideLayouts/slideLayout41.xml" Id="Re2867a3f18ce4982" /><Relationship Type="http://schemas.openxmlformats.org/officeDocument/2006/relationships/slideLayout" Target="/ppt/slideLayouts/slideLayout42.xml" Id="Rb6e5d6e2c1864d39" /><Relationship Type="http://schemas.openxmlformats.org/officeDocument/2006/relationships/slideLayout" Target="/ppt/slideLayouts/slideLayout43.xml" Id="Ra7c3a38849824c8f" /><Relationship Type="http://schemas.openxmlformats.org/officeDocument/2006/relationships/slideLayout" Target="/ppt/slideLayouts/slideLayout44.xml" Id="R5eed5ce3b8ff400f" /><Relationship Type="http://schemas.openxmlformats.org/officeDocument/2006/relationships/slideLayout" Target="/ppt/slideLayouts/slideLayout45.xml" Id="R4f3f2e985ef44224" /><Relationship Type="http://schemas.openxmlformats.org/officeDocument/2006/relationships/slideLayout" Target="/ppt/slideLayouts/slideLayout46.xml" Id="R5c61cc03c33d47e7" /><Relationship Type="http://schemas.openxmlformats.org/officeDocument/2006/relationships/slideLayout" Target="/ppt/slideLayouts/slideLayout47.xml" Id="R6d8e69f2a3054ba0" /><Relationship Type="http://schemas.openxmlformats.org/officeDocument/2006/relationships/slideLayout" Target="/ppt/slideLayouts/slideLayout48.xml" Id="R7f41be8c28034c3f" /><Relationship Type="http://schemas.openxmlformats.org/officeDocument/2006/relationships/slideLayout" Target="/ppt/slideLayouts/slideLayout49.xml" Id="R1201c3a888f0409b" /><Relationship Type="http://schemas.openxmlformats.org/officeDocument/2006/relationships/slideLayout" Target="/ppt/slideLayouts/slideLayout50.xml" Id="R22073977711748fd" /><Relationship Type="http://schemas.openxmlformats.org/officeDocument/2006/relationships/slideLayout" Target="/ppt/slideLayouts/slideLayout51.xml" Id="R7f7c49cc07694120" /><Relationship Type="http://schemas.openxmlformats.org/officeDocument/2006/relationships/slideLayout" Target="/ppt/slideLayouts/slideLayout52.xml" Id="Rf97b04b0453b43cc" /><Relationship Type="http://schemas.openxmlformats.org/officeDocument/2006/relationships/slideLayout" Target="/ppt/slideLayouts/slideLayout53.xml" Id="R6e7aa67427a242c6" /><Relationship Type="http://schemas.openxmlformats.org/officeDocument/2006/relationships/slideLayout" Target="/ppt/slideLayouts/slideLayout54.xml" Id="R15e32d2aef6448c0" /><Relationship Type="http://schemas.openxmlformats.org/officeDocument/2006/relationships/slideLayout" Target="/ppt/slideLayouts/slideLayout55.xml" Id="Re682007454d8434a" /><Relationship Type="http://schemas.openxmlformats.org/officeDocument/2006/relationships/slideLayout" Target="/ppt/slideLayouts/slideLayout56.xml" Id="R06fc08a00faf465e" /><Relationship Type="http://schemas.openxmlformats.org/officeDocument/2006/relationships/slideLayout" Target="/ppt/slideLayouts/slideLayout57.xml" Id="Rfffa5d7901b44a59" /><Relationship Type="http://schemas.openxmlformats.org/officeDocument/2006/relationships/slideLayout" Target="/ppt/slideLayouts/slideLayout58.xml" Id="R0460e083612f4f4a" /><Relationship Type="http://schemas.openxmlformats.org/officeDocument/2006/relationships/slideLayout" Target="/ppt/slideLayouts/slideLayout59.xml" Id="R8b16a31b786f4e25" /><Relationship Type="http://schemas.openxmlformats.org/officeDocument/2006/relationships/slideLayout" Target="/ppt/slideLayouts/slideLayout60.xml" Id="R43dcabba80634158" /><Relationship Type="http://schemas.openxmlformats.org/officeDocument/2006/relationships/slideLayout" Target="/ppt/slideLayouts/slideLayout61.xml" Id="Rd46844c205614575" /><Relationship Type="http://schemas.openxmlformats.org/officeDocument/2006/relationships/slideLayout" Target="/ppt/slideLayouts/slideLayout62.xml" Id="R82cbfe9317e341bf" /><Relationship Type="http://schemas.openxmlformats.org/officeDocument/2006/relationships/slideLayout" Target="/ppt/slideLayouts/slideLayout63.xml" Id="Rcb64bd8c76954719" /><Relationship Type="http://schemas.openxmlformats.org/officeDocument/2006/relationships/slideLayout" Target="/ppt/slideLayouts/slideLayout64.xml" Id="Rfc5a0652619a4964" /><Relationship Type="http://schemas.openxmlformats.org/officeDocument/2006/relationships/slideLayout" Target="/ppt/slideLayouts/slideLayout65.xml" Id="Red99ae2cdd4049f9" /><Relationship Type="http://schemas.openxmlformats.org/officeDocument/2006/relationships/slideLayout" Target="/ppt/slideLayouts/slideLayout66.xml" Id="Rf0045e5c323f42ab" /><Relationship Type="http://schemas.openxmlformats.org/officeDocument/2006/relationships/slideLayout" Target="/ppt/slideLayouts/slideLayout67.xml" Id="R09e5442cd3a54af9" /><Relationship Type="http://schemas.openxmlformats.org/officeDocument/2006/relationships/slideLayout" Target="/ppt/slideLayouts/slideLayout68.xml" Id="R9f7688e143fe4897" /><Relationship Type="http://schemas.openxmlformats.org/officeDocument/2006/relationships/slideLayout" Target="/ppt/slideLayouts/slideLayout69.xml" Id="R6726a20b6f4e47de" /><Relationship Type="http://schemas.openxmlformats.org/officeDocument/2006/relationships/slideLayout" Target="/ppt/slideLayouts/slideLayout70.xml" Id="R941a33964fd94462" /><Relationship Type="http://schemas.openxmlformats.org/officeDocument/2006/relationships/slideLayout" Target="/ppt/slideLayouts/slideLayout71.xml" Id="R6ab8e3ea496d4172" /><Relationship Type="http://schemas.openxmlformats.org/officeDocument/2006/relationships/slideLayout" Target="/ppt/slideLayouts/slideLayout72.xml" Id="R0fd61ac2e2274561" /><Relationship Type="http://schemas.openxmlformats.org/officeDocument/2006/relationships/slideLayout" Target="/ppt/slideLayouts/slideLayout73.xml" Id="Rc9e6955840f142db" /><Relationship Type="http://schemas.openxmlformats.org/officeDocument/2006/relationships/slideLayout" Target="/ppt/slideLayouts/slideLayout74.xml" Id="Rf3322c052db940e1" /><Relationship Type="http://schemas.openxmlformats.org/officeDocument/2006/relationships/slideLayout" Target="/ppt/slideLayouts/slideLayout75.xml" Id="Rfa628641fdc24f1d" /><Relationship Type="http://schemas.openxmlformats.org/officeDocument/2006/relationships/slideLayout" Target="/ppt/slideLayouts/slideLayout76.xml" Id="Rbddb465dc4ca4fe8" /><Relationship Type="http://schemas.openxmlformats.org/officeDocument/2006/relationships/slideLayout" Target="/ppt/slideLayouts/slideLayout77.xml" Id="R86b60a2bb0ad429f" /><Relationship Type="http://schemas.openxmlformats.org/officeDocument/2006/relationships/slideLayout" Target="/ppt/slideLayouts/slideLayout78.xml" Id="R0106c80150ee480e" /><Relationship Type="http://schemas.openxmlformats.org/officeDocument/2006/relationships/slideLayout" Target="/ppt/slideLayouts/slideLayout79.xml" Id="R4e8233bfee69472b" /><Relationship Type="http://schemas.openxmlformats.org/officeDocument/2006/relationships/slideLayout" Target="/ppt/slideLayouts/slideLayout80.xml" Id="R8a82c80509ac46ff" /><Relationship Type="http://schemas.openxmlformats.org/officeDocument/2006/relationships/slideLayout" Target="/ppt/slideLayouts/slideLayout81.xml" Id="Rd3c36551c49849f2" /><Relationship Type="http://schemas.openxmlformats.org/officeDocument/2006/relationships/slideLayout" Target="/ppt/slideLayouts/slideLayout82.xml" Id="R94228d114e414829" /><Relationship Type="http://schemas.openxmlformats.org/officeDocument/2006/relationships/slideLayout" Target="/ppt/slideLayouts/slideLayout83.xml" Id="R1036c431b843490c" /><Relationship Type="http://schemas.openxmlformats.org/officeDocument/2006/relationships/slideLayout" Target="/ppt/slideLayouts/slideLayout84.xml" Id="R7daa78988c6d4b3f" /><Relationship Type="http://schemas.openxmlformats.org/officeDocument/2006/relationships/slideLayout" Target="/ppt/slideLayouts/slideLayout85.xml" Id="Rb25891fc69db4de0" /><Relationship Type="http://schemas.openxmlformats.org/officeDocument/2006/relationships/slideLayout" Target="/ppt/slideLayouts/slideLayout86.xml" Id="Rd5120e94771b46c0" /><Relationship Type="http://schemas.openxmlformats.org/officeDocument/2006/relationships/slideLayout" Target="/ppt/slideLayouts/slideLayout87.xml" Id="R0dd631a004974a77" /><Relationship Type="http://schemas.openxmlformats.org/officeDocument/2006/relationships/slideLayout" Target="/ppt/slideLayouts/slideLayout88.xml" Id="R2cdd0acf77974a38" /><Relationship Type="http://schemas.openxmlformats.org/officeDocument/2006/relationships/slideLayout" Target="/ppt/slideLayouts/slideLayout89.xml" Id="R2fe91ee5ff934d0f" /><Relationship Type="http://schemas.openxmlformats.org/officeDocument/2006/relationships/slideLayout" Target="/ppt/slideLayouts/slideLayout90.xml" Id="R61994bc43663493c" /><Relationship Type="http://schemas.openxmlformats.org/officeDocument/2006/relationships/slideLayout" Target="/ppt/slideLayouts/slideLayout91.xml" Id="R55d1bd6bbc55407c" /><Relationship Type="http://schemas.openxmlformats.org/officeDocument/2006/relationships/slideLayout" Target="/ppt/slideLayouts/slideLayout92.xml" Id="R194ce0b1a3f44343" /><Relationship Type="http://schemas.openxmlformats.org/officeDocument/2006/relationships/slideLayout" Target="/ppt/slideLayouts/slideLayout93.xml" Id="R241d941872894110" /><Relationship Type="http://schemas.openxmlformats.org/officeDocument/2006/relationships/slideLayout" Target="/ppt/slideLayouts/slideLayout94.xml" Id="R300dbb03af794178" /><Relationship Type="http://schemas.openxmlformats.org/officeDocument/2006/relationships/slideLayout" Target="/ppt/slideLayouts/slideLayout95.xml" Id="R56efd04e970d458c" /><Relationship Type="http://schemas.openxmlformats.org/officeDocument/2006/relationships/slideLayout" Target="/ppt/slideLayouts/slideLayout96.xml" Id="Re8175bbe7f1f4463" /><Relationship Type="http://schemas.openxmlformats.org/officeDocument/2006/relationships/slideLayout" Target="/ppt/slideLayouts/slideLayout97.xml" Id="Rcd4844c9ae734f67" /><Relationship Type="http://schemas.openxmlformats.org/officeDocument/2006/relationships/slideLayout" Target="/ppt/slideLayouts/slideLayout98.xml" Id="Rc76fed940ad24ed3" /><Relationship Type="http://schemas.openxmlformats.org/officeDocument/2006/relationships/slideLayout" Target="/ppt/slideLayouts/slideLayout99.xml" Id="R504fd3ad308c44f0" /><Relationship Type="http://schemas.openxmlformats.org/officeDocument/2006/relationships/slideLayout" Target="/ppt/slideLayouts/slideLayout100.xml" Id="R63b43f2ba56e4c74" /><Relationship Type="http://schemas.openxmlformats.org/officeDocument/2006/relationships/slideLayout" Target="/ppt/slideLayouts/slideLayout101.xml" Id="R830065e817b44dc0" /><Relationship Type="http://schemas.openxmlformats.org/officeDocument/2006/relationships/slideLayout" Target="/ppt/slideLayouts/slideLayout102.xml" Id="R19fe70dd97974aa6" /><Relationship Type="http://schemas.openxmlformats.org/officeDocument/2006/relationships/slideLayout" Target="/ppt/slideLayouts/slideLayout103.xml" Id="R1ce75568fdcd4f16" /><Relationship Type="http://schemas.openxmlformats.org/officeDocument/2006/relationships/slideLayout" Target="/ppt/slideLayouts/slideLayout104.xml" Id="Rae0fdc27afa2401f" /><Relationship Type="http://schemas.openxmlformats.org/officeDocument/2006/relationships/slideLayout" Target="/ppt/slideLayouts/slideLayout105.xml" Id="R6d118eea6db24541" /><Relationship Type="http://schemas.openxmlformats.org/officeDocument/2006/relationships/slideLayout" Target="/ppt/slideLayouts/slideLayout106.xml" Id="R58ad545308f9480c" /><Relationship Type="http://schemas.openxmlformats.org/officeDocument/2006/relationships/slideLayout" Target="/ppt/slideLayouts/slideLayout107.xml" Id="R5d18bfd6ae2d4e7d" /><Relationship Type="http://schemas.openxmlformats.org/officeDocument/2006/relationships/slideLayout" Target="/ppt/slideLayouts/slideLayout108.xml" Id="Rae0e0fd9e794463d" /><Relationship Type="http://schemas.openxmlformats.org/officeDocument/2006/relationships/slideLayout" Target="/ppt/slideLayouts/slideLayout109.xml" Id="R098d1a0b204c465f" /><Relationship Type="http://schemas.openxmlformats.org/officeDocument/2006/relationships/slideLayout" Target="/ppt/slideLayouts/slideLayout110.xml" Id="R5353ce40e3a74516" /><Relationship Type="http://schemas.openxmlformats.org/officeDocument/2006/relationships/slideLayout" Target="/ppt/slideLayouts/slideLayout111.xml" Id="Rec62d6f815cf42e0" /><Relationship Type="http://schemas.openxmlformats.org/officeDocument/2006/relationships/slideLayout" Target="/ppt/slideLayouts/slideLayout112.xml" Id="R502fc339afd24b40"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8B8580"/>
                </a:solidFill>
                <a:latin typeface="+mn-lt"/>
                <a:ea typeface="+mn-lt"/>
                <a:cs typeface="+mn-lt"/>
              </a:defRPr>
            </a:lvl1pPr>
          </a:lstStyle>
          <a:p xmlns:a="http://schemas.openxmlformats.org/drawingml/2006/main">
            <a:r>
              <a:t>[Date]</a:t>
            </a:r>
          </a:p>
        </p:txBody>
      </p:sp>
      <p:pic>
        <p:nvPicPr>
          <p:cNvPr id="27" name="OTag"/>
          <p:cNvPicPr>
            <a:picLocks xmlns:a="http://schemas.openxmlformats.org/drawingml/2006/main" noChangeAspect="1"/>
          </p:cNvPicPr>
          <p:nvPr/>
        </p:nvPicPr>
        <p:blipFill>
          <a:blip xmlns:r="http://schemas.openxmlformats.org/officeDocument/2006/relationships" xmlns:a="http://schemas.openxmlformats.org/drawingml/2006/main" r:embed="R0640b07ce951435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055a70ba444fbc"/>
    <p:sldLayoutId xmlns:r="http://schemas.openxmlformats.org/officeDocument/2006/relationships" id="2147483650" r:id="R801156257ebb4ea8"/>
    <p:sldLayoutId xmlns:r="http://schemas.openxmlformats.org/officeDocument/2006/relationships" id="2147483651" r:id="Rd0322c56486d4c31"/>
    <p:sldLayoutId xmlns:r="http://schemas.openxmlformats.org/officeDocument/2006/relationships" id="2147483652" r:id="R763a27a734714fee"/>
    <p:sldLayoutId xmlns:r="http://schemas.openxmlformats.org/officeDocument/2006/relationships" id="2147483653" r:id="R347629a80f0c4f2a"/>
    <p:sldLayoutId xmlns:r="http://schemas.openxmlformats.org/officeDocument/2006/relationships" id="2147483654" r:id="R757cfe37f1d94802"/>
    <p:sldLayoutId xmlns:r="http://schemas.openxmlformats.org/officeDocument/2006/relationships" id="2147483655" r:id="R331e98ed43c7461d"/>
    <p:sldLayoutId xmlns:r="http://schemas.openxmlformats.org/officeDocument/2006/relationships" id="2147483656" r:id="Rfcf8b322e4fb40a7"/>
    <p:sldLayoutId xmlns:r="http://schemas.openxmlformats.org/officeDocument/2006/relationships" id="2147483657" r:id="Rcc26fbb3de84486b"/>
    <p:sldLayoutId xmlns:r="http://schemas.openxmlformats.org/officeDocument/2006/relationships" id="2147483658" r:id="Rc3998df244204ff3"/>
    <p:sldLayoutId xmlns:r="http://schemas.openxmlformats.org/officeDocument/2006/relationships" id="2147483659" r:id="Rf868c886a951415f"/>
    <p:sldLayoutId xmlns:r="http://schemas.openxmlformats.org/officeDocument/2006/relationships" id="2147483660" r:id="Rbe4911b0c77f456a"/>
    <p:sldLayoutId xmlns:r="http://schemas.openxmlformats.org/officeDocument/2006/relationships" id="2147483661" r:id="R5e1dee915d954467"/>
    <p:sldLayoutId xmlns:r="http://schemas.openxmlformats.org/officeDocument/2006/relationships" id="2147483662" r:id="Rb4f374110dd64f08"/>
    <p:sldLayoutId xmlns:r="http://schemas.openxmlformats.org/officeDocument/2006/relationships" id="2147483663" r:id="R36b05f754fa74a2f"/>
    <p:sldLayoutId xmlns:r="http://schemas.openxmlformats.org/officeDocument/2006/relationships" id="2147483664" r:id="Re0857ca0d5f04f72"/>
    <p:sldLayoutId xmlns:r="http://schemas.openxmlformats.org/officeDocument/2006/relationships" id="2147483665" r:id="R14ba3eff8a764f84"/>
    <p:sldLayoutId xmlns:r="http://schemas.openxmlformats.org/officeDocument/2006/relationships" id="2147483666" r:id="Rcfe61dd659f341f4"/>
    <p:sldLayoutId xmlns:r="http://schemas.openxmlformats.org/officeDocument/2006/relationships" id="2147483667" r:id="R22bde3998fd34937"/>
    <p:sldLayoutId xmlns:r="http://schemas.openxmlformats.org/officeDocument/2006/relationships" id="2147483668" r:id="R4950aaeea73943c9"/>
    <p:sldLayoutId xmlns:r="http://schemas.openxmlformats.org/officeDocument/2006/relationships" id="2147483669" r:id="Rf8f38c084b504516"/>
    <p:sldLayoutId xmlns:r="http://schemas.openxmlformats.org/officeDocument/2006/relationships" id="2147483670" r:id="Rac18fd5fb1554876"/>
    <p:sldLayoutId xmlns:r="http://schemas.openxmlformats.org/officeDocument/2006/relationships" id="2147483671" r:id="R328cb280cca84bfc"/>
    <p:sldLayoutId xmlns:r="http://schemas.openxmlformats.org/officeDocument/2006/relationships" id="2147483672" r:id="Rd08f0be309914102"/>
    <p:sldLayoutId xmlns:r="http://schemas.openxmlformats.org/officeDocument/2006/relationships" id="2147483673" r:id="R0ab666fc77794b1d"/>
    <p:sldLayoutId xmlns:r="http://schemas.openxmlformats.org/officeDocument/2006/relationships" id="2147483674" r:id="R4b0dc21fc4c8428b"/>
    <p:sldLayoutId xmlns:r="http://schemas.openxmlformats.org/officeDocument/2006/relationships" id="2147483675" r:id="R00aede3519074110"/>
    <p:sldLayoutId xmlns:r="http://schemas.openxmlformats.org/officeDocument/2006/relationships" id="2147483676" r:id="Rf4d638f5721a4d0e"/>
    <p:sldLayoutId xmlns:r="http://schemas.openxmlformats.org/officeDocument/2006/relationships" id="2147483677" r:id="Raea1a0e5d7b24a75"/>
    <p:sldLayoutId xmlns:r="http://schemas.openxmlformats.org/officeDocument/2006/relationships" id="2147483678" r:id="R572b14cf94e54dcd"/>
    <p:sldLayoutId xmlns:r="http://schemas.openxmlformats.org/officeDocument/2006/relationships" id="2147483679" r:id="Rb8a65e1c4f454f22"/>
    <p:sldLayoutId xmlns:r="http://schemas.openxmlformats.org/officeDocument/2006/relationships" id="2147483680" r:id="Rded620b65d4c4b65"/>
    <p:sldLayoutId xmlns:r="http://schemas.openxmlformats.org/officeDocument/2006/relationships" id="2147483681" r:id="R279fa794525c455c"/>
    <p:sldLayoutId xmlns:r="http://schemas.openxmlformats.org/officeDocument/2006/relationships" id="2147483682" r:id="Rc3e562ccdfae40ef"/>
    <p:sldLayoutId xmlns:r="http://schemas.openxmlformats.org/officeDocument/2006/relationships" id="2147483683" r:id="R48151742d06442a0"/>
    <p:sldLayoutId xmlns:r="http://schemas.openxmlformats.org/officeDocument/2006/relationships" id="2147483684" r:id="R1486397005fb43a1"/>
    <p:sldLayoutId xmlns:r="http://schemas.openxmlformats.org/officeDocument/2006/relationships" id="2147483685" r:id="R56d3b1a370a64f1a"/>
    <p:sldLayoutId xmlns:r="http://schemas.openxmlformats.org/officeDocument/2006/relationships" id="2147483686" r:id="R4999020466bc4e0e"/>
    <p:sldLayoutId xmlns:r="http://schemas.openxmlformats.org/officeDocument/2006/relationships" id="2147483687" r:id="Ra312b17cd6644f31"/>
    <p:sldLayoutId xmlns:r="http://schemas.openxmlformats.org/officeDocument/2006/relationships" id="2147483688" r:id="Rf066b68eefa94fc3"/>
    <p:sldLayoutId xmlns:r="http://schemas.openxmlformats.org/officeDocument/2006/relationships" id="2147483689" r:id="Re2867a3f18ce4982"/>
    <p:sldLayoutId xmlns:r="http://schemas.openxmlformats.org/officeDocument/2006/relationships" id="2147483690" r:id="Rb6e5d6e2c1864d39"/>
    <p:sldLayoutId xmlns:r="http://schemas.openxmlformats.org/officeDocument/2006/relationships" id="2147483691" r:id="Ra7c3a38849824c8f"/>
    <p:sldLayoutId xmlns:r="http://schemas.openxmlformats.org/officeDocument/2006/relationships" id="2147483692" r:id="R5eed5ce3b8ff400f"/>
    <p:sldLayoutId xmlns:r="http://schemas.openxmlformats.org/officeDocument/2006/relationships" id="2147483693" r:id="R4f3f2e985ef44224"/>
    <p:sldLayoutId xmlns:r="http://schemas.openxmlformats.org/officeDocument/2006/relationships" id="2147483694" r:id="R5c61cc03c33d47e7"/>
    <p:sldLayoutId xmlns:r="http://schemas.openxmlformats.org/officeDocument/2006/relationships" id="2147483695" r:id="R6d8e69f2a3054ba0"/>
    <p:sldLayoutId xmlns:r="http://schemas.openxmlformats.org/officeDocument/2006/relationships" id="2147483696" r:id="R7f41be8c28034c3f"/>
    <p:sldLayoutId xmlns:r="http://schemas.openxmlformats.org/officeDocument/2006/relationships" id="2147483697" r:id="R1201c3a888f0409b"/>
    <p:sldLayoutId xmlns:r="http://schemas.openxmlformats.org/officeDocument/2006/relationships" id="2147483698" r:id="R22073977711748fd"/>
    <p:sldLayoutId xmlns:r="http://schemas.openxmlformats.org/officeDocument/2006/relationships" id="2147483699" r:id="R7f7c49cc07694120"/>
    <p:sldLayoutId xmlns:r="http://schemas.openxmlformats.org/officeDocument/2006/relationships" id="2147483700" r:id="Rf97b04b0453b43cc"/>
    <p:sldLayoutId xmlns:r="http://schemas.openxmlformats.org/officeDocument/2006/relationships" id="2147483701" r:id="R6e7aa67427a242c6"/>
    <p:sldLayoutId xmlns:r="http://schemas.openxmlformats.org/officeDocument/2006/relationships" id="2147483702" r:id="R15e32d2aef6448c0"/>
    <p:sldLayoutId xmlns:r="http://schemas.openxmlformats.org/officeDocument/2006/relationships" id="2147483703" r:id="Re682007454d8434a"/>
    <p:sldLayoutId xmlns:r="http://schemas.openxmlformats.org/officeDocument/2006/relationships" id="2147483704" r:id="R06fc08a00faf465e"/>
    <p:sldLayoutId xmlns:r="http://schemas.openxmlformats.org/officeDocument/2006/relationships" id="2147483705" r:id="Rfffa5d7901b44a59"/>
    <p:sldLayoutId xmlns:r="http://schemas.openxmlformats.org/officeDocument/2006/relationships" id="2147483706" r:id="R0460e083612f4f4a"/>
    <p:sldLayoutId xmlns:r="http://schemas.openxmlformats.org/officeDocument/2006/relationships" id="2147483707" r:id="R8b16a31b786f4e25"/>
    <p:sldLayoutId xmlns:r="http://schemas.openxmlformats.org/officeDocument/2006/relationships" id="2147483708" r:id="R43dcabba80634158"/>
    <p:sldLayoutId xmlns:r="http://schemas.openxmlformats.org/officeDocument/2006/relationships" id="2147483709" r:id="Rd46844c205614575"/>
    <p:sldLayoutId xmlns:r="http://schemas.openxmlformats.org/officeDocument/2006/relationships" id="2147483710" r:id="R82cbfe9317e341bf"/>
    <p:sldLayoutId xmlns:r="http://schemas.openxmlformats.org/officeDocument/2006/relationships" id="2147483711" r:id="Rcb64bd8c76954719"/>
    <p:sldLayoutId xmlns:r="http://schemas.openxmlformats.org/officeDocument/2006/relationships" id="2147483712" r:id="Rfc5a0652619a4964"/>
    <p:sldLayoutId xmlns:r="http://schemas.openxmlformats.org/officeDocument/2006/relationships" id="2147483713" r:id="Red99ae2cdd4049f9"/>
    <p:sldLayoutId xmlns:r="http://schemas.openxmlformats.org/officeDocument/2006/relationships" id="2147483714" r:id="Rf0045e5c323f42ab"/>
    <p:sldLayoutId xmlns:r="http://schemas.openxmlformats.org/officeDocument/2006/relationships" id="2147483715" r:id="R09e5442cd3a54af9"/>
    <p:sldLayoutId xmlns:r="http://schemas.openxmlformats.org/officeDocument/2006/relationships" id="2147483716" r:id="R9f7688e143fe4897"/>
    <p:sldLayoutId xmlns:r="http://schemas.openxmlformats.org/officeDocument/2006/relationships" id="2147483717" r:id="R6726a20b6f4e47de"/>
    <p:sldLayoutId xmlns:r="http://schemas.openxmlformats.org/officeDocument/2006/relationships" id="2147483718" r:id="R941a33964fd94462"/>
    <p:sldLayoutId xmlns:r="http://schemas.openxmlformats.org/officeDocument/2006/relationships" id="2147483719" r:id="R6ab8e3ea496d4172"/>
    <p:sldLayoutId xmlns:r="http://schemas.openxmlformats.org/officeDocument/2006/relationships" id="2147483720" r:id="R0fd61ac2e2274561"/>
    <p:sldLayoutId xmlns:r="http://schemas.openxmlformats.org/officeDocument/2006/relationships" id="2147483721" r:id="Rc9e6955840f142db"/>
    <p:sldLayoutId xmlns:r="http://schemas.openxmlformats.org/officeDocument/2006/relationships" id="2147483722" r:id="Rf3322c052db940e1"/>
    <p:sldLayoutId xmlns:r="http://schemas.openxmlformats.org/officeDocument/2006/relationships" id="2147483723" r:id="Rfa628641fdc24f1d"/>
    <p:sldLayoutId xmlns:r="http://schemas.openxmlformats.org/officeDocument/2006/relationships" id="2147483724" r:id="Rbddb465dc4ca4fe8"/>
    <p:sldLayoutId xmlns:r="http://schemas.openxmlformats.org/officeDocument/2006/relationships" id="2147483725" r:id="R86b60a2bb0ad429f"/>
    <p:sldLayoutId xmlns:r="http://schemas.openxmlformats.org/officeDocument/2006/relationships" id="2147483726" r:id="R0106c80150ee480e"/>
    <p:sldLayoutId xmlns:r="http://schemas.openxmlformats.org/officeDocument/2006/relationships" id="2147483727" r:id="R4e8233bfee69472b"/>
    <p:sldLayoutId xmlns:r="http://schemas.openxmlformats.org/officeDocument/2006/relationships" id="2147483728" r:id="R8a82c80509ac46ff"/>
    <p:sldLayoutId xmlns:r="http://schemas.openxmlformats.org/officeDocument/2006/relationships" id="2147483729" r:id="Rd3c36551c49849f2"/>
    <p:sldLayoutId xmlns:r="http://schemas.openxmlformats.org/officeDocument/2006/relationships" id="2147483730" r:id="R94228d114e414829"/>
    <p:sldLayoutId xmlns:r="http://schemas.openxmlformats.org/officeDocument/2006/relationships" id="2147483731" r:id="R1036c431b843490c"/>
    <p:sldLayoutId xmlns:r="http://schemas.openxmlformats.org/officeDocument/2006/relationships" id="2147483732" r:id="R7daa78988c6d4b3f"/>
    <p:sldLayoutId xmlns:r="http://schemas.openxmlformats.org/officeDocument/2006/relationships" id="2147483733" r:id="Rb25891fc69db4de0"/>
    <p:sldLayoutId xmlns:r="http://schemas.openxmlformats.org/officeDocument/2006/relationships" id="2147483734" r:id="Rd5120e94771b46c0"/>
    <p:sldLayoutId xmlns:r="http://schemas.openxmlformats.org/officeDocument/2006/relationships" id="2147483735" r:id="R0dd631a004974a77"/>
    <p:sldLayoutId xmlns:r="http://schemas.openxmlformats.org/officeDocument/2006/relationships" id="2147483736" r:id="R2cdd0acf77974a38"/>
    <p:sldLayoutId xmlns:r="http://schemas.openxmlformats.org/officeDocument/2006/relationships" id="2147483737" r:id="R2fe91ee5ff934d0f"/>
    <p:sldLayoutId xmlns:r="http://schemas.openxmlformats.org/officeDocument/2006/relationships" id="2147483738" r:id="R61994bc43663493c"/>
    <p:sldLayoutId xmlns:r="http://schemas.openxmlformats.org/officeDocument/2006/relationships" id="2147483739" r:id="R55d1bd6bbc55407c"/>
    <p:sldLayoutId xmlns:r="http://schemas.openxmlformats.org/officeDocument/2006/relationships" id="2147483740" r:id="R194ce0b1a3f44343"/>
    <p:sldLayoutId xmlns:r="http://schemas.openxmlformats.org/officeDocument/2006/relationships" id="2147483741" r:id="R241d941872894110"/>
    <p:sldLayoutId xmlns:r="http://schemas.openxmlformats.org/officeDocument/2006/relationships" id="2147483742" r:id="R300dbb03af794178"/>
    <p:sldLayoutId xmlns:r="http://schemas.openxmlformats.org/officeDocument/2006/relationships" id="2147483743" r:id="R56efd04e970d458c"/>
    <p:sldLayoutId xmlns:r="http://schemas.openxmlformats.org/officeDocument/2006/relationships" id="2147483744" r:id="Re8175bbe7f1f4463"/>
    <p:sldLayoutId xmlns:r="http://schemas.openxmlformats.org/officeDocument/2006/relationships" id="2147483745" r:id="Rcd4844c9ae734f67"/>
    <p:sldLayoutId xmlns:r="http://schemas.openxmlformats.org/officeDocument/2006/relationships" id="2147483746" r:id="Rc76fed940ad24ed3"/>
    <p:sldLayoutId xmlns:r="http://schemas.openxmlformats.org/officeDocument/2006/relationships" id="2147483747" r:id="R504fd3ad308c44f0"/>
    <p:sldLayoutId xmlns:r="http://schemas.openxmlformats.org/officeDocument/2006/relationships" id="2147483748" r:id="R63b43f2ba56e4c74"/>
    <p:sldLayoutId xmlns:r="http://schemas.openxmlformats.org/officeDocument/2006/relationships" id="2147483749" r:id="R830065e817b44dc0"/>
    <p:sldLayoutId xmlns:r="http://schemas.openxmlformats.org/officeDocument/2006/relationships" id="2147483750" r:id="R19fe70dd97974aa6"/>
    <p:sldLayoutId xmlns:r="http://schemas.openxmlformats.org/officeDocument/2006/relationships" id="2147483751" r:id="R1ce75568fdcd4f16"/>
    <p:sldLayoutId xmlns:r="http://schemas.openxmlformats.org/officeDocument/2006/relationships" id="2147483752" r:id="Rae0fdc27afa2401f"/>
    <p:sldLayoutId xmlns:r="http://schemas.openxmlformats.org/officeDocument/2006/relationships" id="2147483753" r:id="R6d118eea6db24541"/>
    <p:sldLayoutId xmlns:r="http://schemas.openxmlformats.org/officeDocument/2006/relationships" id="2147483754" r:id="R58ad545308f9480c"/>
    <p:sldLayoutId xmlns:r="http://schemas.openxmlformats.org/officeDocument/2006/relationships" id="2147483755" r:id="R5d18bfd6ae2d4e7d"/>
    <p:sldLayoutId xmlns:r="http://schemas.openxmlformats.org/officeDocument/2006/relationships" id="2147483756" r:id="Rae0e0fd9e794463d"/>
    <p:sldLayoutId xmlns:r="http://schemas.openxmlformats.org/officeDocument/2006/relationships" id="2147483757" r:id="R098d1a0b204c465f"/>
    <p:sldLayoutId xmlns:r="http://schemas.openxmlformats.org/officeDocument/2006/relationships" id="2147483758" r:id="R5353ce40e3a74516"/>
    <p:sldLayoutId xmlns:r="http://schemas.openxmlformats.org/officeDocument/2006/relationships" id="2147483759" r:id="Rec62d6f815cf42e0"/>
    <p:sldLayoutId xmlns:r="http://schemas.openxmlformats.org/officeDocument/2006/relationships" id="2147483760" r:id="R502fc339afd24b40"/>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600" b="0" i="0" kern="1200">
          <a:solidFill>
            <a:schemeClr val="tx1"/>
          </a:solidFill>
          <a:latin typeface="Oracle Sans Tab"/>
          <a:ea typeface="Oracle Sans Tab"/>
          <a:cs typeface="Oracle Sans Tab"/>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600" b="0" i="0" kern="1200">
          <a:solidFill>
            <a:schemeClr val="tx1"/>
          </a:solidFill>
          <a:latin typeface="Oracle Sans"/>
          <a:ea typeface="Oracle Sans"/>
          <a:cs typeface="Oracle Sans"/>
        </a:defRPr>
      </a:lvl2pPr>
      <a:lvl3pPr xmlns:a="http://schemas.openxmlformats.org/drawingml/2006/main" marL="547688" marR="0" indent="-182563" algn="l" defTabSz="914400">
        <a:lnSpc>
          <a:spcPct val="95000"/>
        </a:lnSpc>
        <a:spcBef>
          <a:spcPts val="400"/>
        </a:spcBef>
        <a:spcAft>
          <a:spcPts val="0"/>
        </a:spcAft>
        <a:buClrTx/>
        <a:buSzPct val="100000"/>
        <a:buFont typeface="System Font Regular"/>
        <a:buChar char="-"/>
        <a:defRPr sz="1600" b="0" i="0" kern="1200">
          <a:solidFill>
            <a:schemeClr val="tx1"/>
          </a:solidFill>
          <a:latin typeface="Oracle Sans"/>
          <a:ea typeface="Oracle Sans"/>
          <a:cs typeface="Oracle Sans"/>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600" b="0" i="0" kern="1200">
          <a:solidFill>
            <a:schemeClr val="tx1"/>
          </a:solidFill>
          <a:latin typeface="Oracle Sans"/>
          <a:ea typeface="Oracle Sans"/>
          <a:cs typeface="Oracle Sans"/>
        </a:defRPr>
      </a:lvl4pPr>
      <a:lvl5pPr xmlns:a="http://schemas.openxmlformats.org/drawingml/2006/main" marL="914400" marR="0" indent="-182880" algn="l" defTabSz="914400">
        <a:lnSpc>
          <a:spcPct val="95000"/>
        </a:lnSpc>
        <a:spcBef>
          <a:spcPts val="400"/>
        </a:spcBef>
        <a:spcAft>
          <a:spcPts val="0"/>
        </a:spcAft>
        <a:buClrTx/>
        <a:buSzTx/>
        <a:buFont typeface="System Font Regular"/>
        <a:buChar char="-"/>
        <a:defRPr sz="1600" b="0" i="0" kern="1200">
          <a:solidFill>
            <a:schemeClr val="tx1"/>
          </a:solidFill>
          <a:latin typeface="Oracle Sans"/>
          <a:ea typeface="Oracle Sans"/>
          <a:cs typeface="Oracle Sans"/>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600" b="0" i="0" kern="1200">
          <a:solidFill>
            <a:schemeClr val="tx1"/>
          </a:solidFill>
          <a:latin typeface="Oracle Sans"/>
          <a:ea typeface="Oracle Sans"/>
          <a:cs typeface="Oracle Sans"/>
        </a:defRPr>
      </a:lvl6pPr>
      <a:lvl7pPr xmlns:a="http://schemas.openxmlformats.org/drawingml/2006/main" marL="1280160" indent="-182880" algn="l" defTabSz="914400">
        <a:lnSpc>
          <a:spcPct val="95000"/>
        </a:lnSpc>
        <a:spcBef>
          <a:spcPts val="400"/>
        </a:spcBef>
        <a:spcAft>
          <a:spcPts val="0"/>
        </a:spcAft>
        <a:buFont typeface="System Font Regular"/>
        <a:buChar char="-"/>
        <a:defRPr sz="1600" b="0" i="0" kern="1200">
          <a:solidFill>
            <a:schemeClr val="tx1"/>
          </a:solidFill>
          <a:latin typeface="Oracle Sans"/>
          <a:ea typeface="Oracle Sans"/>
          <a:cs typeface="Oracle Sans"/>
        </a:defRPr>
      </a:lvl7pPr>
      <a:lvl8pPr xmlns:a="http://schemas.openxmlformats.org/drawingml/2006/main" marL="1604963" indent="-203200" algn="l" defTabSz="914400">
        <a:lnSpc>
          <a:spcPct val="90000"/>
        </a:lnSpc>
        <a:spcBef>
          <a:spcPts val="500"/>
        </a:spcBef>
        <a:buFont typeface="Arial"/>
        <a:buChar char="•"/>
        <a:defRPr sz="1600" b="0" i="0" kern="1200">
          <a:solidFill>
            <a:schemeClr val="tx1"/>
          </a:solidFill>
          <a:latin typeface="Oracle Sans"/>
          <a:ea typeface="Oracle Sans"/>
          <a:cs typeface="Oracle Sans"/>
        </a:defRPr>
      </a:lvl8pPr>
      <a:lvl9pPr xmlns:a="http://schemas.openxmlformats.org/drawingml/2006/main" marL="1889125" indent="-203200" algn="l" defTabSz="914400">
        <a:lnSpc>
          <a:spcPct val="90000"/>
        </a:lnSpc>
        <a:spcBef>
          <a:spcPts val="500"/>
        </a:spcBef>
        <a:buFont typeface="System Font Regular"/>
        <a:buChar char="-"/>
        <a:defRPr sz="1600" b="0" i="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1794e5df1c994168" /><Relationship Type="http://schemas.openxmlformats.org/officeDocument/2006/relationships/notesSlide" Target="/ppt/notesSlides/notesSlide1.xml" Id="Rd23e64999e5c4e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4.xml" Id="R89c91978f2d34cc4" /><Relationship Type="http://schemas.openxmlformats.org/officeDocument/2006/relationships/notesSlide" Target="/ppt/notesSlides/notesSlide2.xml" Id="Ra777f2a2a37f45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8.xml" Id="Rea498ca1793b436f" /><Relationship Type="http://schemas.openxmlformats.org/officeDocument/2006/relationships/notesSlide" Target="/ppt/notesSlides/notesSlide3.xml" Id="R7451086c60b04f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7.xml" Id="R142b789549d54224" /><Relationship Type="http://schemas.openxmlformats.org/officeDocument/2006/relationships/notesSlide" Target="/ppt/notesSlides/notesSlide4.xml" Id="R82c263ecdaa742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2.xml" Id="R557e2b02063442c1" /><Relationship Type="http://schemas.openxmlformats.org/officeDocument/2006/relationships/notesSlide" Target="/ppt/notesSlides/notesSlide5.xml" Id="Rf0b17222ab3f4b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81.xml" Id="Rcb35d20649f14f94" /><Relationship Type="http://schemas.openxmlformats.org/officeDocument/2006/relationships/notesSlide" Target="/ppt/notesSlides/notesSlide6.xml" Id="R32c83caa13d24f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0.xml" Id="Rd1e0ce8995b743bd" /><Relationship Type="http://schemas.openxmlformats.org/officeDocument/2006/relationships/notesSlide" Target="/ppt/notesSlides/notesSlide7.xml" Id="R8e74d4661b9449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59.xml" Id="Rc94d6189726e466c" /><Relationship Type="http://schemas.openxmlformats.org/officeDocument/2006/relationships/image" Target="/ppt/media/image10.png" Id="R4082fe763f0b489f" /><Relationship Type="http://schemas.openxmlformats.org/officeDocument/2006/relationships/notesSlide" Target="/ppt/notesSlides/notesSlide8.xml" Id="R6b29bde6ffaf48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7.xml" Id="R0825c67e2a6944dc" /><Relationship Type="http://schemas.openxmlformats.org/officeDocument/2006/relationships/notesSlide" Target="/ppt/notesSlides/notesSlide9.xml" Id="Rcdf2b046d98a44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5.xml" Id="Rc38a80a00a2141d2" /><Relationship Type="http://schemas.openxmlformats.org/officeDocument/2006/relationships/notesSlide" Target="/ppt/notesSlides/notesSlide10.xml" Id="Re01ab97e5092486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F40B6B-C618-C0F5-E67B-6B6DCDA055BA}"/>
              </a:ext>
            </a:extLst>
          </p:cNvPr>
          <p:cNvSpPr>
            <a:spLocks xmlns:a="http://schemas.openxmlformats.org/drawingml/2006/main" noGrp="1"/>
          </p:cNvSpPr>
          <p:nvPr>
            <p:ph type="ctrTitle" idx="0"/>
          </p:nvPr>
        </p:nvSpPr>
        <p:spPr>
          <a:xfrm xmlns:a="http://schemas.openxmlformats.org/drawingml/2006/main">
            <a:off x="792538" y="2148840"/>
            <a:ext cx="6400800" cy="1280160"/>
          </a:xfrm>
        </p:spPr>
        <p:txBody>
          <a:bodyPr xmlns:a="http://schemas.openxmlformats.org/drawingml/2006/main"/>
          <a:lstStyle xmlns:a="http://schemas.openxmlformats.org/drawingml/2006/main"/>
          <a:p xmlns:a="http://schemas.openxmlformats.org/drawingml/2006/main">
            <a:pPr>
              <a:defRPr sz="3300" b="1">
                <a:solidFill>
                  <a:srgbClr val="FFFFFF"/>
                </a:solidFill>
              </a:defRPr>
            </a:pPr>
            <a:r>
              <a:rPr sz="3300" b="1">
                <a:solidFill>
                  <a:srgbClr val="FFFFFF"/>
                </a:solidFill>
              </a:rPr>
              <a:t>Group Centralized Monitoring</a:t>
            </a:r>
          </a:p>
          <a:p xmlns:a="http://schemas.openxmlformats.org/drawingml/2006/main">
            <a:pPr>
              <a:defRPr sz="3300" b="1">
                <a:solidFill>
                  <a:srgbClr val="FFFFFF"/>
                </a:solidFill>
              </a:defRPr>
            </a:pPr>
            <a:r>
              <a:rPr sz="3300" b="1">
                <a:solidFill>
                  <a:srgbClr val="FFFFFF"/>
                </a:solidFill>
              </a:rPr>
              <a:t>&amp; Observability Platform</a:t>
            </a:r>
          </a:p>
        </p:txBody>
      </p:sp>
      <p:sp>
        <p:nvSpPr>
          <p:cNvPr id="3" name="Text Placeholder 2">
            <a:extLst xmlns:a="http://schemas.openxmlformats.org/drawingml/2006/main">
              <a:ext uri="{FF2B5EF4-FFF2-40B4-BE49-F238E27FC236}">
                <a16:creationId xmlns:a16="http://schemas.microsoft.com/office/drawing/2014/main" id="{23232C8D-45CA-F8C9-9072-265783F779A9}"/>
              </a:ext>
            </a:extLst>
          </p:cNvPr>
          <p:cNvSpPr>
            <a:spLocks xmlns:a="http://schemas.openxmlformats.org/drawingml/2006/main" noGrp="1"/>
          </p:cNvSpPr>
          <p:nvPr>
            <p:ph type="body" idx="33"/>
          </p:nvPr>
        </p:nvSpPr>
        <p:spPr>
          <a:xfrm xmlns:a="http://schemas.openxmlformats.org/drawingml/2006/main">
            <a:off x="792538" y="3519553"/>
            <a:ext cx="6400800" cy="341247"/>
          </a:xfrm>
        </p:spPr>
        <p:txBody>
          <a:bodyPr xmlns:a="http://schemas.openxmlformats.org/drawingml/2006/main"/>
          <a:lstStyle xmlns:a="http://schemas.openxmlformats.org/drawingml/2006/main"/>
          <a:p xmlns:a="http://schemas.openxmlformats.org/drawingml/2006/main">
            <a:pPr>
              <a:defRPr sz="1650">
                <a:solidFill>
                  <a:srgbClr val="FFFFFF"/>
                </a:solidFill>
              </a:defRPr>
            </a:pPr>
            <a:r>
              <a:rPr sz="1650">
                <a:solidFill>
                  <a:srgbClr val="FFFFFF"/>
                </a:solidFill>
              </a:rPr>
              <a:t>Management response | Unified Assurance + OCI Observability &amp; Management</a:t>
            </a:r>
          </a:p>
        </p:txBody>
      </p:sp>
      <p:sp>
        <p:nvSpPr>
          <p:cNvPr id="4" name="Text Placeholder 3">
            <a:extLst xmlns:a="http://schemas.openxmlformats.org/drawingml/2006/main">
              <a:ext uri="{FF2B5EF4-FFF2-40B4-BE49-F238E27FC236}">
                <a16:creationId xmlns:a16="http://schemas.microsoft.com/office/drawing/2014/main" id="{A0FB24E3-3A18-B7F6-4CC7-C1B59E6A5747}"/>
              </a:ext>
            </a:extLst>
          </p:cNvPr>
          <p:cNvSpPr>
            <a:spLocks xmlns:a="http://schemas.openxmlformats.org/drawingml/2006/main" noGrp="1"/>
          </p:cNvSpPr>
          <p:nvPr>
            <p:ph type="body" idx="35"/>
          </p:nvPr>
        </p:nvSpPr>
        <p:spPr>
          <a:xfrm xmlns:a="http://schemas.openxmlformats.org/drawingml/2006/main">
            <a:off x="792538" y="4544568"/>
            <a:ext cx="5077970" cy="266291"/>
          </a:xfrm>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AXIAN Telecom</a:t>
            </a:r>
          </a:p>
        </p:txBody>
      </p:sp>
      <p:sp>
        <p:nvSpPr>
          <p:cNvPr id="5" name="Text Placeholder 4">
            <a:extLst xmlns:a="http://schemas.openxmlformats.org/drawingml/2006/main">
              <a:ext uri="{FF2B5EF4-FFF2-40B4-BE49-F238E27FC236}">
                <a16:creationId xmlns:a16="http://schemas.microsoft.com/office/drawing/2014/main" id="{9B1D9CC3-8ABA-A9A1-EB4E-B31CF42646BD}"/>
              </a:ext>
            </a:extLst>
          </p:cNvPr>
          <p:cNvSpPr>
            <a:spLocks xmlns:a="http://schemas.openxmlformats.org/drawingml/2006/main" noGrp="1"/>
          </p:cNvSpPr>
          <p:nvPr>
            <p:ph type="body" idx="34"/>
          </p:nvPr>
        </p:nvSpPr>
        <p:spPr>
          <a:xfrm xmlns:a="http://schemas.openxmlformats.org/drawingml/2006/main">
            <a:off x="792538" y="4882896"/>
            <a:ext cx="5077970" cy="895181"/>
          </a:xfrm>
        </p:spPr>
        <p:txBody>
          <a:bodyPr xmlns:a="http://schemas.openxmlformats.org/drawingml/2006/main"/>
          <a:lstStyle xmlns:a="http://schemas.openxmlformats.org/drawingml/2006/main"/>
          <a:p xmlns:a="http://schemas.openxmlformats.org/drawingml/2006/main">
            <a:pPr lvl="0">
              <a:buNone/>
              <a:defRPr sz="1125">
                <a:solidFill>
                  <a:srgbClr val="FFFFFF"/>
                </a:solidFill>
              </a:defRPr>
            </a:pPr>
            <a:r>
              <a:rPr sz="1125">
                <a:solidFill>
                  <a:srgbClr val="FFFFFF"/>
                </a:solidFill>
              </a:rPr>
              <a:t>Observability &amp; Security team | RFP AXIAN-IT &amp; Network-OBS-2026 | July 2026</a:t>
            </a:r>
          </a:p>
        </p:txBody>
      </p:sp>
      <p:sp>
        <p:nvSpPr>
          <p:cNvPr id="6" name="Slide Number Placeholder 5">
            <a:extLst xmlns:a="http://schemas.openxmlformats.org/drawingml/2006/main">
              <a:ext uri="{FF2B5EF4-FFF2-40B4-BE49-F238E27FC236}">
                <a16:creationId xmlns:a16="http://schemas.microsoft.com/office/drawing/2014/main" id="{9EEDC56F-0800-0133-4357-B9CB97EDF45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p xmlns:a="http://schemas.openxmlformats.org/drawingml/2006/main">
            <a:fld id="{345D60D9-5372-5F40-9443-0F9AE5BDC3C8}" type="slidenum">
              <a:t>28</a:t>
            </a:fld>
          </a:p>
        </p:txBody>
      </p:sp>
      <p:sp>
        <p:nvSpPr>
          <p:cNvPr id="7" name="Footer Placeholder 6">
            <a:extLst xmlns:a="http://schemas.openxmlformats.org/drawingml/2006/main">
              <a:ext uri="{FF2B5EF4-FFF2-40B4-BE49-F238E27FC236}">
                <a16:creationId xmlns:a16="http://schemas.microsoft.com/office/drawing/2014/main" id="{74867CA8-C265-163F-FAEA-29C8C784443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553662864"/>
      </p:ext>
    </p:extLst>
  </p:cSld>
</p:sld>
</file>

<file path=ppt/slides/slide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F77E28-0828-5CBF-4757-5950A9F8BFA3}"/>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Safe Harbor</a:t>
            </a:r>
          </a:p>
        </p:txBody>
      </p:sp>
      <p:sp>
        <p:nvSpPr>
          <p:cNvPr id="4" name="Content Placeholder 3">
            <a:extLst xmlns:a="http://schemas.openxmlformats.org/drawingml/2006/main">
              <a:ext uri="{FF2B5EF4-FFF2-40B4-BE49-F238E27FC236}">
                <a16:creationId xmlns:a16="http://schemas.microsoft.com/office/drawing/2014/main" id="{7249283B-96BE-1166-53EB-DB5A241B21D0}"/>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p xmlns:a="http://schemas.openxmlformats.org/drawingml/2006/main">
            <a:r>
              <a:t>This presentation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a:t>
            </a:r>
            <a:br/>
            <a:r>
              <a:t>Oracle Corporation.</a:t>
            </a:r>
          </a:p>
          <a:p xmlns:a="http://schemas.openxmlformats.org/drawingml/2006/main"/>
          <a:p xmlns:a="http://schemas.openxmlformats.org/drawingml/2006/main">
            <a:r>
              <a:t>Statements in this presentation relating to Oracle’s future plans, expectations, beliefs, intentions, and prospects are “forward-looking statements” and are subject to material risks and uncertainties. A detailed discussion of these factors and other risks that affect our business is contained in Oracle’s Securities and Exchange Commission (SEC) filings, including our most recent reports on Form 10-K and Form 10-Q under the heading “Risk Factors.” These filings are available on the SEC’s website or on Oracle’s website at http://</a:t>
            </a:r>
            <a:r>
              <a:t>www.oracle.com</a:t>
            </a:r>
            <a:r>
              <a:t>/investor. All information in this presentation is current as of </a:t>
            </a:r>
            <a:r>
              <a:rPr>
                <a:highlight>
                  <a:srgbClr val="FF00FF"/>
                </a:highlight>
              </a:rPr>
              <a:t>INSERT MONTH HERE 2026</a:t>
            </a:r>
            <a:r>
              <a:t> and Oracle undertakes no duty to update any statement in light of new information or future events.</a:t>
            </a:r>
          </a:p>
          <a:p xmlns:a="http://schemas.openxmlformats.org/drawingml/2006/main"/>
          <a:p xmlns:a="http://schemas.openxmlformats.org/drawingml/2006/main">
            <a:r>
              <a:t>Some regulatory certifications or registrations to products or services referenced herein are held by Cerner Corporation. Cerner Corporation is a wholly owned subsidiary of Oracle. Cerner Corporation is an ONC-certified health IT developer and a registered medical device manufacturer in the United States and other </a:t>
            </a:r>
            <a:br/>
            <a:r>
              <a:t>jurisdictions worldwide.</a:t>
            </a:r>
          </a:p>
        </p:txBody>
      </p:sp>
      <p:sp>
        <p:nvSpPr>
          <p:cNvPr id="5" name="Slide Number Placeholder 4">
            <a:extLst xmlns:a="http://schemas.openxmlformats.org/drawingml/2006/main">
              <a:ext uri="{FF2B5EF4-FFF2-40B4-BE49-F238E27FC236}">
                <a16:creationId xmlns:a16="http://schemas.microsoft.com/office/drawing/2014/main" id="{B9D8C212-6F01-0338-7A7A-60165984C690}"/>
              </a:ext>
            </a:extLst>
          </p:cNvPr>
          <p:cNvSpPr>
            <a:spLocks xmlns:a="http://schemas.openxmlformats.org/drawingml/2006/main" noGrp="1"/>
          </p:cNvSpPr>
          <p:nvPr>
            <p:ph type="sldNum" idx="4"/>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38</a:t>
            </a:fld>
          </a:p>
        </p:txBody>
      </p:sp>
      <p:sp>
        <p:nvSpPr>
          <p:cNvPr id="6" name="Footer Placeholder 5">
            <a:extLst xmlns:a="http://schemas.openxmlformats.org/drawingml/2006/main">
              <a:ext uri="{FF2B5EF4-FFF2-40B4-BE49-F238E27FC236}">
                <a16:creationId xmlns:a16="http://schemas.microsoft.com/office/drawing/2014/main" id="{B42F0860-A0F9-7888-6CBE-5157D98070E4}"/>
              </a:ext>
            </a:extLst>
          </p:cNvPr>
          <p:cNvSpPr>
            <a:spLocks xmlns:a="http://schemas.openxmlformats.org/drawingml/2006/main" noGrp="1"/>
          </p:cNvSpPr>
          <p:nvPr>
            <p:ph type="ftr" idx="3"/>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444731483"/>
      </p:ext>
    </p:extLst>
  </p:cSld>
</p:sld>
</file>

<file path=ppt/slides/slide3.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796161A-4785-091D-6BAD-E17F65379478}"/>
              </a:ext>
            </a:extLst>
          </p:cNvPr>
          <p:cNvSpPr>
            <a:spLocks xmlns:a="http://schemas.openxmlformats.org/drawingml/2006/main" noGrp="1"/>
          </p:cNvSpPr>
          <p:nvPr>
            <p:ph type="title" idx="0"/>
          </p:nvPr>
        </p:nvSpPr>
        <p:spPr>
          <a:xfrm xmlns:a="http://schemas.openxmlformats.org/drawingml/2006/main">
            <a:off x="768875" y="3017520"/>
            <a:ext cx="10671048" cy="822960"/>
          </a:xfrm>
        </p:spPr>
        <p:txBody>
          <a:bodyPr xmlns:a="http://schemas.openxmlformats.org/drawingml/2006/main"/>
          <a:lstStyle xmlns:a="http://schemas.openxmlformats.org/drawingml/2006/main"/>
          <a:p xmlns:a="http://schemas.openxmlformats.org/drawingml/2006/main">
            <a:r>
              <a:t>Preserve OPCO tools. Standardize Group intelligence.</a:t>
            </a:r>
          </a:p>
          <a:p xmlns:a="http://schemas.openxmlformats.org/drawingml/2006/main">
            <a:r>
              <a:t>Make every production action product-owned.</a:t>
            </a:r>
          </a:p>
        </p:txBody>
      </p:sp>
      <p:sp>
        <p:nvSpPr>
          <p:cNvPr id="3" name="Slide Number Placeholder 2">
            <a:extLst xmlns:a="http://schemas.openxmlformats.org/drawingml/2006/main">
              <a:ext uri="{FF2B5EF4-FFF2-40B4-BE49-F238E27FC236}">
                <a16:creationId xmlns:a16="http://schemas.microsoft.com/office/drawing/2014/main" id="{372428AF-657B-3D71-5D3F-F781598750C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107</a:t>
            </a:fld>
          </a:p>
        </p:txBody>
      </p:sp>
      <p:sp>
        <p:nvSpPr>
          <p:cNvPr id="4" name="Footer Placeholder 3">
            <a:extLst xmlns:a="http://schemas.openxmlformats.org/drawingml/2006/main">
              <a:ext uri="{FF2B5EF4-FFF2-40B4-BE49-F238E27FC236}">
                <a16:creationId xmlns:a16="http://schemas.microsoft.com/office/drawing/2014/main" id="{5FABF121-E5C7-318E-CB1F-7E395935F40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781474111"/>
      </p:ext>
    </p:extLst>
  </p:cSld>
</p:sld>
</file>

<file path=ppt/slides/slide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Three complementary layers, one operational view</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t>Use the strongest native capability at each layer and correlate only material operational evidence.</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r>
              <a:t>ASSURANCE + OCI O&amp;M</a:t>
            </a:r>
          </a:p>
          <a:p xmlns:a="http://schemas.openxmlformats.org/drawingml/2006/main">
            <a:pPr lvl="1">
              <a:buNone/>
            </a:pPr>
            <a:r>
              <a:t/>
            </a:r>
          </a:p>
          <a:p xmlns:a="http://schemas.openxmlformats.org/drawingml/2006/main">
            <a:pPr lvl="2">
              <a:buNone/>
            </a:pPr>
            <a:r>
              <a:t>• Unified Assurance / UACE / InfoLake for Group correlation</a:t>
            </a:r>
          </a:p>
          <a:p xmlns:a="http://schemas.openxmlformats.org/drawingml/2006/main">
            <a:pPr lvl="3">
              <a:buNone/>
            </a:pPr>
            <a:r>
              <a:t>• OCI Monitoring, Logging, Log Analytics and APM</a:t>
            </a:r>
          </a:p>
          <a:p xmlns:a="http://schemas.openxmlformats.org/drawingml/2006/main">
            <a:pPr lvl="4">
              <a:buNone/>
            </a:pPr>
            <a:r>
              <a:t>• OKE Kubernetes monitoring solution</a:t>
            </a:r>
          </a:p>
          <a:p xmlns:a="http://schemas.openxmlformats.org/drawingml/2006/main">
            <a:pPr lvl="4">
              <a:buNone/>
            </a:pPr>
            <a:r>
              <a:t>• Cross-domain evidence and platform self-monitoring</a:t>
            </a:r>
          </a:p>
          <a:p xmlns:a="http://schemas.openxmlformats.org/drawingml/2006/main">
            <a:pPr lvl="4">
              <a:buNone/>
            </a:pPr>
            <a:r>
              <a:t>• Governed analytics with LoganAI assistance</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r>
              <a:t>NATIVE INTEGRATIONS + EXTENSIONS</a:t>
            </a:r>
          </a:p>
          <a:p xmlns:a="http://schemas.openxmlformats.org/drawingml/2006/main">
            <a:pPr lvl="1">
              <a:buNone/>
            </a:pPr>
            <a:r>
              <a:t/>
            </a:r>
          </a:p>
          <a:p xmlns:a="http://schemas.openxmlformats.org/drawingml/2006/main">
            <a:pPr lvl="2">
              <a:buNone/>
            </a:pPr>
            <a:r>
              <a:t>• OEM remains the deep Oracle management plane</a:t>
            </a:r>
          </a:p>
          <a:p xmlns:a="http://schemas.openxmlformats.org/drawingml/2006/main">
            <a:pPr lvl="3">
              <a:buNone/>
            </a:pPr>
            <a:r>
              <a:t>• Native UA ServiceNow Adapter; no OIC path</a:t>
            </a:r>
          </a:p>
          <a:p xmlns:a="http://schemas.openxmlformats.org/drawingml/2006/main">
            <a:pPr lvl="4">
              <a:buNone/>
            </a:pPr>
            <a:r>
              <a:t>• OpenTelemetry and supported collectors preserve portability</a:t>
            </a:r>
          </a:p>
          <a:p xmlns:a="http://schemas.openxmlformats.org/drawingml/2006/main">
            <a:pPr lvl="4">
              <a:buNone/>
            </a:pPr>
            <a:r>
              <a:t>• CSS/partners close unsupported adapter and parser gaps</a:t>
            </a:r>
          </a:p>
          <a:p xmlns:a="http://schemas.openxmlformats.org/drawingml/2006/main">
            <a:pPr lvl="4">
              <a:buNone/>
            </a:pPr>
            <a:r>
              <a:t>• Dedicated incident agent is separate from LoganAI</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4372CF-F2B9-1A4C-8624-1DB0C79D13A9}"/>
              </a:ext>
            </a:extLst>
          </p:cNvPr>
          <p:cNvSpPr>
            <a:spLocks xmlns:a="http://schemas.openxmlformats.org/drawingml/2006/main" noGrp="1"/>
          </p:cNvSpPr>
          <p:nvPr>
            <p:ph type="title" idx="0"/>
          </p:nvPr>
        </p:nvSpPr>
        <p:spPr>
          <a:xfrm xmlns:a="http://schemas.openxmlformats.org/drawingml/2006/main">
            <a:off x="761998" y="2471026"/>
            <a:ext cx="4846320" cy="822960"/>
          </a:xfrm>
        </p:spPr>
        <p:txBody>
          <a:bodyPr xmlns:a="http://schemas.openxmlformats.org/drawingml/2006/main"/>
          <a:lstStyle xmlns:a="http://schemas.openxmlformats.org/drawingml/2006/main"/>
          <a:p xmlns:a="http://schemas.openxmlformats.org/drawingml/2006/main">
            <a:r>
              <a:t>Federated operations,</a:t>
            </a:r>
          </a:p>
          <a:p xmlns:a="http://schemas.openxmlformats.org/drawingml/2006/main">
            <a:r>
              <a:t>one governed</a:t>
            </a:r>
          </a:p>
          <a:p xmlns:a="http://schemas.openxmlformats.org/drawingml/2006/main">
            <a:r>
              <a:t>assurance plane</a:t>
            </a:r>
          </a:p>
        </p:txBody>
      </p:sp>
      <p:sp>
        <p:nvSpPr>
          <p:cNvPr id="3" name="Text Placeholder 2">
            <a:extLst xmlns:a="http://schemas.openxmlformats.org/drawingml/2006/main">
              <a:ext uri="{FF2B5EF4-FFF2-40B4-BE49-F238E27FC236}">
                <a16:creationId xmlns:a16="http://schemas.microsoft.com/office/drawing/2014/main" id="{BB6945CB-1DA1-1AC6-4504-B57F98F15241}"/>
              </a:ext>
            </a:extLst>
          </p:cNvPr>
          <p:cNvSpPr>
            <a:spLocks xmlns:a="http://schemas.openxmlformats.org/drawingml/2006/main" noGrp="1"/>
          </p:cNvSpPr>
          <p:nvPr>
            <p:ph type="body" idx="24"/>
          </p:nvPr>
        </p:nvSpPr>
        <p:spPr>
          <a:xfrm xmlns:a="http://schemas.openxmlformats.org/drawingml/2006/main">
            <a:off x="762000" y="3564014"/>
            <a:ext cx="4846320" cy="1228119"/>
          </a:xfrm>
        </p:spPr>
        <p:txBody>
          <a:bodyPr xmlns:a="http://schemas.openxmlformats.org/drawingml/2006/main"/>
          <a:lstStyle xmlns:a="http://schemas.openxmlformats.org/drawingml/2006/main"/>
          <a:p xmlns:a="http://schemas.openxmlformats.org/drawingml/2006/main">
            <a:pPr lvl="0">
              <a:buNone/>
            </a:pPr>
            <a:r>
              <a:t>Solid flow: telemetry, context and ITSM data.</a:t>
            </a:r>
          </a:p>
          <a:p xmlns:a="http://schemas.openxmlformats.org/drawingml/2006/main">
            <a:pPr lvl="0">
              <a:buNone/>
            </a:pPr>
            <a:r>
              <a:t>Dashed/approved flow: product-owned action.</a:t>
            </a:r>
          </a:p>
          <a:p xmlns:a="http://schemas.openxmlformats.org/drawingml/2006/main">
            <a:pPr lvl="0">
              <a:buNone/>
            </a:pPr>
            <a:r>
              <a:t/>
            </a:r>
          </a:p>
          <a:p xmlns:a="http://schemas.openxmlformats.org/drawingml/2006/main">
            <a:pPr lvl="0">
              <a:buNone/>
            </a:pPr>
            <a:r>
              <a:t>Security, identity, audit, IaC and DR apply end to end.</a:t>
            </a:r>
          </a:p>
        </p:txBody>
      </p:sp>
      <p:sp>
        <p:nvSpPr>
          <p:cNvPr id="4" name="Slide Number Placeholder 3">
            <a:extLst xmlns:a="http://schemas.openxmlformats.org/drawingml/2006/main">
              <a:ext uri="{FF2B5EF4-FFF2-40B4-BE49-F238E27FC236}">
                <a16:creationId xmlns:a16="http://schemas.microsoft.com/office/drawing/2014/main" id="{886B5358-2E99-DED7-30EE-FA12D90C2F0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104</a:t>
            </a:fld>
          </a:p>
        </p:txBody>
      </p:sp>
      <p:sp>
        <p:nvSpPr>
          <p:cNvPr id="5" name="Footer Placeholder 4">
            <a:extLst xmlns:a="http://schemas.openxmlformats.org/drawingml/2006/main">
              <a:ext uri="{FF2B5EF4-FFF2-40B4-BE49-F238E27FC236}">
                <a16:creationId xmlns:a16="http://schemas.microsoft.com/office/drawing/2014/main" id="{FBD6D9FA-1DBB-051A-0647-C96E692AE8E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28" name="Rounded Rectangle 127">
            <a:extLst xmlns:a="http://schemas.openxmlformats.org/drawingml/2006/main">
              <a:ext uri="{FF2B5EF4-FFF2-40B4-BE49-F238E27FC236}">
                <a16:creationId xmlns:a16="http://schemas.microsoft.com/office/drawing/2014/main" id="{CA57B187-8732-B723-1BCD-9F5244823ACA}"/>
              </a:ext>
            </a:extLst>
          </p:cNvPr>
          <p:cNvSpPr>
            <a:spLocks xmlns:a="http://schemas.openxmlformats.org/drawingml/2006/main" noGrp="1"/>
          </p:cNvSpPr>
          <p:nvPr/>
        </p:nvSpPr>
        <p:spPr>
          <a:xfrm xmlns:a="http://schemas.openxmlformats.org/drawingml/2006/main" rot="0" flipH="0" flipV="0">
            <a:off x="9690626" y="821573"/>
            <a:ext cx="1554278" cy="1554278"/>
          </a:xfrm>
          <a:prstGeom xmlns:a="http://schemas.openxmlformats.org/drawingml/2006/main" prst="roundRect">
            <a:avLst>
              <a:gd name="adj" fmla="val 5382"/>
            </a:avLst>
          </a:prstGeom>
          <a:solidFill xmlns:a="http://schemas.openxmlformats.org/drawingml/2006/main">
            <a:srgbClr val="FFF1D6"/>
          </a:solidFill>
          <a:ln xmlns:a="http://schemas.openxmlformats.org/drawingml/2006/main" w="19050">
            <a:solidFill>
              <a:srgbClr val="A56A00"/>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29" name="Rounded Rectangle 128">
            <a:extLst xmlns:a="http://schemas.openxmlformats.org/drawingml/2006/main">
              <a:ext uri="{FF2B5EF4-FFF2-40B4-BE49-F238E27FC236}">
                <a16:creationId xmlns:a16="http://schemas.microsoft.com/office/drawing/2014/main" id="{F558018C-7B3F-FFED-572C-ED23A4523F54}"/>
              </a:ext>
            </a:extLst>
          </p:cNvPr>
          <p:cNvSpPr>
            <a:spLocks xmlns:a="http://schemas.openxmlformats.org/drawingml/2006/main" noGrp="1"/>
          </p:cNvSpPr>
          <p:nvPr/>
        </p:nvSpPr>
        <p:spPr>
          <a:xfrm xmlns:a="http://schemas.openxmlformats.org/drawingml/2006/main" rot="0" flipH="0" flipV="0">
            <a:off x="9843026" y="2509162"/>
            <a:ext cx="1554278" cy="1554278"/>
          </a:xfrm>
          <a:prstGeom xmlns:a="http://schemas.openxmlformats.org/drawingml/2006/main" prst="roundRect">
            <a:avLst>
              <a:gd name="adj" fmla="val 5382"/>
            </a:avLst>
          </a:prstGeom>
          <a:solidFill xmlns:a="http://schemas.openxmlformats.org/drawingml/2006/main">
            <a:srgbClr val="F3ECFA"/>
          </a:solidFill>
          <a:ln xmlns:a="http://schemas.openxmlformats.org/drawingml/2006/main" w="19050">
            <a:solidFill>
              <a:srgbClr val="6C3BAA"/>
            </a:solidFill>
            <a:prstDash val="solid"/>
          </a:ln>
        </p:spPr>
        <p:txBody>
          <a:bodyPr xmlns:a="http://schemas.openxmlformats.org/drawingml/2006/main" anchor="ctr"/>
          <a:lstStyle xmlns:a="http://schemas.openxmlformats.org/drawingml/2006/main"/>
          <a:p xmlns:a="http://schemas.openxmlformats.org/drawingml/2006/main">
            <a:pPr algn="ctr" defTabSz="1218971">
              <a:buNone/>
            </a:pPr>
            <a:r>
              <a:rPr sz="2400">
                <a:solidFill>
                  <a:schemeClr val="bg1"/>
                </a:solidFill>
                <a:latin typeface="Oracle Sans"/>
                <a:ea typeface="Oracle Sans"/>
                <a:cs typeface="Oracle Sans"/>
              </a:rPr>
              <a:t> </a:t>
            </a:r>
          </a:p>
        </p:txBody>
      </p:sp>
      <p:sp>
        <p:nvSpPr>
          <p:cNvPr id="130" name="Rounded Rectangle 129">
            <a:extLst xmlns:a="http://schemas.openxmlformats.org/drawingml/2006/main">
              <a:ext uri="{FF2B5EF4-FFF2-40B4-BE49-F238E27FC236}">
                <a16:creationId xmlns:a16="http://schemas.microsoft.com/office/drawing/2014/main" id="{F83EB79E-7B2D-F518-2A67-7B148D6DCEA9}"/>
              </a:ext>
            </a:extLst>
          </p:cNvPr>
          <p:cNvSpPr>
            <a:spLocks xmlns:a="http://schemas.openxmlformats.org/drawingml/2006/main" noGrp="1"/>
          </p:cNvSpPr>
          <p:nvPr/>
        </p:nvSpPr>
        <p:spPr>
          <a:xfrm xmlns:a="http://schemas.openxmlformats.org/drawingml/2006/main" rot="0" flipH="0" flipV="0">
            <a:off x="9843026" y="4196751"/>
            <a:ext cx="1554278" cy="1554278"/>
          </a:xfrm>
          <a:prstGeom xmlns:a="http://schemas.openxmlformats.org/drawingml/2006/main" prst="roundRect">
            <a:avLst>
              <a:gd name="adj" fmla="val 5382"/>
            </a:avLst>
          </a:prstGeom>
          <a:solidFill xmlns:a="http://schemas.openxmlformats.org/drawingml/2006/main">
            <a:srgbClr val="E9F7F0"/>
          </a:solidFill>
          <a:ln xmlns:a="http://schemas.openxmlformats.org/drawingml/2006/main" w="19050">
            <a:solidFill>
              <a:srgbClr val="1B8753"/>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1" name="Rounded Rectangle 130">
            <a:extLst xmlns:a="http://schemas.openxmlformats.org/drawingml/2006/main">
              <a:ext uri="{FF2B5EF4-FFF2-40B4-BE49-F238E27FC236}">
                <a16:creationId xmlns:a16="http://schemas.microsoft.com/office/drawing/2014/main" id="{A0814477-F258-B601-D58D-AF9D4E9920E0}"/>
              </a:ext>
            </a:extLst>
          </p:cNvPr>
          <p:cNvSpPr>
            <a:spLocks xmlns:a="http://schemas.openxmlformats.org/drawingml/2006/main" noGrp="1"/>
          </p:cNvSpPr>
          <p:nvPr/>
        </p:nvSpPr>
        <p:spPr>
          <a:xfrm xmlns:a="http://schemas.openxmlformats.org/drawingml/2006/main" rot="0" flipH="0" flipV="0">
            <a:off x="6151715" y="821573"/>
            <a:ext cx="1554278" cy="1554278"/>
          </a:xfrm>
          <a:prstGeom xmlns:a="http://schemas.openxmlformats.org/drawingml/2006/main" prst="roundRect">
            <a:avLst>
              <a:gd name="adj" fmla="val 4514"/>
            </a:avLst>
          </a:prstGeom>
          <a:solidFill xmlns:a="http://schemas.openxmlformats.org/drawingml/2006/main">
            <a:srgbClr val="FFF8F3"/>
          </a:solidFill>
          <a:ln xmlns:a="http://schemas.openxmlformats.org/drawingml/2006/main" w="19050">
            <a:solidFill>
              <a:srgbClr val="C74634"/>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2" name="Rounded Rectangle 131">
            <a:extLst xmlns:a="http://schemas.openxmlformats.org/drawingml/2006/main">
              <a:ext uri="{FF2B5EF4-FFF2-40B4-BE49-F238E27FC236}">
                <a16:creationId xmlns:a16="http://schemas.microsoft.com/office/drawing/2014/main" id="{375A6463-AD7F-5998-E6F3-EE04F551122A}"/>
              </a:ext>
            </a:extLst>
          </p:cNvPr>
          <p:cNvSpPr>
            <a:spLocks xmlns:a="http://schemas.openxmlformats.org/drawingml/2006/main" noGrp="1"/>
          </p:cNvSpPr>
          <p:nvPr/>
        </p:nvSpPr>
        <p:spPr>
          <a:xfrm xmlns:a="http://schemas.openxmlformats.org/drawingml/2006/main" rot="0" flipH="0" flipV="0">
            <a:off x="7921533" y="821573"/>
            <a:ext cx="1554278" cy="1554278"/>
          </a:xfrm>
          <a:prstGeom xmlns:a="http://schemas.openxmlformats.org/drawingml/2006/main" prst="roundRect">
            <a:avLst>
              <a:gd name="adj" fmla="val 5382"/>
            </a:avLst>
          </a:prstGeom>
          <a:solidFill xmlns:a="http://schemas.openxmlformats.org/drawingml/2006/main">
            <a:srgbClr val="EAF2FC"/>
          </a:solidFill>
          <a:ln xmlns:a="http://schemas.openxmlformats.org/drawingml/2006/main" w="19050">
            <a:solidFill>
              <a:srgbClr val="1B6AC9"/>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3" name="Rounded Rectangle 132">
            <a:extLst xmlns:a="http://schemas.openxmlformats.org/drawingml/2006/main">
              <a:ext uri="{FF2B5EF4-FFF2-40B4-BE49-F238E27FC236}">
                <a16:creationId xmlns:a16="http://schemas.microsoft.com/office/drawing/2014/main" id="{FC2623CD-DD50-D50E-7A78-2C9129A779BB}"/>
              </a:ext>
            </a:extLst>
          </p:cNvPr>
          <p:cNvSpPr>
            <a:spLocks xmlns:a="http://schemas.openxmlformats.org/drawingml/2006/main" noGrp="1"/>
          </p:cNvSpPr>
          <p:nvPr/>
        </p:nvSpPr>
        <p:spPr>
          <a:xfrm xmlns:a="http://schemas.openxmlformats.org/drawingml/2006/main" rot="0" flipH="0" flipV="0">
            <a:off x="7921533" y="2509162"/>
            <a:ext cx="1554278" cy="1554278"/>
          </a:xfrm>
          <a:prstGeom xmlns:a="http://schemas.openxmlformats.org/drawingml/2006/main" prst="roundRect">
            <a:avLst>
              <a:gd name="adj" fmla="val 5382"/>
            </a:avLst>
          </a:prstGeom>
          <a:solidFill xmlns:a="http://schemas.openxmlformats.org/drawingml/2006/main">
            <a:srgbClr val="F3ECFA"/>
          </a:solidFill>
          <a:ln xmlns:a="http://schemas.openxmlformats.org/drawingml/2006/main" w="19050">
            <a:solidFill>
              <a:srgbClr val="6C3BAA"/>
            </a:solidFill>
            <a:prstDash val="solid"/>
          </a:ln>
        </p:spPr>
        <p:txBody>
          <a:bodyPr xmlns:a="http://schemas.openxmlformats.org/drawingml/2006/main" anchor="ctr"/>
          <a:lstStyle xmlns:a="http://schemas.openxmlformats.org/drawingml/2006/main"/>
          <a:p xmlns:a="http://schemas.openxmlformats.org/drawingml/2006/main">
            <a:pPr algn="ctr" defTabSz="1218971">
              <a:buNone/>
            </a:pPr>
            <a:r>
              <a:rPr sz="2400">
                <a:solidFill>
                  <a:schemeClr val="bg1"/>
                </a:solidFill>
                <a:latin typeface="Oracle Sans"/>
                <a:ea typeface="Oracle Sans"/>
                <a:cs typeface="Oracle Sans"/>
              </a:rPr>
              <a:t> </a:t>
            </a:r>
          </a:p>
        </p:txBody>
      </p:sp>
      <p:sp>
        <p:nvSpPr>
          <p:cNvPr id="134" name="Rounded Rectangle 133">
            <a:extLst xmlns:a="http://schemas.openxmlformats.org/drawingml/2006/main">
              <a:ext uri="{FF2B5EF4-FFF2-40B4-BE49-F238E27FC236}">
                <a16:creationId xmlns:a16="http://schemas.microsoft.com/office/drawing/2014/main" id="{734B1590-C407-A30F-E980-2B40FF17C9CA}"/>
              </a:ext>
            </a:extLst>
          </p:cNvPr>
          <p:cNvSpPr>
            <a:spLocks xmlns:a="http://schemas.openxmlformats.org/drawingml/2006/main" noGrp="1"/>
          </p:cNvSpPr>
          <p:nvPr/>
        </p:nvSpPr>
        <p:spPr>
          <a:xfrm xmlns:a="http://schemas.openxmlformats.org/drawingml/2006/main" rot="0" flipH="0" flipV="0">
            <a:off x="6151715" y="2509162"/>
            <a:ext cx="1554278" cy="1554278"/>
          </a:xfrm>
          <a:prstGeom xmlns:a="http://schemas.openxmlformats.org/drawingml/2006/main" prst="roundRect">
            <a:avLst>
              <a:gd name="adj" fmla="val 5382"/>
            </a:avLst>
          </a:prstGeom>
          <a:solidFill xmlns:a="http://schemas.openxmlformats.org/drawingml/2006/main">
            <a:srgbClr val="EAF2FC"/>
          </a:solidFill>
          <a:ln xmlns:a="http://schemas.openxmlformats.org/drawingml/2006/main" w="19050">
            <a:solidFill>
              <a:srgbClr val="1B6AC9"/>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5" name="Rounded Rectangle 134">
            <a:extLst xmlns:a="http://schemas.openxmlformats.org/drawingml/2006/main">
              <a:ext uri="{FF2B5EF4-FFF2-40B4-BE49-F238E27FC236}">
                <a16:creationId xmlns:a16="http://schemas.microsoft.com/office/drawing/2014/main" id="{A1D6FF78-2E1A-3679-4D21-61C3E22003E0}"/>
              </a:ext>
            </a:extLst>
          </p:cNvPr>
          <p:cNvSpPr>
            <a:spLocks xmlns:a="http://schemas.openxmlformats.org/drawingml/2006/main" noGrp="1"/>
          </p:cNvSpPr>
          <p:nvPr/>
        </p:nvSpPr>
        <p:spPr>
          <a:xfrm xmlns:a="http://schemas.openxmlformats.org/drawingml/2006/main" rot="0" flipH="0" flipV="0">
            <a:off x="6151715" y="4196751"/>
            <a:ext cx="1554278" cy="1554278"/>
          </a:xfrm>
          <a:prstGeom xmlns:a="http://schemas.openxmlformats.org/drawingml/2006/main" prst="roundRect">
            <a:avLst>
              <a:gd name="adj" fmla="val 5382"/>
            </a:avLst>
          </a:prstGeom>
          <a:solidFill xmlns:a="http://schemas.openxmlformats.org/drawingml/2006/main">
            <a:srgbClr val="FFF8F3"/>
          </a:solidFill>
          <a:ln xmlns:a="http://schemas.openxmlformats.org/drawingml/2006/main" w="19050">
            <a:solidFill>
              <a:srgbClr val="C74634"/>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6" name="Rounded Rectangle 135">
            <a:extLst xmlns:a="http://schemas.openxmlformats.org/drawingml/2006/main">
              <a:ext uri="{FF2B5EF4-FFF2-40B4-BE49-F238E27FC236}">
                <a16:creationId xmlns:a16="http://schemas.microsoft.com/office/drawing/2014/main" id="{A7A4F0DB-8928-5897-7AC5-B2EBCDBCC2E9}"/>
              </a:ext>
            </a:extLst>
          </p:cNvPr>
          <p:cNvSpPr>
            <a:spLocks xmlns:a="http://schemas.openxmlformats.org/drawingml/2006/main" noGrp="1"/>
          </p:cNvSpPr>
          <p:nvPr/>
        </p:nvSpPr>
        <p:spPr>
          <a:xfrm xmlns:a="http://schemas.openxmlformats.org/drawingml/2006/main" rot="0" flipH="0" flipV="0">
            <a:off x="7921533" y="4196751"/>
            <a:ext cx="1554278" cy="1554278"/>
          </a:xfrm>
          <a:prstGeom xmlns:a="http://schemas.openxmlformats.org/drawingml/2006/main" prst="roundRect">
            <a:avLst>
              <a:gd name="adj" fmla="val 5382"/>
            </a:avLst>
          </a:prstGeom>
          <a:solidFill xmlns:a="http://schemas.openxmlformats.org/drawingml/2006/main">
            <a:srgbClr val="E9F7F0"/>
          </a:solidFill>
          <a:ln xmlns:a="http://schemas.openxmlformats.org/drawingml/2006/main" w="19050">
            <a:solidFill>
              <a:srgbClr val="1B8753"/>
            </a:solidFill>
            <a:prstDash val="solid"/>
          </a:ln>
        </p:spPr>
        <p:txBody>
          <a:bodyPr xmlns:a="http://schemas.openxmlformats.org/drawingml/2006/main" anchor="ctr"/>
          <a:lstStyle xmlns:a="http://schemas.openxmlformats.org/drawingml/2006/main"/>
          <a:p xmlns:a="http://schemas.openxmlformats.org/drawingml/2006/main">
            <a:pPr algn="ctr" defTabSz="1218971">
              <a:buNone/>
            </a:pPr>
          </a:p>
        </p:txBody>
      </p:sp>
      <p:sp>
        <p:nvSpPr>
          <p:cNvPr id="137" name="TextBox 136">
            <a:extLst xmlns:a="http://schemas.openxmlformats.org/drawingml/2006/main">
              <a:ext uri="{FF2B5EF4-FFF2-40B4-BE49-F238E27FC236}">
                <a16:creationId xmlns:a16="http://schemas.microsoft.com/office/drawing/2014/main" id="{39FA4B91-4304-3C2D-98CD-4A69005A5494}"/>
              </a:ext>
            </a:extLst>
          </p:cNvPr>
          <p:cNvSpPr>
            <a:spLocks xmlns:a="http://schemas.openxmlformats.org/drawingml/2006/main" noGrp="1"/>
          </p:cNvSpPr>
          <p:nvPr/>
        </p:nvSpPr>
        <p:spPr>
          <a:xfrm xmlns:a="http://schemas.openxmlformats.org/drawingml/2006/main" rot="0" flipH="0" flipV="0">
            <a:off x="8014226" y="1812173"/>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Private edge</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&amp; ingestion</a:t>
            </a:r>
          </a:p>
        </p:txBody>
      </p:sp>
      <p:sp>
        <p:nvSpPr>
          <p:cNvPr id="138" name="TextBox 137">
            <a:extLst xmlns:a="http://schemas.openxmlformats.org/drawingml/2006/main">
              <a:ext uri="{FF2B5EF4-FFF2-40B4-BE49-F238E27FC236}">
                <a16:creationId xmlns:a16="http://schemas.microsoft.com/office/drawing/2014/main" id="{305B6BD6-0165-EE9D-D5E8-548A708219B4}"/>
              </a:ext>
            </a:extLst>
          </p:cNvPr>
          <p:cNvSpPr>
            <a:spLocks xmlns:a="http://schemas.openxmlformats.org/drawingml/2006/main" noGrp="1"/>
          </p:cNvSpPr>
          <p:nvPr/>
        </p:nvSpPr>
        <p:spPr>
          <a:xfrm xmlns:a="http://schemas.openxmlformats.org/drawingml/2006/main" rot="0" flipH="0" flipV="0">
            <a:off x="6063304" y="3488573"/>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OCI O&amp;M</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signals</a:t>
            </a:r>
          </a:p>
        </p:txBody>
      </p:sp>
      <p:sp>
        <p:nvSpPr>
          <p:cNvPr id="139" name="TextBox 138">
            <a:extLst xmlns:a="http://schemas.openxmlformats.org/drawingml/2006/main">
              <a:ext uri="{FF2B5EF4-FFF2-40B4-BE49-F238E27FC236}">
                <a16:creationId xmlns:a16="http://schemas.microsoft.com/office/drawing/2014/main" id="{0CAF542E-4E0E-0EA5-604E-6E8D7C3AC55D}"/>
              </a:ext>
            </a:extLst>
          </p:cNvPr>
          <p:cNvSpPr>
            <a:spLocks xmlns:a="http://schemas.openxmlformats.org/drawingml/2006/main" noGrp="1"/>
          </p:cNvSpPr>
          <p:nvPr/>
        </p:nvSpPr>
        <p:spPr>
          <a:xfrm xmlns:a="http://schemas.openxmlformats.org/drawingml/2006/main" rot="0" flipH="0" flipV="0">
            <a:off x="6063304" y="1812173"/>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OPCO sources</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Product-owned</a:t>
            </a:r>
          </a:p>
        </p:txBody>
      </p:sp>
      <p:sp>
        <p:nvSpPr>
          <p:cNvPr id="140" name="TextBox 139">
            <a:extLst xmlns:a="http://schemas.openxmlformats.org/drawingml/2006/main">
              <a:ext uri="{FF2B5EF4-FFF2-40B4-BE49-F238E27FC236}">
                <a16:creationId xmlns:a16="http://schemas.microsoft.com/office/drawing/2014/main" id="{AADB8180-2C96-BB74-0A1E-34BE0DE8C999}"/>
              </a:ext>
            </a:extLst>
          </p:cNvPr>
          <p:cNvSpPr>
            <a:spLocks xmlns:a="http://schemas.openxmlformats.org/drawingml/2006/main" noGrp="1"/>
          </p:cNvSpPr>
          <p:nvPr/>
        </p:nvSpPr>
        <p:spPr>
          <a:xfrm xmlns:a="http://schemas.openxmlformats.org/drawingml/2006/main" rot="0" flipH="0" flipV="0">
            <a:off x="9870778" y="3488574"/>
            <a:ext cx="150856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Dedicated agent</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Alex Negrea</a:t>
            </a:r>
          </a:p>
        </p:txBody>
      </p:sp>
      <p:sp>
        <p:nvSpPr>
          <p:cNvPr id="141" name="TextBox 140">
            <a:extLst xmlns:a="http://schemas.openxmlformats.org/drawingml/2006/main">
              <a:ext uri="{FF2B5EF4-FFF2-40B4-BE49-F238E27FC236}">
                <a16:creationId xmlns:a16="http://schemas.microsoft.com/office/drawing/2014/main" id="{0AB3E19F-FB28-0A65-28FF-2A52C013CDEB}"/>
              </a:ext>
            </a:extLst>
          </p:cNvPr>
          <p:cNvSpPr>
            <a:spLocks xmlns:a="http://schemas.openxmlformats.org/drawingml/2006/main" noGrp="1"/>
          </p:cNvSpPr>
          <p:nvPr/>
        </p:nvSpPr>
        <p:spPr>
          <a:xfrm xmlns:a="http://schemas.openxmlformats.org/drawingml/2006/main" rot="0" flipH="0" flipV="0">
            <a:off x="9916334" y="5164973"/>
            <a:ext cx="1417452"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ServiceNow</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Pablo involved</a:t>
            </a:r>
          </a:p>
        </p:txBody>
      </p:sp>
      <p:sp>
        <p:nvSpPr>
          <p:cNvPr id="142" name="TextBox 141">
            <a:extLst xmlns:a="http://schemas.openxmlformats.org/drawingml/2006/main">
              <a:ext uri="{FF2B5EF4-FFF2-40B4-BE49-F238E27FC236}">
                <a16:creationId xmlns:a16="http://schemas.microsoft.com/office/drawing/2014/main" id="{5777192D-2DD6-87E4-9E47-109FFC47D1B9}"/>
              </a:ext>
            </a:extLst>
          </p:cNvPr>
          <p:cNvSpPr>
            <a:spLocks xmlns:a="http://schemas.openxmlformats.org/drawingml/2006/main" noGrp="1"/>
          </p:cNvSpPr>
          <p:nvPr/>
        </p:nvSpPr>
        <p:spPr>
          <a:xfrm xmlns:a="http://schemas.openxmlformats.org/drawingml/2006/main" rot="0" flipH="0" flipV="0">
            <a:off x="8014226" y="3488573"/>
            <a:ext cx="1508564"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LoganAI</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assisted analysis</a:t>
            </a:r>
          </a:p>
        </p:txBody>
      </p:sp>
      <p:sp>
        <p:nvSpPr>
          <p:cNvPr id="143" name="TextBox 142">
            <a:extLst xmlns:a="http://schemas.openxmlformats.org/drawingml/2006/main">
              <a:ext uri="{FF2B5EF4-FFF2-40B4-BE49-F238E27FC236}">
                <a16:creationId xmlns:a16="http://schemas.microsoft.com/office/drawing/2014/main" id="{57067F5C-C287-6260-E320-B00FFE71074A}"/>
              </a:ext>
            </a:extLst>
          </p:cNvPr>
          <p:cNvSpPr>
            <a:spLocks xmlns:a="http://schemas.openxmlformats.org/drawingml/2006/main" noGrp="1"/>
          </p:cNvSpPr>
          <p:nvPr/>
        </p:nvSpPr>
        <p:spPr>
          <a:xfrm xmlns:a="http://schemas.openxmlformats.org/drawingml/2006/main" rot="0" flipH="0" flipV="0">
            <a:off x="8014226" y="5164973"/>
            <a:ext cx="1508564"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UA native</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ServiceNow adapter</a:t>
            </a:r>
          </a:p>
        </p:txBody>
      </p:sp>
      <p:sp>
        <p:nvSpPr>
          <p:cNvPr id="144" name="TextBox 143">
            <a:extLst xmlns:a="http://schemas.openxmlformats.org/drawingml/2006/main">
              <a:ext uri="{FF2B5EF4-FFF2-40B4-BE49-F238E27FC236}">
                <a16:creationId xmlns:a16="http://schemas.microsoft.com/office/drawing/2014/main" id="{2F9952D7-30BB-EE10-1247-9C4A39F8E0D9}"/>
              </a:ext>
            </a:extLst>
          </p:cNvPr>
          <p:cNvSpPr>
            <a:spLocks xmlns:a="http://schemas.openxmlformats.org/drawingml/2006/main" noGrp="1"/>
          </p:cNvSpPr>
          <p:nvPr/>
        </p:nvSpPr>
        <p:spPr>
          <a:xfrm xmlns:a="http://schemas.openxmlformats.org/drawingml/2006/main" rot="0" flipH="0" flipV="0">
            <a:off x="9870778" y="1812173"/>
            <a:ext cx="1508564"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Unified</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Assurance</a:t>
            </a:r>
          </a:p>
        </p:txBody>
      </p:sp>
      <p:sp>
        <p:nvSpPr>
          <p:cNvPr id="154" name="TextBox 153">
            <a:extLst xmlns:a="http://schemas.openxmlformats.org/drawingml/2006/main">
              <a:ext uri="{FF2B5EF4-FFF2-40B4-BE49-F238E27FC236}">
                <a16:creationId xmlns:a16="http://schemas.microsoft.com/office/drawing/2014/main" id="{733D7D77-66B0-9948-8CE2-4F6237B2E9BD}"/>
              </a:ext>
            </a:extLst>
          </p:cNvPr>
          <p:cNvSpPr>
            <a:spLocks xmlns:a="http://schemas.openxmlformats.org/drawingml/2006/main" noGrp="1"/>
          </p:cNvSpPr>
          <p:nvPr/>
        </p:nvSpPr>
        <p:spPr>
          <a:xfrm xmlns:a="http://schemas.openxmlformats.org/drawingml/2006/main" rot="0" flipH="0" flipV="0">
            <a:off x="6379884" y="5164973"/>
            <a:ext cx="875405" cy="944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OEM + packs</a:t>
            </a:r>
          </a:p>
          <a:p xmlns:a="http://schemas.openxmlformats.org/drawingml/2006/main">
            <a:pPr algn="ctr">
              <a:buNone/>
              <a:defRPr sz="975" b="1">
                <a:solidFill>
                  <a:srgbClr val="312D2A"/>
                </a:solidFill>
              </a:defRPr>
            </a:pPr>
            <a:r>
              <a:rPr sz="975" b="1">
                <a:solidFill>
                  <a:srgbClr val="312D2A"/>
                </a:solidFill>
                <a:latin typeface="Oracle Sans"/>
                <a:ea typeface="Oracle Sans"/>
                <a:cs typeface="Oracle Sans"/>
              </a:rPr>
              <a:t>Pablo involved</a:t>
            </a:r>
          </a:p>
        </p:txBody>
      </p:sp>
      <p:sp>
        <p:nvSpPr>
          <p:cNvPr id="155" name="Rounded Rectangle 154">
            <a:extLst xmlns:a="http://schemas.openxmlformats.org/drawingml/2006/main">
              <a:ext uri="{FF2B5EF4-FFF2-40B4-BE49-F238E27FC236}">
                <a16:creationId xmlns:a16="http://schemas.microsoft.com/office/drawing/2014/main" id="{F5D66AF9-2509-4E5B-10FD-2D297C4E9015}"/>
              </a:ext>
            </a:extLst>
          </p:cNvPr>
          <p:cNvSpPr>
            <a:spLocks xmlns:a="http://schemas.openxmlformats.org/drawingml/2006/main" noGrp="1"/>
          </p:cNvSpPr>
          <p:nvPr/>
        </p:nvSpPr>
        <p:spPr>
          <a:xfrm xmlns:a="http://schemas.openxmlformats.org/drawingml/2006/main" rot="0" flipH="0" flipV="0">
            <a:off x="7197422" y="4379009"/>
            <a:ext cx="365760" cy="182880"/>
          </a:xfrm>
          <a:prstGeom xmlns:a="http://schemas.openxmlformats.org/drawingml/2006/main" prst="roundRect">
            <a:avLst/>
          </a:prstGeom>
          <a:solidFill xmlns:a="http://schemas.openxmlformats.org/drawingml/2006/main">
            <a:srgbClr val="B6774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anchor="ctr"/>
          <a:lstStyle xmlns:a="http://schemas.openxmlformats.org/drawingml/2006/main"/>
          <a:p xmlns:a="http://schemas.openxmlformats.org/drawingml/2006/main">
            <a:pPr algn="ctr">
              <a:buNone/>
            </a:pPr>
            <a:r>
              <a:rPr sz="1000" b="1">
                <a:solidFill>
                  <a:schemeClr val="bg1"/>
                </a:solidFill>
              </a:rPr>
              <a:t/>
            </a:r>
          </a:p>
        </p:txBody>
      </p:sp>
      <p:sp>
        <p:nvSpPr>
          <p:cNvPr id="158" name="Straight Connector 157">
            <a:extLst xmlns:a="http://schemas.openxmlformats.org/drawingml/2006/main">
              <a:ext uri="{FF2B5EF4-FFF2-40B4-BE49-F238E27FC236}">
                <a16:creationId xmlns:a16="http://schemas.microsoft.com/office/drawing/2014/main" id="{EC677A4C-456F-4B17-8018-93F33172D5F1}"/>
              </a:ext>
            </a:extLst>
          </p:cNvPr>
          <p:cNvSpPr>
            <a:spLocks xmlns:a="http://schemas.openxmlformats.org/drawingml/2006/main" noGrp="1"/>
          </p:cNvSpPr>
          <p:nvPr/>
        </p:nvSpPr>
        <p:spPr>
          <a:xfrm xmlns:a="http://schemas.openxmlformats.org/drawingml/2006/main" rot="5400000" flipH="0" flipV="0">
            <a:off x="8760784" y="-320692"/>
            <a:ext cx="0" cy="5577840"/>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9" name="Straight Connector 158">
            <a:extLst xmlns:a="http://schemas.openxmlformats.org/drawingml/2006/main">
              <a:ext uri="{FF2B5EF4-FFF2-40B4-BE49-F238E27FC236}">
                <a16:creationId xmlns:a16="http://schemas.microsoft.com/office/drawing/2014/main" id="{7F6E5DC1-869D-43B7-B529-F7C898DDF24E}"/>
              </a:ext>
            </a:extLst>
          </p:cNvPr>
          <p:cNvSpPr>
            <a:spLocks xmlns:a="http://schemas.openxmlformats.org/drawingml/2006/main" noGrp="1"/>
          </p:cNvSpPr>
          <p:nvPr/>
        </p:nvSpPr>
        <p:spPr>
          <a:xfrm xmlns:a="http://schemas.openxmlformats.org/drawingml/2006/main" rot="5400000" flipH="0" flipV="0">
            <a:off x="8760784" y="1365332"/>
            <a:ext cx="0" cy="5577840"/>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0" name="Straight Connector 159">
            <a:extLst xmlns:a="http://schemas.openxmlformats.org/drawingml/2006/main">
              <a:ext uri="{FF2B5EF4-FFF2-40B4-BE49-F238E27FC236}">
                <a16:creationId xmlns:a16="http://schemas.microsoft.com/office/drawing/2014/main" id="{150D4143-7ECA-4626-BDAA-F4BA9245187A}"/>
              </a:ext>
            </a:extLst>
          </p:cNvPr>
          <p:cNvSpPr>
            <a:spLocks xmlns:a="http://schemas.openxmlformats.org/drawingml/2006/main" noGrp="1"/>
          </p:cNvSpPr>
          <p:nvPr/>
        </p:nvSpPr>
        <p:spPr>
          <a:xfrm xmlns:a="http://schemas.openxmlformats.org/drawingml/2006/main" rot="0" flipH="0" flipV="0">
            <a:off x="7830455" y="1072714"/>
            <a:ext cx="0" cy="4749293"/>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1" name="Straight Connector 160">
            <a:extLst xmlns:a="http://schemas.openxmlformats.org/drawingml/2006/main">
              <a:ext uri="{FF2B5EF4-FFF2-40B4-BE49-F238E27FC236}">
                <a16:creationId xmlns:a16="http://schemas.microsoft.com/office/drawing/2014/main" id="{EC7E039D-A415-4C65-92CD-C1B7DB8DF93E}"/>
              </a:ext>
            </a:extLst>
          </p:cNvPr>
          <p:cNvSpPr>
            <a:spLocks xmlns:a="http://schemas.openxmlformats.org/drawingml/2006/main" noGrp="1"/>
          </p:cNvSpPr>
          <p:nvPr/>
        </p:nvSpPr>
        <p:spPr>
          <a:xfrm xmlns:a="http://schemas.openxmlformats.org/drawingml/2006/main" rot="0" flipH="0" flipV="0">
            <a:off x="9697237" y="1072714"/>
            <a:ext cx="0" cy="4749293"/>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2" name="Diamond 161">
            <a:extLst xmlns:a="http://schemas.openxmlformats.org/drawingml/2006/main">
              <a:ext uri="{FF2B5EF4-FFF2-40B4-BE49-F238E27FC236}">
                <a16:creationId xmlns:a16="http://schemas.microsoft.com/office/drawing/2014/main" id="{DFE373C5-1F84-8CFE-26FA-3505EC4882F9}"/>
              </a:ext>
            </a:extLst>
          </p:cNvPr>
          <p:cNvSpPr>
            <a:spLocks xmlns:a="http://schemas.openxmlformats.org/drawingml/2006/main" noGrp="1"/>
          </p:cNvSpPr>
          <p:nvPr/>
        </p:nvSpPr>
        <p:spPr>
          <a:xfrm xmlns:a="http://schemas.openxmlformats.org/drawingml/2006/main" rot="0" flipH="0" flipV="0">
            <a:off x="7691731" y="2331068"/>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Diamond 162">
            <a:extLst xmlns:a="http://schemas.openxmlformats.org/drawingml/2006/main">
              <a:ext uri="{FF2B5EF4-FFF2-40B4-BE49-F238E27FC236}">
                <a16:creationId xmlns:a16="http://schemas.microsoft.com/office/drawing/2014/main" id="{94645641-A2F3-7F13-04C3-9260958F6B70}"/>
              </a:ext>
            </a:extLst>
          </p:cNvPr>
          <p:cNvSpPr>
            <a:spLocks xmlns:a="http://schemas.openxmlformats.org/drawingml/2006/main" noGrp="1"/>
          </p:cNvSpPr>
          <p:nvPr/>
        </p:nvSpPr>
        <p:spPr>
          <a:xfrm xmlns:a="http://schemas.openxmlformats.org/drawingml/2006/main" rot="0" flipH="0" flipV="0">
            <a:off x="9558513" y="2331068"/>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Diamond 163">
            <a:extLst xmlns:a="http://schemas.openxmlformats.org/drawingml/2006/main">
              <a:ext uri="{FF2B5EF4-FFF2-40B4-BE49-F238E27FC236}">
                <a16:creationId xmlns:a16="http://schemas.microsoft.com/office/drawing/2014/main" id="{23A5F9F8-8B4C-8CEB-BE92-06843AF59143}"/>
              </a:ext>
            </a:extLst>
          </p:cNvPr>
          <p:cNvSpPr>
            <a:spLocks xmlns:a="http://schemas.openxmlformats.org/drawingml/2006/main" noGrp="1"/>
          </p:cNvSpPr>
          <p:nvPr/>
        </p:nvSpPr>
        <p:spPr>
          <a:xfrm xmlns:a="http://schemas.openxmlformats.org/drawingml/2006/main" rot="0" flipH="0" flipV="0">
            <a:off x="7691731" y="4017092"/>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Diamond 164">
            <a:extLst xmlns:a="http://schemas.openxmlformats.org/drawingml/2006/main">
              <a:ext uri="{FF2B5EF4-FFF2-40B4-BE49-F238E27FC236}">
                <a16:creationId xmlns:a16="http://schemas.microsoft.com/office/drawing/2014/main" id="{A8777E6C-48C4-7748-D41A-579EEAFBEF62}"/>
              </a:ext>
            </a:extLst>
          </p:cNvPr>
          <p:cNvSpPr>
            <a:spLocks xmlns:a="http://schemas.openxmlformats.org/drawingml/2006/main" noGrp="1"/>
          </p:cNvSpPr>
          <p:nvPr/>
        </p:nvSpPr>
        <p:spPr>
          <a:xfrm xmlns:a="http://schemas.openxmlformats.org/drawingml/2006/main" rot="0" flipH="0" flipV="0">
            <a:off x="9558513" y="4017092"/>
            <a:ext cx="277449" cy="274320"/>
          </a:xfrm>
          <a:prstGeom xmlns:a="http://schemas.openxmlformats.org/drawingml/2006/main" prst="diamond">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ounded Rectangle 156">
            <a:extLst xmlns:a="http://schemas.openxmlformats.org/drawingml/2006/main">
              <a:ext uri="{FF2B5EF4-FFF2-40B4-BE49-F238E27FC236}">
                <a16:creationId xmlns:a16="http://schemas.microsoft.com/office/drawing/2014/main" id="{883C6390-6482-E0FC-DAAA-A8FB9D5B735E}"/>
              </a:ext>
            </a:extLst>
          </p:cNvPr>
          <p:cNvSpPr>
            <a:spLocks xmlns:a="http://schemas.openxmlformats.org/drawingml/2006/main" noGrp="1"/>
          </p:cNvSpPr>
          <p:nvPr/>
        </p:nvSpPr>
        <p:spPr>
          <a:xfrm xmlns:a="http://schemas.openxmlformats.org/drawingml/2006/main" rot="0" flipH="0" flipV="0">
            <a:off x="5692286" y="612875"/>
            <a:ext cx="6152444" cy="5362222"/>
          </a:xfrm>
          <a:prstGeom xmlns:a="http://schemas.openxmlformats.org/drawingml/2006/main" prst="roundRect">
            <a:avLst>
              <a:gd name="adj" fmla="val 1479"/>
            </a:avLst>
          </a:prstGeom>
          <a:noFill xmlns:a="http://schemas.openxmlformats.org/drawingml/2006/main"/>
          <a:ln xmlns:a="http://schemas.openxmlformats.org/drawingml/2006/main" w="38100">
            <a:solidFill>
              <a:srgbClr val="F1B13F"/>
            </a:solidFill>
            <a:prstDash val="sysDash"/>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r>
              <a:rPr>
                <a:solidFill>
                  <a:schemeClr val="tx1"/>
                </a:solidFill>
              </a:rPr>
              <a:t/>
            </a:r>
          </a:p>
        </p:txBody>
      </p:sp>
    </p:spTree>
    <p:extLst>
      <p:ext uri="{BB962C8B-B14F-4D97-AF65-F5344CB8AC3E}">
        <p14:creationId xmlns:p14="http://schemas.microsoft.com/office/powerpoint/2010/main" val="1234381365"/>
      </p:ext>
    </p:extLst>
  </p:cSld>
</p:sld>
</file>

<file path=ppt/slides/slide6.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A714A4-F952-92BC-C34F-4CE321246B7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Coverage that fits the operating model</a:t>
            </a:r>
          </a:p>
        </p:txBody>
      </p:sp>
      <p:sp>
        <p:nvSpPr>
          <p:cNvPr id="7" name="Text Placeholder 6">
            <a:extLst xmlns:a="http://schemas.openxmlformats.org/drawingml/2006/main">
              <a:ext uri="{FF2B5EF4-FFF2-40B4-BE49-F238E27FC236}">
                <a16:creationId xmlns:a16="http://schemas.microsoft.com/office/drawing/2014/main" id="{0FC6BCBF-6215-810B-0B9B-6E0C0F4366BB}"/>
              </a:ext>
            </a:extLst>
          </p:cNvPr>
          <p:cNvSpPr>
            <a:spLocks xmlns:a="http://schemas.openxmlformats.org/drawingml/2006/main" noGrp="1"/>
          </p:cNvSpPr>
          <p:nvPr>
            <p:ph type="body" idx="25"/>
          </p:nvPr>
        </p:nvSpPr>
        <p:spPr>
          <a:xfrm xmlns:a="http://schemas.openxmlformats.org/drawingml/2006/main">
            <a:off x="904875" y="1905000"/>
            <a:ext cx="2476500" cy="571500"/>
          </a:xfrm>
        </p:spPr>
        <p:txBody>
          <a:bodyPr xmlns:a="http://schemas.openxmlformats.org/drawingml/2006/main"/>
          <a:lstStyle xmlns:a="http://schemas.openxmlformats.org/drawingml/2006/main"/>
          <a:p xmlns:a="http://schemas.openxmlformats.org/drawingml/2006/main">
            <a:pPr>
              <a:defRPr sz="1650" b="1">
                <a:solidFill>
                  <a:srgbClr val="C74634"/>
                </a:solidFill>
              </a:defRPr>
            </a:pPr>
            <a:r>
              <a:rPr sz="1650" b="1">
                <a:solidFill>
                  <a:srgbClr val="C74634"/>
                </a:solidFill>
              </a:rPr>
              <a:t>01  Assurance core</a:t>
            </a:r>
          </a:p>
        </p:txBody>
      </p:sp>
      <p:sp>
        <p:nvSpPr>
          <p:cNvPr id="6" name="Text Placeholder 5">
            <a:extLst xmlns:a="http://schemas.openxmlformats.org/drawingml/2006/main">
              <a:ext uri="{FF2B5EF4-FFF2-40B4-BE49-F238E27FC236}">
                <a16:creationId xmlns:a16="http://schemas.microsoft.com/office/drawing/2014/main" id="{6D65C5DB-B0F1-3E3A-BD64-3A161A069AB6}"/>
              </a:ext>
            </a:extLst>
          </p:cNvPr>
          <p:cNvSpPr>
            <a:spLocks xmlns:a="http://schemas.openxmlformats.org/drawingml/2006/main" noGrp="1"/>
          </p:cNvSpPr>
          <p:nvPr>
            <p:ph type="body" idx="24"/>
          </p:nvPr>
        </p:nvSpPr>
        <p:spPr>
          <a:xfrm xmlns:a="http://schemas.openxmlformats.org/drawingml/2006/main">
            <a:off x="904875" y="2647950"/>
            <a:ext cx="2428875" cy="2333625"/>
          </a:xfrm>
        </p:spPr>
        <p:txBody>
          <a:bodyPr xmlns:a="http://schemas.openxmlformats.org/drawingml/2006/main"/>
          <a:lstStyle xmlns:a="http://schemas.openxmlformats.org/drawingml/2006/main"/>
          <a:p xmlns:a="http://schemas.openxmlformats.org/drawingml/2006/main">
            <a:pPr>
              <a:defRPr sz="1200">
                <a:solidFill>
                  <a:srgbClr val="312D2A"/>
                </a:solidFill>
              </a:defRPr>
            </a:pPr>
            <a:r>
              <a:rPr sz="1200">
                <a:solidFill>
                  <a:srgbClr val="312D2A"/>
                </a:solidFill>
              </a:rPr>
              <a:t>Unified Assurance correlates telecom, IT and digital signals with topology, RCA, SLM and Group/OPCO views.</a:t>
            </a:r>
          </a:p>
        </p:txBody>
      </p:sp>
      <p:sp>
        <p:nvSpPr>
          <p:cNvPr id="10" name="Text Placeholder 9">
            <a:extLst xmlns:a="http://schemas.openxmlformats.org/drawingml/2006/main">
              <a:ext uri="{FF2B5EF4-FFF2-40B4-BE49-F238E27FC236}">
                <a16:creationId xmlns:a16="http://schemas.microsoft.com/office/drawing/2014/main" id="{F8EA070B-6FE4-8288-9006-376112023CB2}"/>
              </a:ext>
            </a:extLst>
          </p:cNvPr>
          <p:cNvSpPr>
            <a:spLocks xmlns:a="http://schemas.openxmlformats.org/drawingml/2006/main" noGrp="1"/>
          </p:cNvSpPr>
          <p:nvPr>
            <p:ph type="body" idx="34"/>
          </p:nvPr>
        </p:nvSpPr>
        <p:spPr>
          <a:xfrm xmlns:a="http://schemas.openxmlformats.org/drawingml/2006/main">
            <a:off x="4800600" y="1905000"/>
            <a:ext cx="2476500" cy="571500"/>
          </a:xfrm>
        </p:spPr>
        <p:txBody>
          <a:bodyPr xmlns:a="http://schemas.openxmlformats.org/drawingml/2006/main"/>
          <a:lstStyle xmlns:a="http://schemas.openxmlformats.org/drawingml/2006/main"/>
          <a:p xmlns:a="http://schemas.openxmlformats.org/drawingml/2006/main">
            <a:pPr>
              <a:defRPr sz="1650" b="1">
                <a:solidFill>
                  <a:srgbClr val="C74634"/>
                </a:solidFill>
              </a:defRPr>
            </a:pPr>
            <a:r>
              <a:rPr sz="1650" b="1">
                <a:solidFill>
                  <a:srgbClr val="C74634"/>
                </a:solidFill>
              </a:rPr>
              <a:t>02  OCI O&amp;M</a:t>
            </a:r>
          </a:p>
        </p:txBody>
      </p:sp>
      <p:sp>
        <p:nvSpPr>
          <p:cNvPr id="11" name="Text Placeholder 10">
            <a:extLst xmlns:a="http://schemas.openxmlformats.org/drawingml/2006/main">
              <a:ext uri="{FF2B5EF4-FFF2-40B4-BE49-F238E27FC236}">
                <a16:creationId xmlns:a16="http://schemas.microsoft.com/office/drawing/2014/main" id="{2C661EF9-FDE2-B855-C3D3-C460E263B89C}"/>
              </a:ext>
            </a:extLst>
          </p:cNvPr>
          <p:cNvSpPr>
            <a:spLocks xmlns:a="http://schemas.openxmlformats.org/drawingml/2006/main" noGrp="1"/>
          </p:cNvSpPr>
          <p:nvPr>
            <p:ph type="body" idx="35"/>
          </p:nvPr>
        </p:nvSpPr>
        <p:spPr>
          <a:xfrm xmlns:a="http://schemas.openxmlformats.org/drawingml/2006/main">
            <a:off x="4800600" y="2647950"/>
            <a:ext cx="2428875" cy="2333625"/>
          </a:xfrm>
        </p:spPr>
        <p:txBody>
          <a:bodyPr xmlns:a="http://schemas.openxmlformats.org/drawingml/2006/main"/>
          <a:lstStyle xmlns:a="http://schemas.openxmlformats.org/drawingml/2006/main"/>
          <a:p xmlns:a="http://schemas.openxmlformats.org/drawingml/2006/main">
            <a:pPr lvl="0">
              <a:buNone/>
              <a:defRPr sz="1200">
                <a:solidFill>
                  <a:srgbClr val="312D2A"/>
                </a:solidFill>
              </a:defRPr>
            </a:pPr>
            <a:r>
              <a:rPr sz="1200">
                <a:solidFill>
                  <a:srgbClr val="312D2A"/>
                </a:solidFill>
              </a:rPr>
              <a:t>Monitoring, Logging, Log Analytics Kubernetes Solution and APM add cloud, OKE, application and log investigation.</a:t>
            </a:r>
          </a:p>
        </p:txBody>
      </p:sp>
      <p:sp>
        <p:nvSpPr>
          <p:cNvPr id="16" name="Text Placeholder 15">
            <a:extLst xmlns:a="http://schemas.openxmlformats.org/drawingml/2006/main">
              <a:ext uri="{FF2B5EF4-FFF2-40B4-BE49-F238E27FC236}">
                <a16:creationId xmlns:a16="http://schemas.microsoft.com/office/drawing/2014/main" id="{950A60A2-B5CE-818F-F02B-339ABE789E0C}"/>
              </a:ext>
            </a:extLst>
          </p:cNvPr>
          <p:cNvSpPr>
            <a:spLocks xmlns:a="http://schemas.openxmlformats.org/drawingml/2006/main" noGrp="1"/>
          </p:cNvSpPr>
          <p:nvPr>
            <p:ph type="body" idx="37"/>
          </p:nvPr>
        </p:nvSpPr>
        <p:spPr>
          <a:xfrm xmlns:a="http://schemas.openxmlformats.org/drawingml/2006/main">
            <a:off x="8648700" y="1905000"/>
            <a:ext cx="2476500" cy="571500"/>
          </a:xfrm>
        </p:spPr>
        <p:txBody>
          <a:bodyPr xmlns:a="http://schemas.openxmlformats.org/drawingml/2006/main"/>
          <a:lstStyle xmlns:a="http://schemas.openxmlformats.org/drawingml/2006/main"/>
          <a:p xmlns:a="http://schemas.openxmlformats.org/drawingml/2006/main">
            <a:pPr>
              <a:defRPr sz="1650" b="1">
                <a:solidFill>
                  <a:srgbClr val="C74634"/>
                </a:solidFill>
              </a:defRPr>
            </a:pPr>
            <a:r>
              <a:rPr sz="1650" b="1">
                <a:solidFill>
                  <a:srgbClr val="C74634"/>
                </a:solidFill>
              </a:rPr>
              <a:t>03  Owned integrations</a:t>
            </a:r>
          </a:p>
        </p:txBody>
      </p:sp>
      <p:sp>
        <p:nvSpPr>
          <p:cNvPr id="17" name="Text Placeholder 16">
            <a:extLst xmlns:a="http://schemas.openxmlformats.org/drawingml/2006/main">
              <a:ext uri="{FF2B5EF4-FFF2-40B4-BE49-F238E27FC236}">
                <a16:creationId xmlns:a16="http://schemas.microsoft.com/office/drawing/2014/main" id="{8B79AA86-1CC6-CEC7-0764-A200D25584E7}"/>
              </a:ext>
            </a:extLst>
          </p:cNvPr>
          <p:cNvSpPr>
            <a:spLocks xmlns:a="http://schemas.openxmlformats.org/drawingml/2006/main" noGrp="1"/>
          </p:cNvSpPr>
          <p:nvPr>
            <p:ph type="body" idx="38"/>
          </p:nvPr>
        </p:nvSpPr>
        <p:spPr>
          <a:xfrm xmlns:a="http://schemas.openxmlformats.org/drawingml/2006/main">
            <a:off x="8648700" y="2647950"/>
            <a:ext cx="2428875" cy="2333625"/>
          </a:xfrm>
        </p:spPr>
        <p:txBody>
          <a:bodyPr xmlns:a="http://schemas.openxmlformats.org/drawingml/2006/main"/>
          <a:lstStyle xmlns:a="http://schemas.openxmlformats.org/drawingml/2006/main"/>
          <a:p xmlns:a="http://schemas.openxmlformats.org/drawingml/2006/main">
            <a:pPr lvl="0">
              <a:buNone/>
              <a:defRPr sz="1200">
                <a:solidFill>
                  <a:srgbClr val="312D2A"/>
                </a:solidFill>
              </a:defRPr>
            </a:pPr>
            <a:r>
              <a:rPr sz="1200">
                <a:solidFill>
                  <a:srgbClr val="312D2A"/>
                </a:solidFill>
              </a:rPr>
              <a:t>OEM/database, ServiceNow, networks, OKE and applications remain under their product and Operations teams.</a:t>
            </a:r>
          </a:p>
        </p:txBody>
      </p:sp>
      <p:sp>
        <p:nvSpPr>
          <p:cNvPr id="266" name="Footer Placeholder 265">
            <a:extLst xmlns:a="http://schemas.openxmlformats.org/drawingml/2006/main">
              <a:ext uri="{FF2B5EF4-FFF2-40B4-BE49-F238E27FC236}">
                <a16:creationId xmlns:a16="http://schemas.microsoft.com/office/drawing/2014/main" id="{BCEBA982-28C2-0F54-5A4E-603D709AAFA5}"/>
              </a:ext>
            </a:extLst>
          </p:cNvPr>
          <p:cNvSpPr>
            <a:spLocks xmlns:a="http://schemas.openxmlformats.org/drawingml/2006/main" noGrp="1"/>
          </p:cNvSpPr>
          <p:nvPr>
            <p:ph type="ftr" idx="40"/>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267" name="Slide Number Placeholder 266">
            <a:extLst xmlns:a="http://schemas.openxmlformats.org/drawingml/2006/main">
              <a:ext uri="{FF2B5EF4-FFF2-40B4-BE49-F238E27FC236}">
                <a16:creationId xmlns:a16="http://schemas.microsoft.com/office/drawing/2014/main" id="{AF33E070-E929-592C-C923-6C0731F1BCC8}"/>
              </a:ext>
            </a:extLst>
          </p:cNvPr>
          <p:cNvSpPr>
            <a:spLocks xmlns:a="http://schemas.openxmlformats.org/drawingml/2006/main" noGrp="1"/>
          </p:cNvSpPr>
          <p:nvPr>
            <p:ph type="sldNum" idx="41"/>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95</a:t>
            </a:fld>
          </a:p>
        </p:txBody>
      </p:sp>
    </p:spTree>
    <p:extLst>
      <p:ext uri="{BB962C8B-B14F-4D97-AF65-F5344CB8AC3E}">
        <p14:creationId xmlns:p14="http://schemas.microsoft.com/office/powerpoint/2010/main" val="2752878873"/>
      </p:ext>
    </p:extLst>
  </p:cSld>
</p:sld>
</file>

<file path=ppt/slides/slide7.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8AC033-04E5-66AD-1555-C279CFD7E3F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What is not complete out of the box</a:t>
            </a:r>
          </a:p>
        </p:txBody>
      </p:sp>
      <p:sp>
        <p:nvSpPr>
          <p:cNvPr id="3" name="Footer Placeholder 2">
            <a:extLst xmlns:a="http://schemas.openxmlformats.org/drawingml/2006/main">
              <a:ext uri="{FF2B5EF4-FFF2-40B4-BE49-F238E27FC236}">
                <a16:creationId xmlns:a16="http://schemas.microsoft.com/office/drawing/2014/main" id="{9F02E041-8057-AB54-B6DD-8AEFECA62BDB}"/>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5785BB07-F68C-E7A9-7754-AF872FD5A44F}"/>
              </a:ext>
            </a:extLst>
          </p:cNvPr>
          <p:cNvSpPr>
            <a:spLocks xmlns:a="http://schemas.openxmlformats.org/drawingml/2006/main" noGrp="1"/>
          </p:cNvSpPr>
          <p:nvPr>
            <p:ph type="sldNum" idx="12"/>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125</a:t>
            </a:fld>
          </a:p>
        </p:txBody>
      </p:sp>
      <p:graphicFrame>
        <p:nvGraphicFramePr>
          <p:cNvPr id="33" name="Table 26"/>
          <p:cNvGraphicFramePr/>
          <p:nvPr/>
        </p:nvGraphicFramePr>
        <p:xfrm>
          <a:off xmlns:a="http://schemas.openxmlformats.org/drawingml/2006/main" x="781050" y="1352550"/>
          <a:ext xmlns:a="http://schemas.openxmlformats.org/drawingml/2006/main" cx="10620375" cy="4619625"/>
        </p:xfrm>
        <a:graphic xmlns:a="http://schemas.openxmlformats.org/drawingml/2006/main">
          <a:graphicData uri="http://schemas.openxmlformats.org/drawingml/2006/table">
            <a:tbl>
              <a:tblPr firstRow="1" bandRow="1">
                <a:tableStyleId>{073A0DAA-6AF3-43AB-8588-CEC1D06C72B9}</a:tableStyleId>
              </a:tblPr>
              <a:tblGrid>
                <a:gridCol w="2714625"/>
                <a:gridCol w="3810000"/>
                <a:gridCol w="4095750"/>
              </a:tblGrid>
              <a:tr h="396726">
                <a:tc>
                  <a:txBody>
                    <a:bodyPr/>
                    <a:lstStyle/>
                    <a:p>
                      <a:pPr marL="0" marR="0" lvl="0" indent="0" algn="l" defTabSz="914400">
                        <a:lnSpc>
                          <a:spcPct val="100000"/>
                        </a:lnSpc>
                        <a:spcBef>
                          <a:spcPts val="0"/>
                        </a:spcBef>
                        <a:spcAft>
                          <a:spcPts val="0"/>
                        </a:spcAft>
                        <a:buClrTx/>
                        <a:buSzTx/>
                        <a:buFontTx/>
                        <a:buNone/>
                      </a:pPr>
                      <a:r>
                        <a:rPr sz="1200" b="1" i="0" u="none" cap="none">
                          <a:ln>
                            <a:noFill/>
                          </a:ln>
                          <a:solidFill>
                            <a:schemeClr val="tx1"/>
                          </a:solidFill>
                          <a:latin typeface="Oracle Sans Tab"/>
                          <a:ea typeface="Oracle Sans Tab"/>
                          <a:cs typeface="Oracle Sans Tab"/>
                        </a:rPr>
                        <a:t>Partial requirement</a:t>
                      </a:r>
                    </a:p>
                  </a:txBody>
                  <a:tcPr marL="0" marR="0" marT="45720" marB="45720" anchor="ctr">
                    <a:lnL w="12700" cmpd="sng">
                      <a:noFill/>
                    </a:lnL>
                    <a:lnR w="12700" cmpd="sng">
                      <a:noFill/>
                    </a:lnR>
                    <a:lnT w="12700" cmpd="sng">
                      <a:noFill/>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975" b="1"/>
                        <a:t>Why partial</a:t>
                      </a:r>
                    </a:p>
                  </a:txBody>
                  <a:tcPr marL="0" marR="0" marT="45720" marB="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200" b="1" i="0" u="none" cap="none">
                          <a:ln>
                            <a:noFill/>
                          </a:ln>
                          <a:solidFill>
                            <a:schemeClr val="tx1"/>
                          </a:solidFill>
                          <a:latin typeface="Oracle Sans Tab"/>
                          <a:ea typeface="Oracle Sans Tab"/>
                          <a:cs typeface="Oracle Sans Tab"/>
                        </a:rPr>
                        <a:t>Closure requirement</a:t>
                      </a:r>
                    </a:p>
                  </a:txBody>
                  <a:tcPr marL="0" marR="0" marT="45720" marB="45720" anchor="ctr">
                    <a:lnL w="12700" cmpd="sng">
                      <a:noFill/>
                    </a:lnL>
                    <a:lnR w="12700" cmpd="sng">
                      <a:noFill/>
                    </a:lnR>
                    <a:lnT w="12700" cmpd="sng">
                      <a:noFill/>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1100" b="1" i="0">
                          <a:solidFill>
                            <a:schemeClr val="tx1"/>
                          </a:solidFill>
                          <a:latin typeface="Oracle Sans Tab"/>
                          <a:ea typeface="Oracle Sans Tab"/>
                          <a:cs typeface="Oracle Sans Tab"/>
                        </a:rPr>
                        <a:t>OEM packs &amp; exports</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a:t>Validate versions and entitlements</a:t>
                      </a:r>
                    </a:p>
                  </a:txBody>
                  <a:tcPr marL="0" marR="0" marT="45720" marB="4572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1100" b="1" i="0">
                          <a:solidFill>
                            <a:schemeClr val="tx1"/>
                          </a:solidFill>
                          <a:latin typeface="Oracle Sans Tab"/>
                          <a:ea typeface="Oracle Sans Tab"/>
                          <a:cs typeface="Oracle Sans Tab"/>
                        </a:rPr>
                        <a:t>Pack-access audit + PoV</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1100" b="1" i="0">
                          <a:solidFill>
                            <a:schemeClr val="tx1"/>
                          </a:solidFill>
                          <a:latin typeface="Oracle Sans Tab"/>
                          <a:ea typeface="Oracle Sans Tab"/>
                          <a:cs typeface="Oracle Sans Tab"/>
                        </a:rPr>
                        <a:t>ServiceNow workflow</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a:t>Configure Axian states and tests</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1100" b="1" i="0">
                          <a:solidFill>
                            <a:schemeClr val="tx1"/>
                          </a:solidFill>
                          <a:latin typeface="Oracle Sans Tab"/>
                          <a:ea typeface="Oracle Sans Tab"/>
                          <a:cs typeface="Oracle Sans Tab"/>
                        </a:rPr>
                        <a:t>Native-adapter contract tests</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1100" b="1" i="0">
                          <a:solidFill>
                            <a:schemeClr val="tx1"/>
                          </a:solidFill>
                          <a:latin typeface="Oracle Sans Tab"/>
                          <a:ea typeface="Oracle Sans Tab"/>
                          <a:cs typeface="Oracle Sans Tab"/>
                        </a:rPr>
                        <a:t>Incident commander</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a:t>LoganAI is not an agent</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1100" b="1" i="0">
                          <a:solidFill>
                            <a:schemeClr val="tx1"/>
                          </a:solidFill>
                          <a:latin typeface="Oracle Sans Tab"/>
                          <a:ea typeface="Oracle Sans Tab"/>
                          <a:cs typeface="Oracle Sans Tab"/>
                        </a:rPr>
                        <a:t>Dedicated-agent design + evaluation</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1100" b="1" i="0">
                          <a:solidFill>
                            <a:schemeClr val="tx1"/>
                          </a:solidFill>
                          <a:latin typeface="Oracle Sans Tab"/>
                          <a:ea typeface="Oracle Sans Tab"/>
                          <a:cs typeface="Oracle Sans Tab"/>
                        </a:rPr>
                        <a:t>Vendor interfaces</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r>
                        <a:rPr sz="975"/>
                        <a:t>Discover exact versions and schemas</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1100" b="1" i="0">
                          <a:solidFill>
                            <a:schemeClr val="tx1"/>
                          </a:solidFill>
                          <a:latin typeface="Oracle Sans Tab"/>
                          <a:ea typeface="Oracle Sans Tab"/>
                          <a:cs typeface="Oracle Sans Tab"/>
                        </a:rPr>
                        <a:t>Interface catalogue + PoV</a:t>
                      </a:r>
                    </a:p>
                  </a:txBody>
                  <a:tcPr marL="0" marR="0" marT="45720" marB="45720" anchor="ctr">
                    <a:lnL w="12700" cmpd="sng">
                      <a:noFill/>
                    </a:lnL>
                    <a:lnR w="12700" cmpd="sng">
                      <a:noFill/>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856490">
                <a:tc>
                  <a:txBody>
                    <a:bodyPr/>
                    <a:lstStyle/>
                    <a:p>
                      <a:pPr marL="0" marR="0" lvl="0" indent="0" algn="l" defTabSz="914400">
                        <a:lnSpc>
                          <a:spcPts val="1600"/>
                        </a:lnSpc>
                        <a:spcBef>
                          <a:spcPts val="0"/>
                        </a:spcBef>
                        <a:spcAft>
                          <a:spcPts val="0"/>
                        </a:spcAft>
                        <a:buClrTx/>
                        <a:buSzTx/>
                        <a:buFontTx/>
                        <a:buNone/>
                      </a:pPr>
                      <a:r>
                        <a:rPr sz="1100" b="1" i="0">
                          <a:solidFill>
                            <a:schemeClr val="tx1"/>
                          </a:solidFill>
                          <a:latin typeface="Oracle Sans Tab"/>
                          <a:ea typeface="Oracle Sans Tab"/>
                          <a:cs typeface="Oracle Sans Tab"/>
                        </a:rPr>
                        <a:t>Sizing, DR &amp; residency</a:t>
                      </a:r>
                    </a:p>
                  </a:txBody>
                  <a:tcPr marL="0" marR="0" marT="45720" marB="45720" anchor="ctr">
                    <a:lnL w="12700" cmpd="sng">
                      <a:noFill/>
                    </a:lnL>
                    <a:lnR w="12700" cmpd="sng">
                      <a:noFill/>
                    </a:lnR>
                    <a:lnT w="12700" cmpd="sng">
                      <a:solidFill>
                        <a:srgbClr val="8B8580"/>
                      </a:solidFill>
                      <a:prstDash val="solid"/>
                    </a:lnT>
                    <a:lnB w="28575" cmpd="sng">
                      <a:noFill/>
                      <a:prstDash val="solid"/>
                    </a:lnB>
                    <a:lnTlToBr w="12700" cmpd="sng">
                      <a:noFill/>
                      <a:prstDash val="solid"/>
                    </a:lnTlToBr>
                    <a:lnBlToTr w="12700" cmpd="sng">
                      <a:noFill/>
                      <a:prstDash val="solid"/>
                    </a:lnBlToTr>
                    <a:noFill/>
                  </a:tcPr>
                </a:tc>
                <a:tc>
                  <a:txBody>
                    <a:bodyPr/>
                    <a:lstStyle/>
                    <a:p>
                      <a:r>
                        <a:rPr sz="975"/>
                        <a:t>2 TB/day ambiguous; 6–12m retention; 4h/5–15m recovery</a:t>
                      </a:r>
                    </a:p>
                  </a:txBody>
                  <a:tcPr marL="0" marR="0" marT="45720" marB="4572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algn="l" defTabSz="914400">
                        <a:lnSpc>
                          <a:spcPts val="1600"/>
                        </a:lnSpc>
                        <a:buNone/>
                      </a:pPr>
                      <a:r>
                        <a:rPr sz="1100" b="1" i="0">
                          <a:solidFill>
                            <a:schemeClr val="tx1"/>
                          </a:solidFill>
                          <a:latin typeface="Oracle Sans Tab"/>
                          <a:ea typeface="Oracle Sans Tab"/>
                          <a:cs typeface="Oracle Sans Tab"/>
                        </a:rPr>
                        <a:t>Benchmark + approved decisions</a:t>
                      </a:r>
                    </a:p>
                  </a:txBody>
                  <a:tcPr marL="0" marR="0" marT="45720" marB="45720" anchor="ctr">
                    <a:lnL w="12700" cmpd="sng">
                      <a:noFill/>
                    </a:lnL>
                    <a:lnR w="12700" cmpd="sng">
                      <a:noFill/>
                    </a:lnR>
                    <a:lnT w="12700" cmpd="sng">
                      <a:solidFill>
                        <a:srgbClr val="8B8580"/>
                      </a:solidFill>
                      <a:prstDash val="solid"/>
                    </a:lnT>
                    <a:lnB w="28575"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4012524267"/>
      </p:ext>
    </p:extLst>
  </p:cSld>
</p:sld>
</file>

<file path=ppt/slides/slide8.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ABC8B0E2-9520-9DAB-3609-0E52922869BC}"/>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Measured delivery from discovery to rollout</a:t>
            </a:r>
          </a:p>
        </p:txBody>
      </p:sp>
      <p:sp>
        <p:nvSpPr>
          <p:cNvPr id="4" name="Slide Number Placeholder 3">
            <a:extLst xmlns:a="http://schemas.openxmlformats.org/drawingml/2006/main">
              <a:ext uri="{FF2B5EF4-FFF2-40B4-BE49-F238E27FC236}">
                <a16:creationId xmlns:a16="http://schemas.microsoft.com/office/drawing/2014/main" id="{A3A77F5F-204E-33C9-3C2B-B6E56517D14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115</a:t>
            </a:fld>
          </a:p>
        </p:txBody>
      </p:sp>
      <p:sp>
        <p:nvSpPr>
          <p:cNvPr id="3" name="Footer Placeholder 2">
            <a:extLst xmlns:a="http://schemas.openxmlformats.org/drawingml/2006/main">
              <a:ext uri="{FF2B5EF4-FFF2-40B4-BE49-F238E27FC236}">
                <a16:creationId xmlns:a16="http://schemas.microsoft.com/office/drawing/2014/main" id="{9CA7517F-E4F1-74DE-6AEE-64AC421930F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traight Connector 6">
            <a:extLst xmlns:a="http://schemas.openxmlformats.org/drawingml/2006/main">
              <a:ext uri="{FF2B5EF4-FFF2-40B4-BE49-F238E27FC236}">
                <a16:creationId xmlns:a16="http://schemas.microsoft.com/office/drawing/2014/main" id="{156EC204-DB0C-40B5-9FF2-7B3DD584D7EB}"/>
              </a:ext>
            </a:extLst>
          </p:cNvPr>
          <p:cNvSpPr>
            <a:spLocks xmlns:a="http://schemas.openxmlformats.org/drawingml/2006/main" noGrp="1"/>
          </p:cNvSpPr>
          <p:nvPr/>
        </p:nvSpPr>
        <p:spPr>
          <a:xfrm xmlns:a="http://schemas.openxmlformats.org/drawingml/2006/main" rot="0" flipH="0" flipV="1">
            <a:off x="1050625" y="2023062"/>
            <a:ext cx="0" cy="149737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 Placeholder 1">
            <a:extLst xmlns:a="http://schemas.openxmlformats.org/drawingml/2006/main">
              <a:ext uri="{FF2B5EF4-FFF2-40B4-BE49-F238E27FC236}">
                <a16:creationId xmlns:a16="http://schemas.microsoft.com/office/drawing/2014/main" id="{8F0D7682-F3B0-2488-9BE1-17DF4EB3FBBC}"/>
              </a:ext>
            </a:extLst>
          </p:cNvPr>
          <p:cNvSpPr>
            <a:spLocks xmlns:a="http://schemas.openxmlformats.org/drawingml/2006/main" noGrp="1"/>
          </p:cNvSpPr>
          <p:nvPr/>
        </p:nvSpPr>
        <p:spPr>
          <a:xfrm xmlns:a="http://schemas.openxmlformats.org/drawingml/2006/main" rot="0" flipH="0" flipV="0">
            <a:off x="105062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Now</a:t>
            </a:r>
          </a:p>
          <a:p xmlns:a="http://schemas.openxmlformats.org/drawingml/2006/main">
            <a:pPr>
              <a:lnSpc>
                <a:spcPct val="100000"/>
              </a:lnSpc>
              <a:spcBef>
                <a:spcPts val="0"/>
              </a:spcBef>
              <a:buNone/>
            </a:pPr>
            <a:r>
              <a:rPr sz="1400"/>
              <a:t>Confirm scope &amp; named owners</a:t>
            </a:r>
          </a:p>
        </p:txBody>
      </p:sp>
      <p:sp>
        <p:nvSpPr>
          <p:cNvPr id="10" name="Straight Connector 9">
            <a:extLst xmlns:a="http://schemas.openxmlformats.org/drawingml/2006/main">
              <a:ext uri="{FF2B5EF4-FFF2-40B4-BE49-F238E27FC236}">
                <a16:creationId xmlns:a16="http://schemas.microsoft.com/office/drawing/2014/main" id="{B460D370-E233-48E3-A734-17F2DD7FDB9C}"/>
              </a:ext>
            </a:extLst>
          </p:cNvPr>
          <p:cNvSpPr>
            <a:spLocks xmlns:a="http://schemas.openxmlformats.org/drawingml/2006/main" noGrp="1"/>
          </p:cNvSpPr>
          <p:nvPr/>
        </p:nvSpPr>
        <p:spPr>
          <a:xfrm xmlns:a="http://schemas.openxmlformats.org/drawingml/2006/main" rot="0" flipH="0" flipV="1">
            <a:off x="277667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Text Placeholder 1">
            <a:extLst xmlns:a="http://schemas.openxmlformats.org/drawingml/2006/main">
              <a:ext uri="{FF2B5EF4-FFF2-40B4-BE49-F238E27FC236}">
                <a16:creationId xmlns:a16="http://schemas.microsoft.com/office/drawing/2014/main" id="{20D300A2-6218-2EFF-BA88-8A177A37B6B6}"/>
              </a:ext>
            </a:extLst>
          </p:cNvPr>
          <p:cNvSpPr>
            <a:spLocks xmlns:a="http://schemas.openxmlformats.org/drawingml/2006/main" noGrp="1"/>
          </p:cNvSpPr>
          <p:nvPr/>
        </p:nvSpPr>
        <p:spPr>
          <a:xfrm xmlns:a="http://schemas.openxmlformats.org/drawingml/2006/main" rot="0" flipH="0" flipV="0">
            <a:off x="2794222"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1</a:t>
            </a:r>
          </a:p>
          <a:p xmlns:a="http://schemas.openxmlformats.org/drawingml/2006/main">
            <a:pPr>
              <a:lnSpc>
                <a:spcPct val="100000"/>
              </a:lnSpc>
              <a:spcBef>
                <a:spcPts val="0"/>
              </a:spcBef>
              <a:buNone/>
            </a:pPr>
            <a:r>
              <a:rPr sz="1400"/>
              <a:t>Sources, residency, packs, Senegal pilot</a:t>
            </a:r>
          </a:p>
        </p:txBody>
      </p:sp>
      <p:sp>
        <p:nvSpPr>
          <p:cNvPr id="11" name="Straight Connector 10">
            <a:extLst xmlns:a="http://schemas.openxmlformats.org/drawingml/2006/main">
              <a:ext uri="{FF2B5EF4-FFF2-40B4-BE49-F238E27FC236}">
                <a16:creationId xmlns:a16="http://schemas.microsoft.com/office/drawing/2014/main" id="{8B8F6164-33B1-4F1B-AEB0-E623EA541151}"/>
              </a:ext>
            </a:extLst>
          </p:cNvPr>
          <p:cNvSpPr>
            <a:spLocks xmlns:a="http://schemas.openxmlformats.org/drawingml/2006/main" noGrp="1"/>
          </p:cNvSpPr>
          <p:nvPr/>
        </p:nvSpPr>
        <p:spPr>
          <a:xfrm xmlns:a="http://schemas.openxmlformats.org/drawingml/2006/main" rot="0" flipH="0" flipV="1">
            <a:off x="4502715" y="1967132"/>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ext Placeholder 1">
            <a:extLst xmlns:a="http://schemas.openxmlformats.org/drawingml/2006/main">
              <a:ext uri="{FF2B5EF4-FFF2-40B4-BE49-F238E27FC236}">
                <a16:creationId xmlns:a16="http://schemas.microsoft.com/office/drawing/2014/main" id="{B116CD03-750F-8CF2-E9C5-820E21F10F7D}"/>
              </a:ext>
            </a:extLst>
          </p:cNvPr>
          <p:cNvSpPr>
            <a:spLocks xmlns:a="http://schemas.openxmlformats.org/drawingml/2006/main" noGrp="1"/>
          </p:cNvSpPr>
          <p:nvPr/>
        </p:nvSpPr>
        <p:spPr>
          <a:xfrm xmlns:a="http://schemas.openxmlformats.org/drawingml/2006/main" rot="0" flipH="0" flipV="0">
            <a:off x="4502715" y="197082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1–2</a:t>
            </a:r>
          </a:p>
          <a:p xmlns:a="http://schemas.openxmlformats.org/drawingml/2006/main">
            <a:pPr>
              <a:lnSpc>
                <a:spcPct val="100000"/>
              </a:lnSpc>
              <a:spcBef>
                <a:spcPts val="0"/>
              </a:spcBef>
              <a:buNone/>
            </a:pPr>
            <a:r>
              <a:rPr sz="1400"/>
              <a:t>Private foundation &amp; UA core</a:t>
            </a:r>
          </a:p>
        </p:txBody>
      </p:sp>
      <p:sp>
        <p:nvSpPr>
          <p:cNvPr id="13" name="Straight Connector 12">
            <a:extLst xmlns:a="http://schemas.openxmlformats.org/drawingml/2006/main">
              <a:ext uri="{FF2B5EF4-FFF2-40B4-BE49-F238E27FC236}">
                <a16:creationId xmlns:a16="http://schemas.microsoft.com/office/drawing/2014/main" id="{68A3E01C-9067-4285-A697-2A118CB9649E}"/>
              </a:ext>
            </a:extLst>
          </p:cNvPr>
          <p:cNvSpPr>
            <a:spLocks xmlns:a="http://schemas.openxmlformats.org/drawingml/2006/main" noGrp="1"/>
          </p:cNvSpPr>
          <p:nvPr/>
        </p:nvSpPr>
        <p:spPr>
          <a:xfrm xmlns:a="http://schemas.openxmlformats.org/drawingml/2006/main" rot="0" flipH="0" flipV="1">
            <a:off x="7954805" y="2016035"/>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 Placeholder 1">
            <a:extLst xmlns:a="http://schemas.openxmlformats.org/drawingml/2006/main">
              <a:ext uri="{FF2B5EF4-FFF2-40B4-BE49-F238E27FC236}">
                <a16:creationId xmlns:a16="http://schemas.microsoft.com/office/drawing/2014/main" id="{13B5F750-089F-FB01-6FAD-6DED66B9BAD4}"/>
              </a:ext>
            </a:extLst>
          </p:cNvPr>
          <p:cNvSpPr>
            <a:spLocks xmlns:a="http://schemas.openxmlformats.org/drawingml/2006/main" noGrp="1"/>
          </p:cNvSpPr>
          <p:nvPr/>
        </p:nvSpPr>
        <p:spPr>
          <a:xfrm xmlns:a="http://schemas.openxmlformats.org/drawingml/2006/main" rot="0" flipH="0" flipV="0">
            <a:off x="795480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3</a:t>
            </a:r>
          </a:p>
          <a:p xmlns:a="http://schemas.openxmlformats.org/drawingml/2006/main">
            <a:pPr>
              <a:lnSpc>
                <a:spcPct val="100000"/>
              </a:lnSpc>
              <a:spcBef>
                <a:spcPts val="0"/>
              </a:spcBef>
              <a:buNone/>
            </a:pPr>
            <a:r>
              <a:rPr sz="1400"/>
              <a:t>GenAI PoC + guarded automation</a:t>
            </a:r>
          </a:p>
        </p:txBody>
      </p:sp>
      <p:sp>
        <p:nvSpPr>
          <p:cNvPr id="12" name="Straight Connector 11">
            <a:extLst xmlns:a="http://schemas.openxmlformats.org/drawingml/2006/main">
              <a:ext uri="{FF2B5EF4-FFF2-40B4-BE49-F238E27FC236}">
                <a16:creationId xmlns:a16="http://schemas.microsoft.com/office/drawing/2014/main" id="{B1BFDAF0-D6ED-459A-AC9E-6CDB2033B9D4}"/>
              </a:ext>
            </a:extLst>
          </p:cNvPr>
          <p:cNvSpPr>
            <a:spLocks xmlns:a="http://schemas.openxmlformats.org/drawingml/2006/main" noGrp="1"/>
          </p:cNvSpPr>
          <p:nvPr/>
        </p:nvSpPr>
        <p:spPr>
          <a:xfrm xmlns:a="http://schemas.openxmlformats.org/drawingml/2006/main" rot="0" flipH="0" flipV="1">
            <a:off x="6228760" y="3197219"/>
            <a:ext cx="0" cy="1335845"/>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Text Placeholder 1">
            <a:extLst xmlns:a="http://schemas.openxmlformats.org/drawingml/2006/main">
              <a:ext uri="{FF2B5EF4-FFF2-40B4-BE49-F238E27FC236}">
                <a16:creationId xmlns:a16="http://schemas.microsoft.com/office/drawing/2014/main" id="{D58A2187-CEBA-3A56-E2C8-EC10D031CC2E}"/>
              </a:ext>
            </a:extLst>
          </p:cNvPr>
          <p:cNvSpPr>
            <a:spLocks xmlns:a="http://schemas.openxmlformats.org/drawingml/2006/main" noGrp="1"/>
          </p:cNvSpPr>
          <p:nvPr/>
        </p:nvSpPr>
        <p:spPr>
          <a:xfrm xmlns:a="http://schemas.openxmlformats.org/drawingml/2006/main" rot="0" flipH="0" flipV="0">
            <a:off x="6228759"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2</a:t>
            </a:r>
          </a:p>
          <a:p xmlns:a="http://schemas.openxmlformats.org/drawingml/2006/main">
            <a:pPr>
              <a:lnSpc>
                <a:spcPct val="100000"/>
              </a:lnSpc>
              <a:spcBef>
                <a:spcPts val="0"/>
              </a:spcBef>
              <a:buNone/>
            </a:pPr>
            <a:r>
              <a:rPr sz="1400"/>
              <a:t>OCI O&amp;M + Zurich ServiceNow</a:t>
            </a:r>
          </a:p>
        </p:txBody>
      </p:sp>
      <p:sp>
        <p:nvSpPr>
          <p:cNvPr id="14" name="Straight Connector 13">
            <a:extLst xmlns:a="http://schemas.openxmlformats.org/drawingml/2006/main">
              <a:ext uri="{FF2B5EF4-FFF2-40B4-BE49-F238E27FC236}">
                <a16:creationId xmlns:a16="http://schemas.microsoft.com/office/drawing/2014/main" id="{40802D63-7EC6-4AB5-9CDE-1135634DF950}"/>
              </a:ext>
            </a:extLst>
          </p:cNvPr>
          <p:cNvSpPr>
            <a:spLocks xmlns:a="http://schemas.openxmlformats.org/drawingml/2006/main" noGrp="1"/>
          </p:cNvSpPr>
          <p:nvPr/>
        </p:nvSpPr>
        <p:spPr>
          <a:xfrm xmlns:a="http://schemas.openxmlformats.org/drawingml/2006/main" rot="0" flipH="0" flipV="1">
            <a:off x="968085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Text Placeholder 1">
            <a:extLst xmlns:a="http://schemas.openxmlformats.org/drawingml/2006/main">
              <a:ext uri="{FF2B5EF4-FFF2-40B4-BE49-F238E27FC236}">
                <a16:creationId xmlns:a16="http://schemas.microsoft.com/office/drawing/2014/main" id="{352E93C6-296F-081A-1ED7-8EC12C3EAEE7}"/>
              </a:ext>
            </a:extLst>
          </p:cNvPr>
          <p:cNvSpPr>
            <a:spLocks xmlns:a="http://schemas.openxmlformats.org/drawingml/2006/main" noGrp="1"/>
          </p:cNvSpPr>
          <p:nvPr/>
        </p:nvSpPr>
        <p:spPr>
          <a:xfrm xmlns:a="http://schemas.openxmlformats.org/drawingml/2006/main" rot="0" flipH="0" flipV="0">
            <a:off x="9680850"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After Phase 1</a:t>
            </a:r>
          </a:p>
          <a:p xmlns:a="http://schemas.openxmlformats.org/drawingml/2006/main">
            <a:pPr>
              <a:lnSpc>
                <a:spcPct val="100000"/>
              </a:lnSpc>
              <a:spcBef>
                <a:spcPts val="0"/>
              </a:spcBef>
              <a:buNone/>
            </a:pPr>
            <a:r>
              <a:rPr sz="1400"/>
              <a:t>OPCO onboarding factory</a:t>
            </a:r>
          </a:p>
        </p:txBody>
      </p:sp>
      <p:sp>
        <p:nvSpPr>
          <p:cNvPr id="81" name="Graphic 78">
            <a:extLst xmlns:a="http://schemas.openxmlformats.org/drawingml/2006/main">
              <a:ext uri="{FF2B5EF4-FFF2-40B4-BE49-F238E27FC236}">
                <a16:creationId xmlns:a16="http://schemas.microsoft.com/office/drawing/2014/main" id="{E80E9854-ACB0-FA78-B447-080F8FAE86E2}"/>
              </a:ext>
            </a:extLst>
          </p:cNvPr>
          <p:cNvSpPr>
            <a:spLocks xmlns:a="http://schemas.openxmlformats.org/drawingml/2006/main" noGrp="1"/>
          </p:cNvSpPr>
          <p:nvPr/>
        </p:nvSpPr>
        <p:spPr>
          <a:xfrm xmlns:a="http://schemas.openxmlformats.org/drawingml/2006/main">
            <a:off x="-2" y="3125465"/>
            <a:ext cx="12188952" cy="672401"/>
          </a:xfrm>
          <a:custGeom xmlns:a="http://schemas.openxmlformats.org/drawingml/2006/main">
            <a:gdLst>
              <a:gd name="connsiteX0" fmla="*/ 0 w 12188952"/>
              <a:gd name="connsiteY0" fmla="*/ 527004 h 672401"/>
              <a:gd name="connsiteX1" fmla="*/ 5358124 w 12188952"/>
              <a:gd name="connsiteY1" fmla="*/ 8062 h 672401"/>
              <a:gd name="connsiteX2" fmla="*/ 12188952 w 12188952"/>
              <a:gd name="connsiteY2" fmla="*/ 523844 h 672401"/>
              <a:gd name="connsiteX3" fmla="*/ 12188952 w 12188952"/>
              <a:gd name="connsiteY3" fmla="*/ 672402 h 672401"/>
              <a:gd name="connsiteX4" fmla="*/ 6674023 w 12188952"/>
              <a:gd name="connsiteY4" fmla="*/ 150488 h 672401"/>
              <a:gd name="connsiteX5" fmla="*/ 0 w 12188952"/>
              <a:gd name="connsiteY5" fmla="*/ 672402 h 672401"/>
              <a:gd name="connsiteX6" fmla="*/ 0 w 12188952"/>
              <a:gd name="connsiteY6" fmla="*/ 527004 h 672401"/>
            </a:gdLst>
            <a:rect l="l" t="t" r="r" b="b"/>
            <a:pathLst>
              <a:path w="12188952" h="672401">
                <a:moveTo>
                  <a:pt x="0" y="527004"/>
                </a:moveTo>
                <a:cubicBezTo>
                  <a:pt x="1767144" y="203274"/>
                  <a:pt x="3563300" y="45549"/>
                  <a:pt x="5358124" y="8062"/>
                </a:cubicBezTo>
                <a:cubicBezTo>
                  <a:pt x="7644124" y="-39540"/>
                  <a:pt x="9936598" y="122547"/>
                  <a:pt x="12188952" y="523844"/>
                </a:cubicBezTo>
                <a:lnTo>
                  <a:pt x="12188952" y="672402"/>
                </a:lnTo>
                <a:cubicBezTo>
                  <a:pt x="10369561" y="341022"/>
                  <a:pt x="8520522" y="179252"/>
                  <a:pt x="6674023" y="150488"/>
                </a:cubicBezTo>
                <a:cubicBezTo>
                  <a:pt x="4439953" y="113823"/>
                  <a:pt x="2200804" y="276605"/>
                  <a:pt x="0" y="672402"/>
                </a:cubicBezTo>
                <a:cubicBezTo>
                  <a:pt x="0" y="623915"/>
                  <a:pt x="0" y="575491"/>
                  <a:pt x="0" y="527004"/>
                </a:cubicBezTo>
                <a:close/>
              </a:path>
            </a:pathLst>
          </a:custGeom>
          <a:blipFill xmlns:a="http://schemas.openxmlformats.org/drawingml/2006/main">
            <a:blip xmlns:r="http://schemas.openxmlformats.org/officeDocument/2006/relationships" r:embed="R4082fe763f0b489f"/>
            <a:stretch>
              <a:fillRect l="0" t="0" r="0" b="0"/>
            </a:stretch>
          </a:blipFill>
          <a:ln xmlns:a="http://schemas.openxmlformats.org/drawingml/2006/main" w="6345">
            <a:noFill/>
            <a:prstDash val="solid"/>
          </a:ln>
        </p:spPr>
        <p:txBody>
          <a:bodyPr xmlns:a="http://schemas.openxmlformats.org/drawingml/2006/main" anchor="ctr"/>
          <a:lstStyle xmlns:a="http://schemas.openxmlformats.org/drawingml/2006/main"/>
          <a:p xmlns:a="http://schemas.openxmlformats.org/drawingml/2006/main"/>
        </p:txBody>
      </p:sp>
    </p:spTree>
    <p:extLst>
      <p:ext uri="{BB962C8B-B14F-4D97-AF65-F5344CB8AC3E}">
        <p14:creationId xmlns:p14="http://schemas.microsoft.com/office/powerpoint/2010/main" val="3558220840"/>
      </p:ext>
    </p:extLst>
  </p:cSld>
</p:sld>
</file>

<file path=ppt/slides/slide9.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Decisions required to move into proof of value</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r>
              <a:t>Approve the architecture direction now; gate commercial and production commitments on evidence.</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r>
              <a:t>APPROVE NOW</a:t>
            </a:r>
          </a:p>
          <a:p xmlns:a="http://schemas.openxmlformats.org/drawingml/2006/main">
            <a:pPr lvl="1">
              <a:buNone/>
            </a:pPr>
            <a:r>
              <a:t/>
            </a:r>
          </a:p>
          <a:p xmlns:a="http://schemas.openxmlformats.org/drawingml/2006/main">
            <a:pPr lvl="2">
              <a:buNone/>
            </a:pPr>
            <a:r>
              <a:t>• Unified Assurance as Group assurance core</a:t>
            </a:r>
          </a:p>
          <a:p xmlns:a="http://schemas.openxmlformats.org/drawingml/2006/main">
            <a:pPr lvl="3">
              <a:buNone/>
            </a:pPr>
            <a:r>
              <a:t>• OCI Log Analytics as OKE monitoring standard</a:t>
            </a:r>
          </a:p>
          <a:p xmlns:a="http://schemas.openxmlformats.org/drawingml/2006/main">
            <a:pPr lvl="4">
              <a:buNone/>
            </a:pPr>
            <a:r>
              <a:t>• Native UA ServiceNow Adapter; no OIC</a:t>
            </a:r>
          </a:p>
          <a:p xmlns:a="http://schemas.openxmlformats.org/drawingml/2006/main">
            <a:pPr lvl="4">
              <a:buNone/>
            </a:pPr>
            <a:r>
              <a:t>• Operations involvement for OEM/ServiceNow</a:t>
            </a:r>
          </a:p>
          <a:p xmlns:a="http://schemas.openxmlformats.org/drawingml/2006/main">
            <a:pPr lvl="4">
              <a:buNone/>
            </a:pPr>
            <a:r>
              <a:t>• OCI AI Team involvement for the dedicated incident agent</a:t>
            </a:r>
          </a:p>
          <a:p xmlns:a="http://schemas.openxmlformats.org/drawingml/2006/main">
            <a:pPr lvl="4">
              <a:buNone/>
            </a:pPr>
            <a:r>
              <a:t>• Evidence-led proof of value</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r>
              <a:t>GATE BEFORE COMMITMENT</a:t>
            </a:r>
          </a:p>
          <a:p xmlns:a="http://schemas.openxmlformats.org/drawingml/2006/main">
            <a:pPr lvl="1">
              <a:buNone/>
            </a:pPr>
            <a:r>
              <a:t/>
            </a:r>
          </a:p>
          <a:p xmlns:a="http://schemas.openxmlformats.org/drawingml/2006/main">
            <a:pPr lvl="2">
              <a:buNone/>
            </a:pPr>
            <a:r>
              <a:t>• OEM packs and target entitlements</a:t>
            </a:r>
          </a:p>
          <a:p xmlns:a="http://schemas.openxmlformats.org/drawingml/2006/main">
            <a:pPr lvl="3">
              <a:buNone/>
            </a:pPr>
            <a:r>
              <a:t>• Proprietary interface support</a:t>
            </a:r>
          </a:p>
          <a:p xmlns:a="http://schemas.openxmlformats.org/drawingml/2006/main">
            <a:pPr lvl="4">
              <a:buNone/>
            </a:pPr>
            <a:r>
              <a:t>• 2 TB/day scope and 6–12m tiering</a:t>
            </a:r>
          </a:p>
          <a:p xmlns:a="http://schemas.openxmlformats.org/drawingml/2006/main">
            <a:pPr lvl="4">
              <a:buNone/>
            </a:pPr>
            <a:r>
              <a:t>• Country residency and AI region</a:t>
            </a:r>
          </a:p>
          <a:p xmlns:a="http://schemas.openxmlformats.org/drawingml/2006/main">
            <a:pPr lvl="4">
              <a:buNone/>
            </a:pPr>
            <a:r>
              <a:t>• 4h RTO / 5–15m RPO drill evidence</a:t>
            </a:r>
          </a:p>
          <a:p xmlns:a="http://schemas.openxmlformats.org/drawingml/2006/main">
            <a:pPr lvl="4">
              <a:buNone/>
            </a:pPr>
            <a:r>
              <a:t>• Zero-touch precision, authority and rollback</a:t>
            </a:r>
          </a:p>
          <a:p xmlns:a="http://schemas.openxmlformats.org/drawingml/2006/main">
            <a:pPr lvl="4">
              <a:buNone/>
            </a:pPr>
            <a:r>
              <a:t>• Product-owned remediation runbooks</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10.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ADEEC5-73E7-0B48-41C4-55F4C2CCA504}"/>
              </a:ext>
            </a:extLst>
          </p:cNvPr>
          <p:cNvSpPr>
            <a:spLocks xmlns:a="http://schemas.openxmlformats.org/drawingml/2006/main" noGrp="1"/>
          </p:cNvSpPr>
          <p:nvPr>
            <p:ph type="title" idx="0"/>
          </p:nvPr>
        </p:nvSpPr>
        <p:spPr>
          <a:xfrm xmlns:a="http://schemas.openxmlformats.org/drawingml/2006/main">
            <a:off x="768875" y="3483973"/>
            <a:ext cx="5029200" cy="822960"/>
          </a:xfrm>
        </p:spPr>
        <p:txBody>
          <a:bodyPr xmlns:a="http://schemas.openxmlformats.org/drawingml/2006/main"/>
          <a:lstStyle xmlns:a="http://schemas.openxmlformats.org/drawingml/2006/main"/>
          <a:p xmlns:a="http://schemas.openxmlformats.org/drawingml/2006/main">
            <a:r>
              <a:t>Approve a two-OPCO proof of value</a:t>
            </a:r>
          </a:p>
        </p:txBody>
      </p:sp>
      <p:sp>
        <p:nvSpPr>
          <p:cNvPr id="3" name="Text Placeholder 2">
            <a:extLst xmlns:a="http://schemas.openxmlformats.org/drawingml/2006/main">
              <a:ext uri="{FF2B5EF4-FFF2-40B4-BE49-F238E27FC236}">
                <a16:creationId xmlns:a16="http://schemas.microsoft.com/office/drawing/2014/main" id="{EC3DB056-1E32-1F29-A3F5-665131570313}"/>
              </a:ext>
            </a:extLst>
          </p:cNvPr>
          <p:cNvSpPr>
            <a:spLocks xmlns:a="http://schemas.openxmlformats.org/drawingml/2006/main" noGrp="1"/>
          </p:cNvSpPr>
          <p:nvPr>
            <p:ph type="body" idx="37"/>
          </p:nvPr>
        </p:nvSpPr>
        <p:spPr>
          <a:xfrm xmlns:a="http://schemas.openxmlformats.org/drawingml/2006/main">
            <a:off x="762000" y="4773585"/>
            <a:ext cx="5029200" cy="266291"/>
          </a:xfrm>
        </p:spPr>
        <p:txBody>
          <a:bodyPr xmlns:a="http://schemas.openxmlformats.org/drawingml/2006/main"/>
          <a:lstStyle xmlns:a="http://schemas.openxmlformats.org/drawingml/2006/main"/>
          <a:p xmlns:a="http://schemas.openxmlformats.org/drawingml/2006/main">
            <a:r>
              <a:t>Next action</a:t>
            </a:r>
          </a:p>
        </p:txBody>
      </p:sp>
      <p:sp>
        <p:nvSpPr>
          <p:cNvPr id="4" name="Text Placeholder 3">
            <a:extLst xmlns:a="http://schemas.openxmlformats.org/drawingml/2006/main">
              <a:ext uri="{FF2B5EF4-FFF2-40B4-BE49-F238E27FC236}">
                <a16:creationId xmlns:a16="http://schemas.microsoft.com/office/drawing/2014/main" id="{CD831383-4CC3-AACE-12EE-7C034C8E48A9}"/>
              </a:ext>
            </a:extLst>
          </p:cNvPr>
          <p:cNvSpPr>
            <a:spLocks xmlns:a="http://schemas.openxmlformats.org/drawingml/2006/main" noGrp="1"/>
          </p:cNvSpPr>
          <p:nvPr>
            <p:ph type="body" idx="36"/>
          </p:nvPr>
        </p:nvSpPr>
        <p:spPr>
          <a:xfrm xmlns:a="http://schemas.openxmlformats.org/drawingml/2006/main">
            <a:off x="762000" y="5111178"/>
            <a:ext cx="5029200" cy="895181"/>
          </a:xfrm>
        </p:spPr>
        <p:txBody>
          <a:bodyPr xmlns:a="http://schemas.openxmlformats.org/drawingml/2006/main"/>
          <a:lstStyle xmlns:a="http://schemas.openxmlformats.org/drawingml/2006/main"/>
          <a:p xmlns:a="http://schemas.openxmlformats.org/drawingml/2006/main">
            <a:r>
              <a:t>Launch a bounded three-month Senegal Phase 1; validate Zurich ServiceNow, measured telemetry, residency and recovery before rollout.</a:t>
            </a:r>
          </a:p>
        </p:txBody>
      </p:sp>
      <p:sp>
        <p:nvSpPr>
          <p:cNvPr id="12" name="Footer Placeholder 11">
            <a:extLst xmlns:a="http://schemas.openxmlformats.org/drawingml/2006/main">
              <a:ext uri="{FF2B5EF4-FFF2-40B4-BE49-F238E27FC236}">
                <a16:creationId xmlns:a16="http://schemas.microsoft.com/office/drawing/2014/main" id="{4E7517AB-6B80-2E20-DB16-AB6DF856EA4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5A6DB53D-050F-84A0-9415-F53B1F12FB7D}"/>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121</a:t>
            </a:fld>
          </a:p>
        </p:txBody>
      </p:sp>
    </p:spTree>
    <p:extLst>
      <p:ext uri="{BB962C8B-B14F-4D97-AF65-F5344CB8AC3E}">
        <p14:creationId xmlns:p14="http://schemas.microsoft.com/office/powerpoint/2010/main" val="3910000547"/>
      </p:ext>
    </p:extLst>
  </p:cSld>
</p:sld>
</file>

<file path=ppt/theme/theme1.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2026-07-31T19:21:09.7300000Z</dcterms:created>
  <dcterms:modified xsi:type="dcterms:W3CDTF">2026-07-31T19:21:09.7300000Z</dcterms:modified>
</coreProperties>
</file>